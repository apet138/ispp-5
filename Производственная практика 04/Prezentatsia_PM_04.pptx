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68" r:id="rId8"/>
    <p:sldId id="260" r:id="rId9"/>
    <p:sldId id="26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27F2C-1EDB-7E41-FEB6-B29BD9F66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774DB1-BE4A-CE29-64FB-7B8DFB8AD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17F310-812F-11A1-FB04-8E572785B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311D-5AA5-4E5D-BB5D-B157A25D9F44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3DF88E-2704-3621-2A4D-E94FBFD02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1347E3-B9EC-F2E9-49CA-82E1A064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254E-AC91-466F-B751-B95B2477D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10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3FC632-E5E5-6181-551C-D57A17528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F10537-24D7-2959-F17D-6758B1E14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CB337D-9194-09B2-E58E-491ABCBF2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311D-5AA5-4E5D-BB5D-B157A25D9F44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3EB4EA-7AE5-7666-7271-2984D7C1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F34A56-4096-7C5A-3659-EF345651C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254E-AC91-466F-B751-B95B2477D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963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E92853-C127-1421-E67E-E12078E19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4FA0E1-FA6F-6D6E-E1DC-C973EDCA6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F2B4DC-AEDF-547B-CB37-F5329A5E7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311D-5AA5-4E5D-BB5D-B157A25D9F44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8AEEE0-B3EA-681A-F309-2A07C92B2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83C994-C587-6070-BF5C-EDCCDBDDD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254E-AC91-466F-B751-B95B2477D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10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43F08-FBBF-1202-D4A8-71C4E523D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6E7D32-1D2B-3134-90D8-05377B38E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A16A13-C474-42C7-3E71-2E323A868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75C510-ABD9-328A-6E47-65564FC18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311D-5AA5-4E5D-BB5D-B157A25D9F44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41D51D-1F69-F5E8-1E55-F1AA737A9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987BB1-85C0-672A-151D-AD28B139F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254E-AC91-466F-B751-B95B2477D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24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B64808-92A8-B735-A960-EACCE4082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D8A70A-B787-8A92-6EC1-F8C442E15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3437FE1-C7C4-C769-8C6C-D3F8C3F19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4AE41BB-6C11-5102-0EFD-62FA04526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CF52851-9D51-10A2-21A7-AB2DD8CD95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AFDB8D2-436F-5911-FA20-614265C39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311D-5AA5-4E5D-BB5D-B157A25D9F44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8575987-6BD1-6E68-5032-C6AB6A3C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74461E2-D92E-F2A5-3B06-C7CD3774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254E-AC91-466F-B751-B95B2477D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901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F0275-E293-0009-BB1E-3F022C52B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7982626-E26A-39A6-0FA6-09AB7BEB5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311D-5AA5-4E5D-BB5D-B157A25D9F44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7CEA1F-6C12-F3B5-82AB-608F410E2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34F542-3479-CB4B-4D30-8A21E5B8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254E-AC91-466F-B751-B95B2477D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3978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68B8225-76F5-5337-153C-FD50A3D19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311D-5AA5-4E5D-BB5D-B157A25D9F44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E6E8E4-2AE4-E271-BD36-2714D539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67E466-70EA-237B-0728-0F27BE61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254E-AC91-466F-B751-B95B2477D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55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D64F0-86D9-2DB4-96F0-B0F238103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EC056F-F50E-960A-E752-EFB2C3A5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01532B-45D2-AB83-1C55-4CB132904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10A575-8739-7AFB-1CC0-AB7AB7FCF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311D-5AA5-4E5D-BB5D-B157A25D9F44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F71F7B-6AE7-E1A0-31CE-D9AF11C46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905B2A-07C0-4A97-E3C2-E4D69483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254E-AC91-466F-B751-B95B2477D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59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67A12-E79B-C768-BDE6-D86BD5DED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CF154C-ABCB-F351-F85F-E634FF7D1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A6F995-0966-902F-736E-4BD5B54E3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C9BE2A-80D1-690D-5079-E5C517D3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311D-5AA5-4E5D-BB5D-B157A25D9F44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A486BD-A790-B36F-4F9F-0875E72B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054FC8-AF62-5CA3-2737-7DA80F52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254E-AC91-466F-B751-B95B2477D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587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D2E43F-1D17-7465-5BB6-977D156F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5C6176-B693-D924-87E1-EEDC5DFF3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7F425F-76B8-7D4F-A4A2-BA5A2A46F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311D-5AA5-4E5D-BB5D-B157A25D9F44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A42262-D38C-C700-755B-742E0AE2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2F56BA-4E83-3A87-8A53-F78DE9E11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254E-AC91-466F-B751-B95B2477D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538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1531C55-CF1B-68B5-DC76-8E1D943BFF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7976CB-38D8-CBA1-4F5A-CEA22FA21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7BC453-65A1-79E2-502C-5CFA8997B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311D-5AA5-4E5D-BB5D-B157A25D9F44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746E41-E4F9-9C18-644D-A0B136A18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ECE1B5-16B4-A6FD-E921-4ADCDC5C5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254E-AC91-466F-B751-B95B2477D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764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EF7F5B-2676-1779-CB43-DDA57EC6D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8E09C9-AD66-8E77-1E65-D37D4C4DF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4FB58C-0D71-BDC3-08CD-2DBD50410F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F311D-5AA5-4E5D-BB5D-B157A25D9F44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7A1AE-564A-153F-EDDD-F355AF6123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79F634-CB45-743C-A7BE-3CAEDE5F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1254E-AC91-466F-B751-B95B2477D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09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9EF999F-CBDB-174F-CEDA-654549A92F63}"/>
              </a:ext>
            </a:extLst>
          </p:cNvPr>
          <p:cNvSpPr/>
          <p:nvPr/>
        </p:nvSpPr>
        <p:spPr>
          <a:xfrm>
            <a:off x="2378647" y="304461"/>
            <a:ext cx="7434377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</a:p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Государственное бюджетное профессиональное образовательное учреждение Иркутской области «Ангарский промышленно – экономический техникум»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E76AECC-46F0-4AA4-1F9C-15FA4A1D85D4}"/>
              </a:ext>
            </a:extLst>
          </p:cNvPr>
          <p:cNvSpPr/>
          <p:nvPr/>
        </p:nvSpPr>
        <p:spPr>
          <a:xfrm>
            <a:off x="1676530" y="1300079"/>
            <a:ext cx="8838597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ОТЧЁТ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 практической подготовке в виде производственной практики профессионального модуля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(ПМ.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4) Сопровождение и обслуживание программного обеспечения компьютерных систем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A07A11F-2508-5B17-6FA3-05EA091A0525}"/>
              </a:ext>
            </a:extLst>
          </p:cNvPr>
          <p:cNvSpPr/>
          <p:nvPr/>
        </p:nvSpPr>
        <p:spPr>
          <a:xfrm>
            <a:off x="1866901" y="3003780"/>
            <a:ext cx="8458200" cy="87203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по специальности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09.02.07 Информационные системы и программирование</a:t>
            </a:r>
          </a:p>
          <a:p>
            <a:pPr algn="just">
              <a:lnSpc>
                <a:spcPct val="150000"/>
              </a:lnSpc>
            </a:pP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обучающегося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4 курса </a:t>
            </a: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группы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ИСПП-5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DDDE533-4DF9-B724-9264-26C64A2F135F}"/>
              </a:ext>
            </a:extLst>
          </p:cNvPr>
          <p:cNvSpPr/>
          <p:nvPr/>
        </p:nvSpPr>
        <p:spPr>
          <a:xfrm>
            <a:off x="3651599" y="4084841"/>
            <a:ext cx="4888465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Анисимов Никита Олегович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72B7883-9CC9-C403-9D57-248F58108366}"/>
              </a:ext>
            </a:extLst>
          </p:cNvPr>
          <p:cNvCxnSpPr>
            <a:cxnSpLocks/>
          </p:cNvCxnSpPr>
          <p:nvPr/>
        </p:nvCxnSpPr>
        <p:spPr>
          <a:xfrm flipH="1">
            <a:off x="2768185" y="4493899"/>
            <a:ext cx="66552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765785F-CA31-6F69-FB63-7A950E9205E1}"/>
              </a:ext>
            </a:extLst>
          </p:cNvPr>
          <p:cNvSpPr/>
          <p:nvPr/>
        </p:nvSpPr>
        <p:spPr>
          <a:xfrm>
            <a:off x="2488317" y="4701887"/>
            <a:ext cx="7215031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 практики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    Аверьянов Николай Владимирович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0BA2EA0-F722-36FF-49BD-58B19F95CD1C}"/>
              </a:ext>
            </a:extLst>
          </p:cNvPr>
          <p:cNvSpPr/>
          <p:nvPr/>
        </p:nvSpPr>
        <p:spPr>
          <a:xfrm>
            <a:off x="4893874" y="5974504"/>
            <a:ext cx="2403911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г. Ангарск</a:t>
            </a:r>
          </a:p>
          <a:p>
            <a:pPr algn="ctr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2024 г.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DBC30FB0-8DF2-C33B-94B4-19BFFA74F0AC}"/>
              </a:ext>
            </a:extLst>
          </p:cNvPr>
          <p:cNvCxnSpPr>
            <a:cxnSpLocks/>
          </p:cNvCxnSpPr>
          <p:nvPr/>
        </p:nvCxnSpPr>
        <p:spPr>
          <a:xfrm flipH="1">
            <a:off x="5570807" y="5014947"/>
            <a:ext cx="39511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744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DE00F4-7A72-C0B3-9A93-476E7F0F814B}"/>
              </a:ext>
            </a:extLst>
          </p:cNvPr>
          <p:cNvSpPr txBox="1">
            <a:spLocks/>
          </p:cNvSpPr>
          <p:nvPr/>
        </p:nvSpPr>
        <p:spPr>
          <a:xfrm>
            <a:off x="959426" y="286336"/>
            <a:ext cx="10273145" cy="947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Цель и задачи производственной практики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B2E8CA-71FC-75B5-DAC0-DD13837CB1C9}"/>
              </a:ext>
            </a:extLst>
          </p:cNvPr>
          <p:cNvSpPr txBox="1">
            <a:spLocks/>
          </p:cNvSpPr>
          <p:nvPr/>
        </p:nvSpPr>
        <p:spPr>
          <a:xfrm>
            <a:off x="838198" y="1233987"/>
            <a:ext cx="10515600" cy="515389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0000">
              <a:lnSpc>
                <a:spcPct val="170000"/>
              </a:lnSpc>
              <a:spcBef>
                <a:spcPts val="0"/>
              </a:spcBef>
              <a:buNone/>
            </a:pPr>
            <a:r>
              <a:rPr lang="ru-RU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Целью производственной практики является изучение деятельности предприятия ИП Ващук Константин Иванович и его структурных подразделений, а также анализ процессов внедрения и поддержки программного обеспечения. Кроме того, важным аспектом практики является исследование методов обеспечения качества компьютерных систем на данном предприятии.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50000">
              <a:lnSpc>
                <a:spcPct val="170000"/>
              </a:lnSpc>
              <a:spcBef>
                <a:spcPts val="0"/>
              </a:spcBef>
              <a:buNone/>
            </a:pPr>
            <a:r>
              <a:rPr lang="ru-RU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Основные задачи производственной практики:</a:t>
            </a:r>
          </a:p>
          <a:p>
            <a:pPr marL="0" lvl="0" indent="450000">
              <a:lnSpc>
                <a:spcPct val="170000"/>
              </a:lnSpc>
              <a:spcBef>
                <a:spcPts val="0"/>
              </a:spcBef>
              <a:buFont typeface="Symbol" panose="05050102010706020507" pitchFamily="18" charset="2"/>
              <a:buChar char=""/>
            </a:pPr>
            <a:r>
              <a:rPr lang="ru-RU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повышение качества подготовки за счет приобретения практического опыта на предприятии;</a:t>
            </a:r>
          </a:p>
          <a:p>
            <a:pPr marL="0" lvl="0" indent="450000">
              <a:lnSpc>
                <a:spcPct val="170000"/>
              </a:lnSpc>
              <a:spcBef>
                <a:spcPts val="0"/>
              </a:spcBef>
              <a:buFont typeface="Symbol" panose="05050102010706020507" pitchFamily="18" charset="2"/>
              <a:buChar char=""/>
            </a:pPr>
            <a:r>
              <a:rPr lang="ru-RU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формирование знаний, умений и навыков, профессиональных компетенций, профессионально значимых личностных качеств; </a:t>
            </a:r>
          </a:p>
          <a:p>
            <a:pPr marL="0" lvl="0" indent="450000">
              <a:lnSpc>
                <a:spcPct val="170000"/>
              </a:lnSpc>
              <a:spcBef>
                <a:spcPts val="0"/>
              </a:spcBef>
              <a:buFont typeface="Symbol" panose="05050102010706020507" pitchFamily="18" charset="2"/>
              <a:buChar char=""/>
            </a:pPr>
            <a:r>
              <a:rPr lang="ru-RU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развитие профессионального интереса, формирование мотивационно-целостного отношения к профессиональной деятельности, готовности к выполнению профессиональных задач в соответствии с нормами морали, профессиональной этики и служебного этикета.</a:t>
            </a:r>
          </a:p>
        </p:txBody>
      </p:sp>
    </p:spTree>
    <p:extLst>
      <p:ext uri="{BB962C8B-B14F-4D97-AF65-F5344CB8AC3E}">
        <p14:creationId xmlns:p14="http://schemas.microsoft.com/office/powerpoint/2010/main" val="23442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88454B-EFEC-E1BC-403D-EA93611410D2}"/>
              </a:ext>
            </a:extLst>
          </p:cNvPr>
          <p:cNvSpPr txBox="1">
            <a:spLocks/>
          </p:cNvSpPr>
          <p:nvPr/>
        </p:nvSpPr>
        <p:spPr>
          <a:xfrm>
            <a:off x="959426" y="286336"/>
            <a:ext cx="10273145" cy="947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Постановка задачи</a:t>
            </a:r>
            <a:endParaRPr lang="ru-RU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19C32-6E74-D977-F865-BECA3E3E5ECC}"/>
              </a:ext>
            </a:extLst>
          </p:cNvPr>
          <p:cNvSpPr txBox="1"/>
          <p:nvPr/>
        </p:nvSpPr>
        <p:spPr>
          <a:xfrm>
            <a:off x="959425" y="1233986"/>
            <a:ext cx="10273145" cy="3113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Необходимо разработать и спроектировать информационную систему “Поставки”, для управления поставками, которая обеспечит эффективный учет и контроль всех входящих поставок продуктов, а также автоматизирует обработку сопутствующих документов.</a:t>
            </a:r>
          </a:p>
          <a:p>
            <a:pPr indent="450215"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Информационная система “Поставки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”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направлена на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автоматизацию процессов учета и отслеживания поставок продуктов и ингредиентов, необходимых для работы ресторанного бизнеса.</a:t>
            </a:r>
          </a:p>
          <a:p>
            <a:pPr indent="450215">
              <a:lnSpc>
                <a:spcPct val="150000"/>
              </a:lnSpc>
            </a:pPr>
            <a:endParaRPr lang="ru-RU" sz="20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307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C1A858-46B8-F6A6-6822-1180C2561377}"/>
              </a:ext>
            </a:extLst>
          </p:cNvPr>
          <p:cNvSpPr txBox="1">
            <a:spLocks/>
          </p:cNvSpPr>
          <p:nvPr/>
        </p:nvSpPr>
        <p:spPr>
          <a:xfrm>
            <a:off x="959426" y="286336"/>
            <a:ext cx="10273145" cy="947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Программное обеспечение</a:t>
            </a:r>
            <a:endParaRPr lang="ru-RU" sz="3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469213-0356-461D-343B-E243ED570E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290" y="1384547"/>
            <a:ext cx="2683598" cy="26835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594542-DA90-FCAB-623D-62D0A00F04C0}"/>
              </a:ext>
            </a:extLst>
          </p:cNvPr>
          <p:cNvSpPr txBox="1"/>
          <p:nvPr/>
        </p:nvSpPr>
        <p:spPr>
          <a:xfrm>
            <a:off x="6687009" y="4218706"/>
            <a:ext cx="2155623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Figma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646FBE-55A2-08F2-D97A-A16A9C2F723C}"/>
              </a:ext>
            </a:extLst>
          </p:cNvPr>
          <p:cNvSpPr txBox="1"/>
          <p:nvPr/>
        </p:nvSpPr>
        <p:spPr>
          <a:xfrm>
            <a:off x="1743290" y="4248268"/>
            <a:ext cx="2683597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1С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: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Предприятие 8.3</a:t>
            </a:r>
          </a:p>
        </p:txBody>
      </p:sp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6490A831-D1E8-96A9-A9D7-4DDBA95E2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021" y="1535108"/>
            <a:ext cx="2683598" cy="268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99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E5EFFC-8D4C-2479-4A81-A455F2312F91}"/>
              </a:ext>
            </a:extLst>
          </p:cNvPr>
          <p:cNvSpPr txBox="1">
            <a:spLocks/>
          </p:cNvSpPr>
          <p:nvPr/>
        </p:nvSpPr>
        <p:spPr>
          <a:xfrm>
            <a:off x="959426" y="286336"/>
            <a:ext cx="10273145" cy="947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ru-RU" sz="3600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08EAEB4-1F0E-C058-E09E-1EB4E030B0EF}"/>
              </a:ext>
            </a:extLst>
          </p:cNvPr>
          <p:cNvSpPr txBox="1">
            <a:spLocks/>
          </p:cNvSpPr>
          <p:nvPr/>
        </p:nvSpPr>
        <p:spPr>
          <a:xfrm>
            <a:off x="1111826" y="438736"/>
            <a:ext cx="10273145" cy="947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Демонстрационная модель списка поставок</a:t>
            </a:r>
            <a:endParaRPr lang="ru-RU" sz="3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FD15E3-3346-E1CF-134A-95B9196B4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275" y="1691832"/>
            <a:ext cx="8526222" cy="303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7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53BD1F-921F-2744-1E36-1A6C1C6DBC6C}"/>
              </a:ext>
            </a:extLst>
          </p:cNvPr>
          <p:cNvSpPr txBox="1">
            <a:spLocks/>
          </p:cNvSpPr>
          <p:nvPr/>
        </p:nvSpPr>
        <p:spPr>
          <a:xfrm>
            <a:off x="1111826" y="438736"/>
            <a:ext cx="10273145" cy="162818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Демонстрационная панель списка поставщиков</a:t>
            </a:r>
            <a:endParaRPr lang="ru-RU" sz="36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0FC44CA-CB78-A2E5-3C12-A6CF4A91F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334" y="2311574"/>
            <a:ext cx="7879715" cy="333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42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73DD81E-DB69-1231-D22B-53C7C17BB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060" y="1877060"/>
            <a:ext cx="7785492" cy="334264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90A52E3-11DF-DFBA-FA34-9CE08196BCC8}"/>
              </a:ext>
            </a:extLst>
          </p:cNvPr>
          <p:cNvSpPr txBox="1">
            <a:spLocks/>
          </p:cNvSpPr>
          <p:nvPr/>
        </p:nvSpPr>
        <p:spPr>
          <a:xfrm>
            <a:off x="1111826" y="438736"/>
            <a:ext cx="10273145" cy="947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Демонстрационная модель главной панели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21026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3A1A71-6256-5C03-453B-D94B27FBA795}"/>
              </a:ext>
            </a:extLst>
          </p:cNvPr>
          <p:cNvSpPr txBox="1">
            <a:spLocks/>
          </p:cNvSpPr>
          <p:nvPr/>
        </p:nvSpPr>
        <p:spPr>
          <a:xfrm>
            <a:off x="959426" y="286336"/>
            <a:ext cx="10273145" cy="9476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D32288-3A98-C2FC-918E-0450313E1F6E}"/>
              </a:ext>
            </a:extLst>
          </p:cNvPr>
          <p:cNvSpPr txBox="1">
            <a:spLocks/>
          </p:cNvSpPr>
          <p:nvPr/>
        </p:nvSpPr>
        <p:spPr>
          <a:xfrm>
            <a:off x="838199" y="1147156"/>
            <a:ext cx="10515600" cy="544760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В процессе прохождения практической подготовки виде производственной практики была проведена детальная работа по ключевой профессиональной деятельности, связанной с установкой, настройкой и обслуживанием программного обеспечения. Практика позволила углубить знания и навыки в диагностике, модификации и защите программного обеспечения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4500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Это позволяет сделать вывод, что поставленная цель и задачи выполнены в полном объеме. </a:t>
            </a:r>
          </a:p>
          <a:p>
            <a:pPr marL="0" indent="4500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GitHub: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https://github.com/APET138/ISPP-5/tree/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Анисимов-Никита/Производственная%20практика%2004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872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780E8-B5FB-5A72-A6B9-9819EA41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E861DC6-2520-E1C6-94BE-B329E804EA84}"/>
              </a:ext>
            </a:extLst>
          </p:cNvPr>
          <p:cNvSpPr/>
          <p:nvPr/>
        </p:nvSpPr>
        <p:spPr>
          <a:xfrm>
            <a:off x="2378647" y="304461"/>
            <a:ext cx="7434377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</a:p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Государственное бюджетное профессиональное образовательное учреждение Иркутской области «Ангарский промышленно – экономический техникум»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7E204B-05A4-571D-D480-91F227A5CF51}"/>
              </a:ext>
            </a:extLst>
          </p:cNvPr>
          <p:cNvSpPr/>
          <p:nvPr/>
        </p:nvSpPr>
        <p:spPr>
          <a:xfrm>
            <a:off x="1676530" y="1300079"/>
            <a:ext cx="8838597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ОТЧЁТ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 практической подготовке в виде производственной практики профессионального модуля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(ПМ.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4) Сопровождение и обслуживание программного обеспечения компьютерных систем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1A8CF2C-5FB7-FD94-8C61-20444DA8C126}"/>
              </a:ext>
            </a:extLst>
          </p:cNvPr>
          <p:cNvSpPr/>
          <p:nvPr/>
        </p:nvSpPr>
        <p:spPr>
          <a:xfrm>
            <a:off x="1866901" y="3003780"/>
            <a:ext cx="8458200" cy="87203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по специальности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09.02.07 Информационные системы и программирование</a:t>
            </a:r>
          </a:p>
          <a:p>
            <a:pPr algn="just">
              <a:lnSpc>
                <a:spcPct val="150000"/>
              </a:lnSpc>
            </a:pP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обучающегося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4 курса </a:t>
            </a: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группы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ИСПП-5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59DE90-8772-4D72-509D-7D140087A37B}"/>
              </a:ext>
            </a:extLst>
          </p:cNvPr>
          <p:cNvSpPr/>
          <p:nvPr/>
        </p:nvSpPr>
        <p:spPr>
          <a:xfrm>
            <a:off x="3651599" y="4084841"/>
            <a:ext cx="4888465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Анисимов Никита Олегович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B0F0EE8-4C93-A6CB-D148-32985828070A}"/>
              </a:ext>
            </a:extLst>
          </p:cNvPr>
          <p:cNvCxnSpPr>
            <a:cxnSpLocks/>
          </p:cNvCxnSpPr>
          <p:nvPr/>
        </p:nvCxnSpPr>
        <p:spPr>
          <a:xfrm flipH="1">
            <a:off x="2768185" y="4493899"/>
            <a:ext cx="66552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42C57FA-861A-53C3-DA4B-0EBDE0AE28AB}"/>
              </a:ext>
            </a:extLst>
          </p:cNvPr>
          <p:cNvSpPr/>
          <p:nvPr/>
        </p:nvSpPr>
        <p:spPr>
          <a:xfrm>
            <a:off x="2488317" y="4701887"/>
            <a:ext cx="7215031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 практики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    Аверьянов Николай Владимирович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43919CD-BB8D-1BB0-B1A3-4356E3E5EA69}"/>
              </a:ext>
            </a:extLst>
          </p:cNvPr>
          <p:cNvSpPr/>
          <p:nvPr/>
        </p:nvSpPr>
        <p:spPr>
          <a:xfrm>
            <a:off x="4893874" y="5974504"/>
            <a:ext cx="2403911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г. Ангарск</a:t>
            </a:r>
          </a:p>
          <a:p>
            <a:pPr algn="ctr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2024 г.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EC6CA99D-D7FC-1688-3821-2FBBBCF9FD4A}"/>
              </a:ext>
            </a:extLst>
          </p:cNvPr>
          <p:cNvCxnSpPr>
            <a:cxnSpLocks/>
          </p:cNvCxnSpPr>
          <p:nvPr/>
        </p:nvCxnSpPr>
        <p:spPr>
          <a:xfrm flipH="1">
            <a:off x="5570807" y="5014947"/>
            <a:ext cx="39511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09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464646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400</Words>
  <Application>Microsoft Office PowerPoint</Application>
  <PresentationFormat>Широкоэкранный</PresentationFormat>
  <Paragraphs>41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Анисимов НО</dc:creator>
  <cp:lastModifiedBy>Tays</cp:lastModifiedBy>
  <cp:revision>25</cp:revision>
  <dcterms:created xsi:type="dcterms:W3CDTF">2024-10-25T18:06:20Z</dcterms:created>
  <dcterms:modified xsi:type="dcterms:W3CDTF">2024-12-21T02:09:24Z</dcterms:modified>
</cp:coreProperties>
</file>