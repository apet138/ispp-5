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2" r:id="rId1"/>
  </p:sldMasterIdLst>
  <p:notesMasterIdLst>
    <p:notesMasterId r:id="rId134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389" r:id="rId34"/>
    <p:sldId id="290" r:id="rId35"/>
    <p:sldId id="291" r:id="rId36"/>
    <p:sldId id="292" r:id="rId37"/>
    <p:sldId id="293" r:id="rId38"/>
    <p:sldId id="294" r:id="rId39"/>
    <p:sldId id="390" r:id="rId40"/>
    <p:sldId id="391" r:id="rId41"/>
    <p:sldId id="296" r:id="rId42"/>
    <p:sldId id="297" r:id="rId43"/>
    <p:sldId id="298" r:id="rId44"/>
    <p:sldId id="299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00" r:id="rId58"/>
    <p:sldId id="301" r:id="rId59"/>
    <p:sldId id="302" r:id="rId60"/>
    <p:sldId id="303" r:id="rId61"/>
    <p:sldId id="304" r:id="rId62"/>
    <p:sldId id="305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25.xml.rels><?xml version="1.0" encoding="UTF-8" standalone="yes"?>
<Relationships xmlns="http://schemas.openxmlformats.org/package/2006/relationships"><Relationship Id="rId1" Type="http://schemas.openxmlformats.org/officeDocument/2006/relationships/hyperlink" Target="http://standards.ieee.org/findstds/standard/830-1998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9CA37A-CC9A-44B4-A79E-873864C68C98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F7B41CD-1990-455A-8B28-A6D972F8D4F0}">
      <dgm:prSet phldrT="[Текст]"/>
      <dgm:spPr/>
      <dgm:t>
        <a:bodyPr/>
        <a:lstStyle/>
        <a:p>
          <a:r>
            <a:rPr lang="ru-RU" dirty="0"/>
            <a:t>Информационная система</a:t>
          </a:r>
        </a:p>
      </dgm:t>
    </dgm:pt>
    <dgm:pt modelId="{94486FAF-8DB9-4D4A-AA47-734594A9215D}" type="parTrans" cxnId="{387B2760-E484-4AAF-912F-6BF612FF81F2}">
      <dgm:prSet/>
      <dgm:spPr/>
      <dgm:t>
        <a:bodyPr/>
        <a:lstStyle/>
        <a:p>
          <a:endParaRPr lang="ru-RU"/>
        </a:p>
      </dgm:t>
    </dgm:pt>
    <dgm:pt modelId="{0F9A3404-0C9E-4E68-9626-4A7F181E4CAF}" type="sibTrans" cxnId="{387B2760-E484-4AAF-912F-6BF612FF81F2}">
      <dgm:prSet/>
      <dgm:spPr/>
      <dgm:t>
        <a:bodyPr/>
        <a:lstStyle/>
        <a:p>
          <a:endParaRPr lang="ru-RU"/>
        </a:p>
      </dgm:t>
    </dgm:pt>
    <dgm:pt modelId="{ECE1872B-DC23-48D9-A6A8-4E817D0269F8}">
      <dgm:prSet phldrT="[Текст]"/>
      <dgm:spPr/>
      <dgm:t>
        <a:bodyPr/>
        <a:lstStyle/>
        <a:p>
          <a:r>
            <a:rPr lang="ru-RU" dirty="0"/>
            <a:t>База данных*</a:t>
          </a:r>
        </a:p>
      </dgm:t>
    </dgm:pt>
    <dgm:pt modelId="{A648CBA9-009E-4E57-9453-B460822B7E94}" type="parTrans" cxnId="{1EA6D571-229B-49CC-8031-8AF529688633}">
      <dgm:prSet/>
      <dgm:spPr/>
      <dgm:t>
        <a:bodyPr/>
        <a:lstStyle/>
        <a:p>
          <a:endParaRPr lang="ru-RU"/>
        </a:p>
      </dgm:t>
    </dgm:pt>
    <dgm:pt modelId="{CBAE868D-A158-469A-9EDA-5765DB6A05C5}" type="sibTrans" cxnId="{1EA6D571-229B-49CC-8031-8AF529688633}">
      <dgm:prSet/>
      <dgm:spPr/>
      <dgm:t>
        <a:bodyPr/>
        <a:lstStyle/>
        <a:p>
          <a:endParaRPr lang="ru-RU"/>
        </a:p>
      </dgm:t>
    </dgm:pt>
    <dgm:pt modelId="{3CF83F6E-4ACD-495B-B58D-8812E9AF20E3}">
      <dgm:prSet phldrT="[Текст]"/>
      <dgm:spPr/>
      <dgm:t>
        <a:bodyPr/>
        <a:lstStyle/>
        <a:p>
          <a:r>
            <a:rPr lang="ru-RU" dirty="0"/>
            <a:t>Программные средства</a:t>
          </a:r>
        </a:p>
      </dgm:t>
    </dgm:pt>
    <dgm:pt modelId="{A54060C1-0B7A-4A88-B422-27DED87BE425}" type="parTrans" cxnId="{96813FE8-8AA9-452A-9CAE-6719B7AC2327}">
      <dgm:prSet/>
      <dgm:spPr/>
      <dgm:t>
        <a:bodyPr/>
        <a:lstStyle/>
        <a:p>
          <a:endParaRPr lang="ru-RU"/>
        </a:p>
      </dgm:t>
    </dgm:pt>
    <dgm:pt modelId="{1508AD7F-7B6B-4323-8F05-33EEEA1054A1}" type="sibTrans" cxnId="{96813FE8-8AA9-452A-9CAE-6719B7AC2327}">
      <dgm:prSet/>
      <dgm:spPr/>
      <dgm:t>
        <a:bodyPr/>
        <a:lstStyle/>
        <a:p>
          <a:endParaRPr lang="ru-RU"/>
        </a:p>
      </dgm:t>
    </dgm:pt>
    <dgm:pt modelId="{42ECE34A-4189-441D-863E-5995152A896A}">
      <dgm:prSet phldrT="[Текст]"/>
      <dgm:spPr/>
      <dgm:t>
        <a:bodyPr/>
        <a:lstStyle/>
        <a:p>
          <a:r>
            <a:rPr lang="ru-RU" dirty="0"/>
            <a:t>Интерфейс пользователя</a:t>
          </a:r>
        </a:p>
      </dgm:t>
    </dgm:pt>
    <dgm:pt modelId="{68C16129-D10E-411E-A22F-200DC4924D03}" type="parTrans" cxnId="{A5BF0DDF-CAF3-4080-B5AF-6F029AFEA200}">
      <dgm:prSet/>
      <dgm:spPr/>
      <dgm:t>
        <a:bodyPr/>
        <a:lstStyle/>
        <a:p>
          <a:endParaRPr lang="ru-RU"/>
        </a:p>
      </dgm:t>
    </dgm:pt>
    <dgm:pt modelId="{7439B59C-5659-4F0A-9465-61B6E3BA3569}" type="sibTrans" cxnId="{A5BF0DDF-CAF3-4080-B5AF-6F029AFEA200}">
      <dgm:prSet/>
      <dgm:spPr/>
      <dgm:t>
        <a:bodyPr/>
        <a:lstStyle/>
        <a:p>
          <a:endParaRPr lang="ru-RU"/>
        </a:p>
      </dgm:t>
    </dgm:pt>
    <dgm:pt modelId="{F6223A52-C01B-4988-82A0-35D586567B1E}" type="pres">
      <dgm:prSet presAssocID="{2D9CA37A-CC9A-44B4-A79E-873864C68C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A07FAD2F-33BA-4D14-8F50-95976FE23831}" type="pres">
      <dgm:prSet presAssocID="{AF7B41CD-1990-455A-8B28-A6D972F8D4F0}" presName="hierRoot1" presStyleCnt="0">
        <dgm:presLayoutVars>
          <dgm:hierBranch val="init"/>
        </dgm:presLayoutVars>
      </dgm:prSet>
      <dgm:spPr/>
    </dgm:pt>
    <dgm:pt modelId="{0C929B18-F69F-4A32-85AA-7585D3929935}" type="pres">
      <dgm:prSet presAssocID="{AF7B41CD-1990-455A-8B28-A6D972F8D4F0}" presName="rootComposite1" presStyleCnt="0"/>
      <dgm:spPr/>
    </dgm:pt>
    <dgm:pt modelId="{E32B0C62-E6F2-4DF7-B577-75EAB9510626}" type="pres">
      <dgm:prSet presAssocID="{AF7B41CD-1990-455A-8B28-A6D972F8D4F0}" presName="rootText1" presStyleLbl="node0" presStyleIdx="0" presStyleCnt="1" custScaleX="253516" custScaleY="72935" custLinFactNeighborY="-766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C447628-180C-4422-95C8-C45AEC6662B5}" type="pres">
      <dgm:prSet presAssocID="{AF7B41CD-1990-455A-8B28-A6D972F8D4F0}" presName="rootConnector1" presStyleLbl="node1" presStyleIdx="0" presStyleCnt="0"/>
      <dgm:spPr/>
      <dgm:t>
        <a:bodyPr/>
        <a:lstStyle/>
        <a:p>
          <a:endParaRPr lang="ru-RU"/>
        </a:p>
      </dgm:t>
    </dgm:pt>
    <dgm:pt modelId="{3701AB8C-270B-4B76-A17B-E52C9D3F0768}" type="pres">
      <dgm:prSet presAssocID="{AF7B41CD-1990-455A-8B28-A6D972F8D4F0}" presName="hierChild2" presStyleCnt="0"/>
      <dgm:spPr/>
    </dgm:pt>
    <dgm:pt modelId="{9E4475BC-05DF-4821-A2BF-21656E8BEC56}" type="pres">
      <dgm:prSet presAssocID="{A648CBA9-009E-4E57-9453-B460822B7E94}" presName="Name37" presStyleLbl="parChTrans1D2" presStyleIdx="0" presStyleCnt="3"/>
      <dgm:spPr/>
      <dgm:t>
        <a:bodyPr/>
        <a:lstStyle/>
        <a:p>
          <a:endParaRPr lang="ru-RU"/>
        </a:p>
      </dgm:t>
    </dgm:pt>
    <dgm:pt modelId="{B7100210-4B3B-4C81-AD71-482F016BFFEB}" type="pres">
      <dgm:prSet presAssocID="{ECE1872B-DC23-48D9-A6A8-4E817D0269F8}" presName="hierRoot2" presStyleCnt="0">
        <dgm:presLayoutVars>
          <dgm:hierBranch val="init"/>
        </dgm:presLayoutVars>
      </dgm:prSet>
      <dgm:spPr/>
    </dgm:pt>
    <dgm:pt modelId="{2EBA5A46-1CED-4C69-AD4B-3BD9C589E6BB}" type="pres">
      <dgm:prSet presAssocID="{ECE1872B-DC23-48D9-A6A8-4E817D0269F8}" presName="rootComposite" presStyleCnt="0"/>
      <dgm:spPr/>
    </dgm:pt>
    <dgm:pt modelId="{21D736D5-2A21-4645-84B2-83E7A684F755}" type="pres">
      <dgm:prSet presAssocID="{ECE1872B-DC23-48D9-A6A8-4E817D0269F8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13D8092-6DA7-4A0B-B827-4DD572319FBC}" type="pres">
      <dgm:prSet presAssocID="{ECE1872B-DC23-48D9-A6A8-4E817D0269F8}" presName="rootConnector" presStyleLbl="node2" presStyleIdx="0" presStyleCnt="3"/>
      <dgm:spPr/>
      <dgm:t>
        <a:bodyPr/>
        <a:lstStyle/>
        <a:p>
          <a:endParaRPr lang="ru-RU"/>
        </a:p>
      </dgm:t>
    </dgm:pt>
    <dgm:pt modelId="{F8CAAD0C-5685-4437-A659-1064CBDECBCC}" type="pres">
      <dgm:prSet presAssocID="{ECE1872B-DC23-48D9-A6A8-4E817D0269F8}" presName="hierChild4" presStyleCnt="0"/>
      <dgm:spPr/>
    </dgm:pt>
    <dgm:pt modelId="{D759F260-5A6C-4BC7-BAE6-A6A8BFFBCD03}" type="pres">
      <dgm:prSet presAssocID="{ECE1872B-DC23-48D9-A6A8-4E817D0269F8}" presName="hierChild5" presStyleCnt="0"/>
      <dgm:spPr/>
    </dgm:pt>
    <dgm:pt modelId="{BD7B67DA-167B-4189-84C9-24B57417BAC6}" type="pres">
      <dgm:prSet presAssocID="{A54060C1-0B7A-4A88-B422-27DED87BE425}" presName="Name37" presStyleLbl="parChTrans1D2" presStyleIdx="1" presStyleCnt="3"/>
      <dgm:spPr/>
      <dgm:t>
        <a:bodyPr/>
        <a:lstStyle/>
        <a:p>
          <a:endParaRPr lang="ru-RU"/>
        </a:p>
      </dgm:t>
    </dgm:pt>
    <dgm:pt modelId="{B568B363-5D35-4811-B454-9348E053B0FB}" type="pres">
      <dgm:prSet presAssocID="{3CF83F6E-4ACD-495B-B58D-8812E9AF20E3}" presName="hierRoot2" presStyleCnt="0">
        <dgm:presLayoutVars>
          <dgm:hierBranch val="init"/>
        </dgm:presLayoutVars>
      </dgm:prSet>
      <dgm:spPr/>
    </dgm:pt>
    <dgm:pt modelId="{0E7A7881-CDC8-46AA-9FDE-AC628ABA1E01}" type="pres">
      <dgm:prSet presAssocID="{3CF83F6E-4ACD-495B-B58D-8812E9AF20E3}" presName="rootComposite" presStyleCnt="0"/>
      <dgm:spPr/>
    </dgm:pt>
    <dgm:pt modelId="{AC82EAAE-34BB-4F01-A954-26B63236F1D4}" type="pres">
      <dgm:prSet presAssocID="{3CF83F6E-4ACD-495B-B58D-8812E9AF20E3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5AFB7E6-D1BB-40C6-8985-987668493595}" type="pres">
      <dgm:prSet presAssocID="{3CF83F6E-4ACD-495B-B58D-8812E9AF20E3}" presName="rootConnector" presStyleLbl="node2" presStyleIdx="1" presStyleCnt="3"/>
      <dgm:spPr/>
      <dgm:t>
        <a:bodyPr/>
        <a:lstStyle/>
        <a:p>
          <a:endParaRPr lang="ru-RU"/>
        </a:p>
      </dgm:t>
    </dgm:pt>
    <dgm:pt modelId="{9F8C6D4B-36C8-4D40-8872-120AF4890AC6}" type="pres">
      <dgm:prSet presAssocID="{3CF83F6E-4ACD-495B-B58D-8812E9AF20E3}" presName="hierChild4" presStyleCnt="0"/>
      <dgm:spPr/>
    </dgm:pt>
    <dgm:pt modelId="{D53F751D-6AB6-4D8A-AFD7-A3C721EC080F}" type="pres">
      <dgm:prSet presAssocID="{3CF83F6E-4ACD-495B-B58D-8812E9AF20E3}" presName="hierChild5" presStyleCnt="0"/>
      <dgm:spPr/>
    </dgm:pt>
    <dgm:pt modelId="{56D5D65C-BCB4-417D-B4DE-FB29717A9BFA}" type="pres">
      <dgm:prSet presAssocID="{68C16129-D10E-411E-A22F-200DC4924D03}" presName="Name37" presStyleLbl="parChTrans1D2" presStyleIdx="2" presStyleCnt="3"/>
      <dgm:spPr/>
      <dgm:t>
        <a:bodyPr/>
        <a:lstStyle/>
        <a:p>
          <a:endParaRPr lang="ru-RU"/>
        </a:p>
      </dgm:t>
    </dgm:pt>
    <dgm:pt modelId="{097526A0-66FB-4C91-A195-E6536D7E95C5}" type="pres">
      <dgm:prSet presAssocID="{42ECE34A-4189-441D-863E-5995152A896A}" presName="hierRoot2" presStyleCnt="0">
        <dgm:presLayoutVars>
          <dgm:hierBranch val="init"/>
        </dgm:presLayoutVars>
      </dgm:prSet>
      <dgm:spPr/>
    </dgm:pt>
    <dgm:pt modelId="{D224C9CC-62A5-4D33-AAFD-FBCC7FD4A7F7}" type="pres">
      <dgm:prSet presAssocID="{42ECE34A-4189-441D-863E-5995152A896A}" presName="rootComposite" presStyleCnt="0"/>
      <dgm:spPr/>
    </dgm:pt>
    <dgm:pt modelId="{5FEB77B0-A458-40DB-954E-C1FAE9F43C4E}" type="pres">
      <dgm:prSet presAssocID="{42ECE34A-4189-441D-863E-5995152A896A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4C0A1C7-472F-4264-A355-E08E52F2AD81}" type="pres">
      <dgm:prSet presAssocID="{42ECE34A-4189-441D-863E-5995152A896A}" presName="rootConnector" presStyleLbl="node2" presStyleIdx="2" presStyleCnt="3"/>
      <dgm:spPr/>
      <dgm:t>
        <a:bodyPr/>
        <a:lstStyle/>
        <a:p>
          <a:endParaRPr lang="ru-RU"/>
        </a:p>
      </dgm:t>
    </dgm:pt>
    <dgm:pt modelId="{F1DF2E99-37B2-4385-BA54-7309FB369BB3}" type="pres">
      <dgm:prSet presAssocID="{42ECE34A-4189-441D-863E-5995152A896A}" presName="hierChild4" presStyleCnt="0"/>
      <dgm:spPr/>
    </dgm:pt>
    <dgm:pt modelId="{7FCFE002-64A5-4957-9FF4-94634F6F362D}" type="pres">
      <dgm:prSet presAssocID="{42ECE34A-4189-441D-863E-5995152A896A}" presName="hierChild5" presStyleCnt="0"/>
      <dgm:spPr/>
    </dgm:pt>
    <dgm:pt modelId="{0C976BB6-D55E-4C54-B47B-885B7787DC04}" type="pres">
      <dgm:prSet presAssocID="{AF7B41CD-1990-455A-8B28-A6D972F8D4F0}" presName="hierChild3" presStyleCnt="0"/>
      <dgm:spPr/>
    </dgm:pt>
  </dgm:ptLst>
  <dgm:cxnLst>
    <dgm:cxn modelId="{FD2B93D5-6161-4198-9934-3C7FAC498142}" type="presOf" srcId="{42ECE34A-4189-441D-863E-5995152A896A}" destId="{64C0A1C7-472F-4264-A355-E08E52F2AD81}" srcOrd="1" destOrd="0" presId="urn:microsoft.com/office/officeart/2005/8/layout/orgChart1"/>
    <dgm:cxn modelId="{FB227788-4029-4396-9D18-6C2D24DDED8B}" type="presOf" srcId="{A54060C1-0B7A-4A88-B422-27DED87BE425}" destId="{BD7B67DA-167B-4189-84C9-24B57417BAC6}" srcOrd="0" destOrd="0" presId="urn:microsoft.com/office/officeart/2005/8/layout/orgChart1"/>
    <dgm:cxn modelId="{2C0105EA-386E-484B-AEE8-602D66F078BA}" type="presOf" srcId="{ECE1872B-DC23-48D9-A6A8-4E817D0269F8}" destId="{513D8092-6DA7-4A0B-B827-4DD572319FBC}" srcOrd="1" destOrd="0" presId="urn:microsoft.com/office/officeart/2005/8/layout/orgChart1"/>
    <dgm:cxn modelId="{B4458FAA-AC27-4F74-855F-A750C0DBFF93}" type="presOf" srcId="{2D9CA37A-CC9A-44B4-A79E-873864C68C98}" destId="{F6223A52-C01B-4988-82A0-35D586567B1E}" srcOrd="0" destOrd="0" presId="urn:microsoft.com/office/officeart/2005/8/layout/orgChart1"/>
    <dgm:cxn modelId="{387B2760-E484-4AAF-912F-6BF612FF81F2}" srcId="{2D9CA37A-CC9A-44B4-A79E-873864C68C98}" destId="{AF7B41CD-1990-455A-8B28-A6D972F8D4F0}" srcOrd="0" destOrd="0" parTransId="{94486FAF-8DB9-4D4A-AA47-734594A9215D}" sibTransId="{0F9A3404-0C9E-4E68-9626-4A7F181E4CAF}"/>
    <dgm:cxn modelId="{9027FFC1-7222-4105-812E-49420578DF9E}" type="presOf" srcId="{42ECE34A-4189-441D-863E-5995152A896A}" destId="{5FEB77B0-A458-40DB-954E-C1FAE9F43C4E}" srcOrd="0" destOrd="0" presId="urn:microsoft.com/office/officeart/2005/8/layout/orgChart1"/>
    <dgm:cxn modelId="{96813FE8-8AA9-452A-9CAE-6719B7AC2327}" srcId="{AF7B41CD-1990-455A-8B28-A6D972F8D4F0}" destId="{3CF83F6E-4ACD-495B-B58D-8812E9AF20E3}" srcOrd="1" destOrd="0" parTransId="{A54060C1-0B7A-4A88-B422-27DED87BE425}" sibTransId="{1508AD7F-7B6B-4323-8F05-33EEEA1054A1}"/>
    <dgm:cxn modelId="{1EA6D571-229B-49CC-8031-8AF529688633}" srcId="{AF7B41CD-1990-455A-8B28-A6D972F8D4F0}" destId="{ECE1872B-DC23-48D9-A6A8-4E817D0269F8}" srcOrd="0" destOrd="0" parTransId="{A648CBA9-009E-4E57-9453-B460822B7E94}" sibTransId="{CBAE868D-A158-469A-9EDA-5765DB6A05C5}"/>
    <dgm:cxn modelId="{58B0D847-21D1-4AD2-888E-5CA1DADCCB04}" type="presOf" srcId="{AF7B41CD-1990-455A-8B28-A6D972F8D4F0}" destId="{2C447628-180C-4422-95C8-C45AEC6662B5}" srcOrd="1" destOrd="0" presId="urn:microsoft.com/office/officeart/2005/8/layout/orgChart1"/>
    <dgm:cxn modelId="{A0106417-37AA-4E2C-AFBD-1D9B0CB73B6C}" type="presOf" srcId="{AF7B41CD-1990-455A-8B28-A6D972F8D4F0}" destId="{E32B0C62-E6F2-4DF7-B577-75EAB9510626}" srcOrd="0" destOrd="0" presId="urn:microsoft.com/office/officeart/2005/8/layout/orgChart1"/>
    <dgm:cxn modelId="{A0478D65-C6D0-4B58-9C6F-784EBBF081A4}" type="presOf" srcId="{A648CBA9-009E-4E57-9453-B460822B7E94}" destId="{9E4475BC-05DF-4821-A2BF-21656E8BEC56}" srcOrd="0" destOrd="0" presId="urn:microsoft.com/office/officeart/2005/8/layout/orgChart1"/>
    <dgm:cxn modelId="{A5BF0DDF-CAF3-4080-B5AF-6F029AFEA200}" srcId="{AF7B41CD-1990-455A-8B28-A6D972F8D4F0}" destId="{42ECE34A-4189-441D-863E-5995152A896A}" srcOrd="2" destOrd="0" parTransId="{68C16129-D10E-411E-A22F-200DC4924D03}" sibTransId="{7439B59C-5659-4F0A-9465-61B6E3BA3569}"/>
    <dgm:cxn modelId="{B791D6B8-6BB7-4CB1-A42D-4BD3B8A32ACC}" type="presOf" srcId="{3CF83F6E-4ACD-495B-B58D-8812E9AF20E3}" destId="{AC82EAAE-34BB-4F01-A954-26B63236F1D4}" srcOrd="0" destOrd="0" presId="urn:microsoft.com/office/officeart/2005/8/layout/orgChart1"/>
    <dgm:cxn modelId="{62834357-3307-41D7-B23B-36E608E625F1}" type="presOf" srcId="{3CF83F6E-4ACD-495B-B58D-8812E9AF20E3}" destId="{55AFB7E6-D1BB-40C6-8985-987668493595}" srcOrd="1" destOrd="0" presId="urn:microsoft.com/office/officeart/2005/8/layout/orgChart1"/>
    <dgm:cxn modelId="{D71D0AA0-5A61-408B-99DF-F675FDDB4D8E}" type="presOf" srcId="{68C16129-D10E-411E-A22F-200DC4924D03}" destId="{56D5D65C-BCB4-417D-B4DE-FB29717A9BFA}" srcOrd="0" destOrd="0" presId="urn:microsoft.com/office/officeart/2005/8/layout/orgChart1"/>
    <dgm:cxn modelId="{A5C491DE-95C2-473D-813F-24CC5592F2EF}" type="presOf" srcId="{ECE1872B-DC23-48D9-A6A8-4E817D0269F8}" destId="{21D736D5-2A21-4645-84B2-83E7A684F755}" srcOrd="0" destOrd="0" presId="urn:microsoft.com/office/officeart/2005/8/layout/orgChart1"/>
    <dgm:cxn modelId="{B955D4A6-0460-4DB7-92BF-B51E6791BBF9}" type="presParOf" srcId="{F6223A52-C01B-4988-82A0-35D586567B1E}" destId="{A07FAD2F-33BA-4D14-8F50-95976FE23831}" srcOrd="0" destOrd="0" presId="urn:microsoft.com/office/officeart/2005/8/layout/orgChart1"/>
    <dgm:cxn modelId="{25EBC63E-8B40-41A6-BA4F-82F197F53B93}" type="presParOf" srcId="{A07FAD2F-33BA-4D14-8F50-95976FE23831}" destId="{0C929B18-F69F-4A32-85AA-7585D3929935}" srcOrd="0" destOrd="0" presId="urn:microsoft.com/office/officeart/2005/8/layout/orgChart1"/>
    <dgm:cxn modelId="{90F7AE31-6B56-4CFE-A697-435242EBF75A}" type="presParOf" srcId="{0C929B18-F69F-4A32-85AA-7585D3929935}" destId="{E32B0C62-E6F2-4DF7-B577-75EAB9510626}" srcOrd="0" destOrd="0" presId="urn:microsoft.com/office/officeart/2005/8/layout/orgChart1"/>
    <dgm:cxn modelId="{20E4FE20-9251-4479-9B7B-035C2EF60269}" type="presParOf" srcId="{0C929B18-F69F-4A32-85AA-7585D3929935}" destId="{2C447628-180C-4422-95C8-C45AEC6662B5}" srcOrd="1" destOrd="0" presId="urn:microsoft.com/office/officeart/2005/8/layout/orgChart1"/>
    <dgm:cxn modelId="{F5FD57EC-D4BE-4CC7-9D63-F1F30F353014}" type="presParOf" srcId="{A07FAD2F-33BA-4D14-8F50-95976FE23831}" destId="{3701AB8C-270B-4B76-A17B-E52C9D3F0768}" srcOrd="1" destOrd="0" presId="urn:microsoft.com/office/officeart/2005/8/layout/orgChart1"/>
    <dgm:cxn modelId="{4D5B7797-2FF8-4AB0-B7E5-0CF7EF5F0EFD}" type="presParOf" srcId="{3701AB8C-270B-4B76-A17B-E52C9D3F0768}" destId="{9E4475BC-05DF-4821-A2BF-21656E8BEC56}" srcOrd="0" destOrd="0" presId="urn:microsoft.com/office/officeart/2005/8/layout/orgChart1"/>
    <dgm:cxn modelId="{D65ECF5C-D449-41E4-A046-0B263DC3761C}" type="presParOf" srcId="{3701AB8C-270B-4B76-A17B-E52C9D3F0768}" destId="{B7100210-4B3B-4C81-AD71-482F016BFFEB}" srcOrd="1" destOrd="0" presId="urn:microsoft.com/office/officeart/2005/8/layout/orgChart1"/>
    <dgm:cxn modelId="{9119A9D9-1310-433F-84FF-249CC334396F}" type="presParOf" srcId="{B7100210-4B3B-4C81-AD71-482F016BFFEB}" destId="{2EBA5A46-1CED-4C69-AD4B-3BD9C589E6BB}" srcOrd="0" destOrd="0" presId="urn:microsoft.com/office/officeart/2005/8/layout/orgChart1"/>
    <dgm:cxn modelId="{88920E68-8059-4C47-9F03-11F589FBA1AD}" type="presParOf" srcId="{2EBA5A46-1CED-4C69-AD4B-3BD9C589E6BB}" destId="{21D736D5-2A21-4645-84B2-83E7A684F755}" srcOrd="0" destOrd="0" presId="urn:microsoft.com/office/officeart/2005/8/layout/orgChart1"/>
    <dgm:cxn modelId="{EC7D7D27-459C-4DA0-8BE4-BEB96D03B799}" type="presParOf" srcId="{2EBA5A46-1CED-4C69-AD4B-3BD9C589E6BB}" destId="{513D8092-6DA7-4A0B-B827-4DD572319FBC}" srcOrd="1" destOrd="0" presId="urn:microsoft.com/office/officeart/2005/8/layout/orgChart1"/>
    <dgm:cxn modelId="{8A2E7127-55A4-4D43-83A1-3DECF822AD3E}" type="presParOf" srcId="{B7100210-4B3B-4C81-AD71-482F016BFFEB}" destId="{F8CAAD0C-5685-4437-A659-1064CBDECBCC}" srcOrd="1" destOrd="0" presId="urn:microsoft.com/office/officeart/2005/8/layout/orgChart1"/>
    <dgm:cxn modelId="{6AFE0780-D342-47FF-B6C1-F91E342C57A1}" type="presParOf" srcId="{B7100210-4B3B-4C81-AD71-482F016BFFEB}" destId="{D759F260-5A6C-4BC7-BAE6-A6A8BFFBCD03}" srcOrd="2" destOrd="0" presId="urn:microsoft.com/office/officeart/2005/8/layout/orgChart1"/>
    <dgm:cxn modelId="{B119B296-1B82-4D96-BC34-BB1A98E54D2C}" type="presParOf" srcId="{3701AB8C-270B-4B76-A17B-E52C9D3F0768}" destId="{BD7B67DA-167B-4189-84C9-24B57417BAC6}" srcOrd="2" destOrd="0" presId="urn:microsoft.com/office/officeart/2005/8/layout/orgChart1"/>
    <dgm:cxn modelId="{304EBC10-A3CC-432F-BD60-AEE3B77C2738}" type="presParOf" srcId="{3701AB8C-270B-4B76-A17B-E52C9D3F0768}" destId="{B568B363-5D35-4811-B454-9348E053B0FB}" srcOrd="3" destOrd="0" presId="urn:microsoft.com/office/officeart/2005/8/layout/orgChart1"/>
    <dgm:cxn modelId="{C91C5434-DB26-41C6-B760-975A58CBF871}" type="presParOf" srcId="{B568B363-5D35-4811-B454-9348E053B0FB}" destId="{0E7A7881-CDC8-46AA-9FDE-AC628ABA1E01}" srcOrd="0" destOrd="0" presId="urn:microsoft.com/office/officeart/2005/8/layout/orgChart1"/>
    <dgm:cxn modelId="{0A559053-E403-40A1-8075-FDA59C67CB25}" type="presParOf" srcId="{0E7A7881-CDC8-46AA-9FDE-AC628ABA1E01}" destId="{AC82EAAE-34BB-4F01-A954-26B63236F1D4}" srcOrd="0" destOrd="0" presId="urn:microsoft.com/office/officeart/2005/8/layout/orgChart1"/>
    <dgm:cxn modelId="{8CC7C85D-0834-4502-8657-1EDF096B7A19}" type="presParOf" srcId="{0E7A7881-CDC8-46AA-9FDE-AC628ABA1E01}" destId="{55AFB7E6-D1BB-40C6-8985-987668493595}" srcOrd="1" destOrd="0" presId="urn:microsoft.com/office/officeart/2005/8/layout/orgChart1"/>
    <dgm:cxn modelId="{DD2DDEF1-5222-4E4F-A547-B0A580C09A77}" type="presParOf" srcId="{B568B363-5D35-4811-B454-9348E053B0FB}" destId="{9F8C6D4B-36C8-4D40-8872-120AF4890AC6}" srcOrd="1" destOrd="0" presId="urn:microsoft.com/office/officeart/2005/8/layout/orgChart1"/>
    <dgm:cxn modelId="{09070EA3-E97F-428A-9F4E-7E02A3A33AFF}" type="presParOf" srcId="{B568B363-5D35-4811-B454-9348E053B0FB}" destId="{D53F751D-6AB6-4D8A-AFD7-A3C721EC080F}" srcOrd="2" destOrd="0" presId="urn:microsoft.com/office/officeart/2005/8/layout/orgChart1"/>
    <dgm:cxn modelId="{F7B34856-576E-4E03-87D6-5A9FAB4B3725}" type="presParOf" srcId="{3701AB8C-270B-4B76-A17B-E52C9D3F0768}" destId="{56D5D65C-BCB4-417D-B4DE-FB29717A9BFA}" srcOrd="4" destOrd="0" presId="urn:microsoft.com/office/officeart/2005/8/layout/orgChart1"/>
    <dgm:cxn modelId="{F3451E0A-1B5F-44DE-B1CC-00D88FD903BE}" type="presParOf" srcId="{3701AB8C-270B-4B76-A17B-E52C9D3F0768}" destId="{097526A0-66FB-4C91-A195-E6536D7E95C5}" srcOrd="5" destOrd="0" presId="urn:microsoft.com/office/officeart/2005/8/layout/orgChart1"/>
    <dgm:cxn modelId="{20AAFAA6-8C55-40C4-943D-3EC201277917}" type="presParOf" srcId="{097526A0-66FB-4C91-A195-E6536D7E95C5}" destId="{D224C9CC-62A5-4D33-AAFD-FBCC7FD4A7F7}" srcOrd="0" destOrd="0" presId="urn:microsoft.com/office/officeart/2005/8/layout/orgChart1"/>
    <dgm:cxn modelId="{23CC34AB-D064-456A-A005-94CCFC875808}" type="presParOf" srcId="{D224C9CC-62A5-4D33-AAFD-FBCC7FD4A7F7}" destId="{5FEB77B0-A458-40DB-954E-C1FAE9F43C4E}" srcOrd="0" destOrd="0" presId="urn:microsoft.com/office/officeart/2005/8/layout/orgChart1"/>
    <dgm:cxn modelId="{67A09CD3-E201-43C1-80FD-5DF86B039CCE}" type="presParOf" srcId="{D224C9CC-62A5-4D33-AAFD-FBCC7FD4A7F7}" destId="{64C0A1C7-472F-4264-A355-E08E52F2AD81}" srcOrd="1" destOrd="0" presId="urn:microsoft.com/office/officeart/2005/8/layout/orgChart1"/>
    <dgm:cxn modelId="{AF0DAB8F-02DA-43EA-A4D9-BD01AB8C851A}" type="presParOf" srcId="{097526A0-66FB-4C91-A195-E6536D7E95C5}" destId="{F1DF2E99-37B2-4385-BA54-7309FB369BB3}" srcOrd="1" destOrd="0" presId="urn:microsoft.com/office/officeart/2005/8/layout/orgChart1"/>
    <dgm:cxn modelId="{AB592DE5-9BD4-49B1-B84F-8044C5ADD772}" type="presParOf" srcId="{097526A0-66FB-4C91-A195-E6536D7E95C5}" destId="{7FCFE002-64A5-4957-9FF4-94634F6F362D}" srcOrd="2" destOrd="0" presId="urn:microsoft.com/office/officeart/2005/8/layout/orgChart1"/>
    <dgm:cxn modelId="{450260AF-1514-4C15-A479-69F5FC57560F}" type="presParOf" srcId="{A07FAD2F-33BA-4D14-8F50-95976FE23831}" destId="{0C976BB6-D55E-4C54-B47B-885B7787DC0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4B7C2B-75F8-4996-9384-CB5E2E6AAE4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56D36D-F83B-4A42-B7BF-734D0CF97262}">
      <dgm:prSet phldrT="[Текст]"/>
      <dgm:spPr/>
      <dgm:t>
        <a:bodyPr/>
        <a:lstStyle/>
        <a:p>
          <a:r>
            <a:rPr lang="ru-RU" dirty="0"/>
            <a:t>По масштабу</a:t>
          </a:r>
        </a:p>
      </dgm:t>
    </dgm:pt>
    <dgm:pt modelId="{EBA91250-CC4E-4ADF-B5E3-29ED76062B13}" type="parTrans" cxnId="{C8DFF81D-4626-4D8C-BC83-B4D137F1AD0E}">
      <dgm:prSet/>
      <dgm:spPr/>
      <dgm:t>
        <a:bodyPr/>
        <a:lstStyle/>
        <a:p>
          <a:endParaRPr lang="ru-RU"/>
        </a:p>
      </dgm:t>
    </dgm:pt>
    <dgm:pt modelId="{003B1B15-185D-4742-BB75-7B4E92978E4C}" type="sibTrans" cxnId="{C8DFF81D-4626-4D8C-BC83-B4D137F1AD0E}">
      <dgm:prSet/>
      <dgm:spPr/>
      <dgm:t>
        <a:bodyPr/>
        <a:lstStyle/>
        <a:p>
          <a:endParaRPr lang="ru-RU"/>
        </a:p>
      </dgm:t>
    </dgm:pt>
    <dgm:pt modelId="{170F776F-0F4C-4EA0-A90E-B29A2EDB48F3}">
      <dgm:prSet phldrT="[Текст]"/>
      <dgm:spPr/>
      <dgm:t>
        <a:bodyPr/>
        <a:lstStyle/>
        <a:p>
          <a:r>
            <a:rPr lang="ru-RU" dirty="0"/>
            <a:t>однопользовательские</a:t>
          </a:r>
        </a:p>
      </dgm:t>
    </dgm:pt>
    <dgm:pt modelId="{09BD679B-59C0-47B2-BCB4-8EC5ADA6EB2C}" type="parTrans" cxnId="{B21382FE-9D7A-4083-9132-F9AD48B1F9E9}">
      <dgm:prSet/>
      <dgm:spPr/>
      <dgm:t>
        <a:bodyPr/>
        <a:lstStyle/>
        <a:p>
          <a:endParaRPr lang="ru-RU"/>
        </a:p>
      </dgm:t>
    </dgm:pt>
    <dgm:pt modelId="{9C3D6C26-EE83-44C4-AB4D-80DB2070815A}" type="sibTrans" cxnId="{B21382FE-9D7A-4083-9132-F9AD48B1F9E9}">
      <dgm:prSet/>
      <dgm:spPr/>
      <dgm:t>
        <a:bodyPr/>
        <a:lstStyle/>
        <a:p>
          <a:endParaRPr lang="ru-RU"/>
        </a:p>
      </dgm:t>
    </dgm:pt>
    <dgm:pt modelId="{B3777252-CFF3-4639-8657-CD59D4E77A1F}">
      <dgm:prSet phldrT="[Текст]"/>
      <dgm:spPr/>
      <dgm:t>
        <a:bodyPr/>
        <a:lstStyle/>
        <a:p>
          <a:r>
            <a:rPr lang="ru-RU" dirty="0"/>
            <a:t>групповые</a:t>
          </a:r>
        </a:p>
      </dgm:t>
    </dgm:pt>
    <dgm:pt modelId="{24B8B37D-2E24-4DA0-9772-5E63E011DDB6}" type="parTrans" cxnId="{EF3A5404-D2EF-4A20-9B29-EA3196B88BBB}">
      <dgm:prSet/>
      <dgm:spPr/>
      <dgm:t>
        <a:bodyPr/>
        <a:lstStyle/>
        <a:p>
          <a:endParaRPr lang="ru-RU"/>
        </a:p>
      </dgm:t>
    </dgm:pt>
    <dgm:pt modelId="{C19BADAC-B122-4EEC-87C6-96C4E83D1692}" type="sibTrans" cxnId="{EF3A5404-D2EF-4A20-9B29-EA3196B88BBB}">
      <dgm:prSet/>
      <dgm:spPr/>
      <dgm:t>
        <a:bodyPr/>
        <a:lstStyle/>
        <a:p>
          <a:endParaRPr lang="ru-RU"/>
        </a:p>
      </dgm:t>
    </dgm:pt>
    <dgm:pt modelId="{C38E1C42-C7A8-4199-8C12-87A409CD95FA}">
      <dgm:prSet phldrT="[Текст]"/>
      <dgm:spPr/>
      <dgm:t>
        <a:bodyPr/>
        <a:lstStyle/>
        <a:p>
          <a:r>
            <a:rPr lang="ru-RU" dirty="0"/>
            <a:t>корпоративные</a:t>
          </a:r>
        </a:p>
      </dgm:t>
    </dgm:pt>
    <dgm:pt modelId="{62361230-FCAE-41DB-B2D8-2BBC9B3BBED1}" type="parTrans" cxnId="{4741466B-68A8-4786-8123-3DDE74EC1D0C}">
      <dgm:prSet/>
      <dgm:spPr/>
      <dgm:t>
        <a:bodyPr/>
        <a:lstStyle/>
        <a:p>
          <a:endParaRPr lang="ru-RU"/>
        </a:p>
      </dgm:t>
    </dgm:pt>
    <dgm:pt modelId="{EF22E292-C461-4945-94DC-3BA7E09C2C5D}" type="sibTrans" cxnId="{4741466B-68A8-4786-8123-3DDE74EC1D0C}">
      <dgm:prSet/>
      <dgm:spPr/>
      <dgm:t>
        <a:bodyPr/>
        <a:lstStyle/>
        <a:p>
          <a:endParaRPr lang="ru-RU"/>
        </a:p>
      </dgm:t>
    </dgm:pt>
    <dgm:pt modelId="{4E5322AE-78FC-4B24-9281-659D7D2D5FF9}" type="pres">
      <dgm:prSet presAssocID="{BD4B7C2B-75F8-4996-9384-CB5E2E6AAE4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F8B671E-28C8-4548-A4EB-742FBCD3B89D}" type="pres">
      <dgm:prSet presAssocID="{8A56D36D-F83B-4A42-B7BF-734D0CF97262}" presName="root1" presStyleCnt="0"/>
      <dgm:spPr/>
    </dgm:pt>
    <dgm:pt modelId="{EF488796-FE1B-4D7F-9D3E-328142C0B428}" type="pres">
      <dgm:prSet presAssocID="{8A56D36D-F83B-4A42-B7BF-734D0CF97262}" presName="LevelOneTextNode" presStyleLbl="node0" presStyleIdx="0" presStyleCnt="1" custScaleX="69407" custScaleY="6922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AE755C1-D496-4A97-A127-7A7181BD938A}" type="pres">
      <dgm:prSet presAssocID="{8A56D36D-F83B-4A42-B7BF-734D0CF97262}" presName="level2hierChild" presStyleCnt="0"/>
      <dgm:spPr/>
    </dgm:pt>
    <dgm:pt modelId="{180D991D-5188-46D3-9741-63080043A7D9}" type="pres">
      <dgm:prSet presAssocID="{09BD679B-59C0-47B2-BCB4-8EC5ADA6EB2C}" presName="conn2-1" presStyleLbl="parChTrans1D2" presStyleIdx="0" presStyleCnt="3"/>
      <dgm:spPr/>
      <dgm:t>
        <a:bodyPr/>
        <a:lstStyle/>
        <a:p>
          <a:endParaRPr lang="ru-RU"/>
        </a:p>
      </dgm:t>
    </dgm:pt>
    <dgm:pt modelId="{B4BB0361-9719-40FF-B577-A80DF2082997}" type="pres">
      <dgm:prSet presAssocID="{09BD679B-59C0-47B2-BCB4-8EC5ADA6EB2C}" presName="connTx" presStyleLbl="parChTrans1D2" presStyleIdx="0" presStyleCnt="3"/>
      <dgm:spPr/>
      <dgm:t>
        <a:bodyPr/>
        <a:lstStyle/>
        <a:p>
          <a:endParaRPr lang="ru-RU"/>
        </a:p>
      </dgm:t>
    </dgm:pt>
    <dgm:pt modelId="{60C3DF76-5751-41F8-8787-19ED329D6344}" type="pres">
      <dgm:prSet presAssocID="{170F776F-0F4C-4EA0-A90E-B29A2EDB48F3}" presName="root2" presStyleCnt="0"/>
      <dgm:spPr/>
    </dgm:pt>
    <dgm:pt modelId="{316FE915-2B7B-40E1-BDA2-53A0EF0ED6AB}" type="pres">
      <dgm:prSet presAssocID="{170F776F-0F4C-4EA0-A90E-B29A2EDB48F3}" presName="LevelTwoTextNode" presStyleLbl="node2" presStyleIdx="0" presStyleCnt="3" custScaleX="75757" custLinFactNeighborX="-7867" custLinFactNeighborY="-1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93FDB8B-C102-4300-901E-4F6EACC1768E}" type="pres">
      <dgm:prSet presAssocID="{170F776F-0F4C-4EA0-A90E-B29A2EDB48F3}" presName="level3hierChild" presStyleCnt="0"/>
      <dgm:spPr/>
    </dgm:pt>
    <dgm:pt modelId="{1C0B8219-5EAC-4E32-A5A0-A22194F6971E}" type="pres">
      <dgm:prSet presAssocID="{24B8B37D-2E24-4DA0-9772-5E63E011DDB6}" presName="conn2-1" presStyleLbl="parChTrans1D2" presStyleIdx="1" presStyleCnt="3"/>
      <dgm:spPr/>
      <dgm:t>
        <a:bodyPr/>
        <a:lstStyle/>
        <a:p>
          <a:endParaRPr lang="ru-RU"/>
        </a:p>
      </dgm:t>
    </dgm:pt>
    <dgm:pt modelId="{E2C1C0C4-D4CE-4DF0-A736-401591CEFF4C}" type="pres">
      <dgm:prSet presAssocID="{24B8B37D-2E24-4DA0-9772-5E63E011DDB6}" presName="connTx" presStyleLbl="parChTrans1D2" presStyleIdx="1" presStyleCnt="3"/>
      <dgm:spPr/>
      <dgm:t>
        <a:bodyPr/>
        <a:lstStyle/>
        <a:p>
          <a:endParaRPr lang="ru-RU"/>
        </a:p>
      </dgm:t>
    </dgm:pt>
    <dgm:pt modelId="{C5ED5387-5297-4140-954E-118DF54C719B}" type="pres">
      <dgm:prSet presAssocID="{B3777252-CFF3-4639-8657-CD59D4E77A1F}" presName="root2" presStyleCnt="0"/>
      <dgm:spPr/>
    </dgm:pt>
    <dgm:pt modelId="{C139DF0F-AC48-4E24-B92E-9A41C4A23514}" type="pres">
      <dgm:prSet presAssocID="{B3777252-CFF3-4639-8657-CD59D4E77A1F}" presName="LevelTwoTextNode" presStyleLbl="node2" presStyleIdx="1" presStyleCnt="3" custScaleX="75757" custLinFactNeighborX="-7867" custLinFactNeighborY="-1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E586F5-98E7-4EBC-9939-0ED4F04A53FA}" type="pres">
      <dgm:prSet presAssocID="{B3777252-CFF3-4639-8657-CD59D4E77A1F}" presName="level3hierChild" presStyleCnt="0"/>
      <dgm:spPr/>
    </dgm:pt>
    <dgm:pt modelId="{9040E891-2760-4B85-9C9A-3888EFB6D6CD}" type="pres">
      <dgm:prSet presAssocID="{62361230-FCAE-41DB-B2D8-2BBC9B3BBED1}" presName="conn2-1" presStyleLbl="parChTrans1D2" presStyleIdx="2" presStyleCnt="3"/>
      <dgm:spPr/>
      <dgm:t>
        <a:bodyPr/>
        <a:lstStyle/>
        <a:p>
          <a:endParaRPr lang="ru-RU"/>
        </a:p>
      </dgm:t>
    </dgm:pt>
    <dgm:pt modelId="{DDF47708-C5EB-4916-B5B2-2D42CCEFABC6}" type="pres">
      <dgm:prSet presAssocID="{62361230-FCAE-41DB-B2D8-2BBC9B3BBED1}" presName="connTx" presStyleLbl="parChTrans1D2" presStyleIdx="2" presStyleCnt="3"/>
      <dgm:spPr/>
      <dgm:t>
        <a:bodyPr/>
        <a:lstStyle/>
        <a:p>
          <a:endParaRPr lang="ru-RU"/>
        </a:p>
      </dgm:t>
    </dgm:pt>
    <dgm:pt modelId="{C42F6324-434F-4C4F-9FD0-18DE8FE4768B}" type="pres">
      <dgm:prSet presAssocID="{C38E1C42-C7A8-4199-8C12-87A409CD95FA}" presName="root2" presStyleCnt="0"/>
      <dgm:spPr/>
    </dgm:pt>
    <dgm:pt modelId="{A2E66482-1472-4DC7-B340-47DC5160D56C}" type="pres">
      <dgm:prSet presAssocID="{C38E1C42-C7A8-4199-8C12-87A409CD95FA}" presName="LevelTwoTextNode" presStyleLbl="node2" presStyleIdx="2" presStyleCnt="3" custScaleX="75757" custLinFactNeighborX="-7867" custLinFactNeighborY="-1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8B321B0-BEDB-4A78-A42D-EFD5316C1BEC}" type="pres">
      <dgm:prSet presAssocID="{C38E1C42-C7A8-4199-8C12-87A409CD95FA}" presName="level3hierChild" presStyleCnt="0"/>
      <dgm:spPr/>
    </dgm:pt>
  </dgm:ptLst>
  <dgm:cxnLst>
    <dgm:cxn modelId="{3E720B15-BCAE-49AC-AB66-3876897DE41C}" type="presOf" srcId="{62361230-FCAE-41DB-B2D8-2BBC9B3BBED1}" destId="{9040E891-2760-4B85-9C9A-3888EFB6D6CD}" srcOrd="0" destOrd="0" presId="urn:microsoft.com/office/officeart/2008/layout/HorizontalMultiLevelHierarchy"/>
    <dgm:cxn modelId="{C0F9F251-9053-4815-8986-4CD49420A4C6}" type="presOf" srcId="{09BD679B-59C0-47B2-BCB4-8EC5ADA6EB2C}" destId="{180D991D-5188-46D3-9741-63080043A7D9}" srcOrd="0" destOrd="0" presId="urn:microsoft.com/office/officeart/2008/layout/HorizontalMultiLevelHierarchy"/>
    <dgm:cxn modelId="{4741466B-68A8-4786-8123-3DDE74EC1D0C}" srcId="{8A56D36D-F83B-4A42-B7BF-734D0CF97262}" destId="{C38E1C42-C7A8-4199-8C12-87A409CD95FA}" srcOrd="2" destOrd="0" parTransId="{62361230-FCAE-41DB-B2D8-2BBC9B3BBED1}" sibTransId="{EF22E292-C461-4945-94DC-3BA7E09C2C5D}"/>
    <dgm:cxn modelId="{B08B6EAD-6926-48B3-B232-635645B9C29C}" type="presOf" srcId="{8A56D36D-F83B-4A42-B7BF-734D0CF97262}" destId="{EF488796-FE1B-4D7F-9D3E-328142C0B428}" srcOrd="0" destOrd="0" presId="urn:microsoft.com/office/officeart/2008/layout/HorizontalMultiLevelHierarchy"/>
    <dgm:cxn modelId="{EF3A5404-D2EF-4A20-9B29-EA3196B88BBB}" srcId="{8A56D36D-F83B-4A42-B7BF-734D0CF97262}" destId="{B3777252-CFF3-4639-8657-CD59D4E77A1F}" srcOrd="1" destOrd="0" parTransId="{24B8B37D-2E24-4DA0-9772-5E63E011DDB6}" sibTransId="{C19BADAC-B122-4EEC-87C6-96C4E83D1692}"/>
    <dgm:cxn modelId="{A025B6AA-2D4D-4B2A-B75D-BADC202268D3}" type="presOf" srcId="{24B8B37D-2E24-4DA0-9772-5E63E011DDB6}" destId="{1C0B8219-5EAC-4E32-A5A0-A22194F6971E}" srcOrd="0" destOrd="0" presId="urn:microsoft.com/office/officeart/2008/layout/HorizontalMultiLevelHierarchy"/>
    <dgm:cxn modelId="{44EDFB9D-3006-41AF-A9BE-5C2992A33F78}" type="presOf" srcId="{62361230-FCAE-41DB-B2D8-2BBC9B3BBED1}" destId="{DDF47708-C5EB-4916-B5B2-2D42CCEFABC6}" srcOrd="1" destOrd="0" presId="urn:microsoft.com/office/officeart/2008/layout/HorizontalMultiLevelHierarchy"/>
    <dgm:cxn modelId="{B21382FE-9D7A-4083-9132-F9AD48B1F9E9}" srcId="{8A56D36D-F83B-4A42-B7BF-734D0CF97262}" destId="{170F776F-0F4C-4EA0-A90E-B29A2EDB48F3}" srcOrd="0" destOrd="0" parTransId="{09BD679B-59C0-47B2-BCB4-8EC5ADA6EB2C}" sibTransId="{9C3D6C26-EE83-44C4-AB4D-80DB2070815A}"/>
    <dgm:cxn modelId="{C8DFF81D-4626-4D8C-BC83-B4D137F1AD0E}" srcId="{BD4B7C2B-75F8-4996-9384-CB5E2E6AAE47}" destId="{8A56D36D-F83B-4A42-B7BF-734D0CF97262}" srcOrd="0" destOrd="0" parTransId="{EBA91250-CC4E-4ADF-B5E3-29ED76062B13}" sibTransId="{003B1B15-185D-4742-BB75-7B4E92978E4C}"/>
    <dgm:cxn modelId="{4087B2BC-069D-47D6-8F64-978579247523}" type="presOf" srcId="{24B8B37D-2E24-4DA0-9772-5E63E011DDB6}" destId="{E2C1C0C4-D4CE-4DF0-A736-401591CEFF4C}" srcOrd="1" destOrd="0" presId="urn:microsoft.com/office/officeart/2008/layout/HorizontalMultiLevelHierarchy"/>
    <dgm:cxn modelId="{89CD183B-D1D6-461F-9F18-4B15B5400A7B}" type="presOf" srcId="{170F776F-0F4C-4EA0-A90E-B29A2EDB48F3}" destId="{316FE915-2B7B-40E1-BDA2-53A0EF0ED6AB}" srcOrd="0" destOrd="0" presId="urn:microsoft.com/office/officeart/2008/layout/HorizontalMultiLevelHierarchy"/>
    <dgm:cxn modelId="{2C8D1BB3-91AF-43D3-BB99-3F113E0D6450}" type="presOf" srcId="{BD4B7C2B-75F8-4996-9384-CB5E2E6AAE47}" destId="{4E5322AE-78FC-4B24-9281-659D7D2D5FF9}" srcOrd="0" destOrd="0" presId="urn:microsoft.com/office/officeart/2008/layout/HorizontalMultiLevelHierarchy"/>
    <dgm:cxn modelId="{C27E0DFB-0D9F-43E6-8BB8-BD6AF02CE7FE}" type="presOf" srcId="{09BD679B-59C0-47B2-BCB4-8EC5ADA6EB2C}" destId="{B4BB0361-9719-40FF-B577-A80DF2082997}" srcOrd="1" destOrd="0" presId="urn:microsoft.com/office/officeart/2008/layout/HorizontalMultiLevelHierarchy"/>
    <dgm:cxn modelId="{4A39BEB8-6D42-4209-BC6F-4952838A1862}" type="presOf" srcId="{C38E1C42-C7A8-4199-8C12-87A409CD95FA}" destId="{A2E66482-1472-4DC7-B340-47DC5160D56C}" srcOrd="0" destOrd="0" presId="urn:microsoft.com/office/officeart/2008/layout/HorizontalMultiLevelHierarchy"/>
    <dgm:cxn modelId="{F7AC4506-9D37-4487-A39D-D5FC0433D50C}" type="presOf" srcId="{B3777252-CFF3-4639-8657-CD59D4E77A1F}" destId="{C139DF0F-AC48-4E24-B92E-9A41C4A23514}" srcOrd="0" destOrd="0" presId="urn:microsoft.com/office/officeart/2008/layout/HorizontalMultiLevelHierarchy"/>
    <dgm:cxn modelId="{BE00ED37-86DF-4CDD-9494-6BFECAAC685F}" type="presParOf" srcId="{4E5322AE-78FC-4B24-9281-659D7D2D5FF9}" destId="{2F8B671E-28C8-4548-A4EB-742FBCD3B89D}" srcOrd="0" destOrd="0" presId="urn:microsoft.com/office/officeart/2008/layout/HorizontalMultiLevelHierarchy"/>
    <dgm:cxn modelId="{1C8F66D0-D35E-4C1D-B258-884F4ACBE5B7}" type="presParOf" srcId="{2F8B671E-28C8-4548-A4EB-742FBCD3B89D}" destId="{EF488796-FE1B-4D7F-9D3E-328142C0B428}" srcOrd="0" destOrd="0" presId="urn:microsoft.com/office/officeart/2008/layout/HorizontalMultiLevelHierarchy"/>
    <dgm:cxn modelId="{53D8FD65-FC23-47ED-9A37-BA26F2385E03}" type="presParOf" srcId="{2F8B671E-28C8-4548-A4EB-742FBCD3B89D}" destId="{9AE755C1-D496-4A97-A127-7A7181BD938A}" srcOrd="1" destOrd="0" presId="urn:microsoft.com/office/officeart/2008/layout/HorizontalMultiLevelHierarchy"/>
    <dgm:cxn modelId="{9D64971B-7B55-46E6-BC10-BABC304AB9C6}" type="presParOf" srcId="{9AE755C1-D496-4A97-A127-7A7181BD938A}" destId="{180D991D-5188-46D3-9741-63080043A7D9}" srcOrd="0" destOrd="0" presId="urn:microsoft.com/office/officeart/2008/layout/HorizontalMultiLevelHierarchy"/>
    <dgm:cxn modelId="{D2C864D7-ACB1-4AFE-8D0A-AF5D8EF836B4}" type="presParOf" srcId="{180D991D-5188-46D3-9741-63080043A7D9}" destId="{B4BB0361-9719-40FF-B577-A80DF2082997}" srcOrd="0" destOrd="0" presId="urn:microsoft.com/office/officeart/2008/layout/HorizontalMultiLevelHierarchy"/>
    <dgm:cxn modelId="{FD7287CF-A953-4116-A84F-CDCBA9CC3634}" type="presParOf" srcId="{9AE755C1-D496-4A97-A127-7A7181BD938A}" destId="{60C3DF76-5751-41F8-8787-19ED329D6344}" srcOrd="1" destOrd="0" presId="urn:microsoft.com/office/officeart/2008/layout/HorizontalMultiLevelHierarchy"/>
    <dgm:cxn modelId="{73FF40BB-DCDA-41A1-93A0-4EA438ED197A}" type="presParOf" srcId="{60C3DF76-5751-41F8-8787-19ED329D6344}" destId="{316FE915-2B7B-40E1-BDA2-53A0EF0ED6AB}" srcOrd="0" destOrd="0" presId="urn:microsoft.com/office/officeart/2008/layout/HorizontalMultiLevelHierarchy"/>
    <dgm:cxn modelId="{18549630-2E3F-41EE-8C19-27D5080FF154}" type="presParOf" srcId="{60C3DF76-5751-41F8-8787-19ED329D6344}" destId="{B93FDB8B-C102-4300-901E-4F6EACC1768E}" srcOrd="1" destOrd="0" presId="urn:microsoft.com/office/officeart/2008/layout/HorizontalMultiLevelHierarchy"/>
    <dgm:cxn modelId="{6F719856-A9D5-4C53-A2C6-113CEB851C00}" type="presParOf" srcId="{9AE755C1-D496-4A97-A127-7A7181BD938A}" destId="{1C0B8219-5EAC-4E32-A5A0-A22194F6971E}" srcOrd="2" destOrd="0" presId="urn:microsoft.com/office/officeart/2008/layout/HorizontalMultiLevelHierarchy"/>
    <dgm:cxn modelId="{36CFFBCF-362E-4F36-9EAD-B399B11EB5A6}" type="presParOf" srcId="{1C0B8219-5EAC-4E32-A5A0-A22194F6971E}" destId="{E2C1C0C4-D4CE-4DF0-A736-401591CEFF4C}" srcOrd="0" destOrd="0" presId="urn:microsoft.com/office/officeart/2008/layout/HorizontalMultiLevelHierarchy"/>
    <dgm:cxn modelId="{A968DBD6-FBA9-46D1-AAB9-27CB604AA933}" type="presParOf" srcId="{9AE755C1-D496-4A97-A127-7A7181BD938A}" destId="{C5ED5387-5297-4140-954E-118DF54C719B}" srcOrd="3" destOrd="0" presId="urn:microsoft.com/office/officeart/2008/layout/HorizontalMultiLevelHierarchy"/>
    <dgm:cxn modelId="{288C651B-1B8B-41EC-A425-8EC82358AAF6}" type="presParOf" srcId="{C5ED5387-5297-4140-954E-118DF54C719B}" destId="{C139DF0F-AC48-4E24-B92E-9A41C4A23514}" srcOrd="0" destOrd="0" presId="urn:microsoft.com/office/officeart/2008/layout/HorizontalMultiLevelHierarchy"/>
    <dgm:cxn modelId="{6C6DB44A-CD62-408A-9E22-67A80A1BF923}" type="presParOf" srcId="{C5ED5387-5297-4140-954E-118DF54C719B}" destId="{03E586F5-98E7-4EBC-9939-0ED4F04A53FA}" srcOrd="1" destOrd="0" presId="urn:microsoft.com/office/officeart/2008/layout/HorizontalMultiLevelHierarchy"/>
    <dgm:cxn modelId="{6FCEB033-4BD9-44C8-8F1B-14A6FBC2E346}" type="presParOf" srcId="{9AE755C1-D496-4A97-A127-7A7181BD938A}" destId="{9040E891-2760-4B85-9C9A-3888EFB6D6CD}" srcOrd="4" destOrd="0" presId="urn:microsoft.com/office/officeart/2008/layout/HorizontalMultiLevelHierarchy"/>
    <dgm:cxn modelId="{4C6A433C-B397-4C64-BEB3-4443DA231316}" type="presParOf" srcId="{9040E891-2760-4B85-9C9A-3888EFB6D6CD}" destId="{DDF47708-C5EB-4916-B5B2-2D42CCEFABC6}" srcOrd="0" destOrd="0" presId="urn:microsoft.com/office/officeart/2008/layout/HorizontalMultiLevelHierarchy"/>
    <dgm:cxn modelId="{9927218E-D104-4888-A4C7-605B4980EEF7}" type="presParOf" srcId="{9AE755C1-D496-4A97-A127-7A7181BD938A}" destId="{C42F6324-434F-4C4F-9FD0-18DE8FE4768B}" srcOrd="5" destOrd="0" presId="urn:microsoft.com/office/officeart/2008/layout/HorizontalMultiLevelHierarchy"/>
    <dgm:cxn modelId="{EE3F618F-A733-4970-9D29-00DA67BFFE92}" type="presParOf" srcId="{C42F6324-434F-4C4F-9FD0-18DE8FE4768B}" destId="{A2E66482-1472-4DC7-B340-47DC5160D56C}" srcOrd="0" destOrd="0" presId="urn:microsoft.com/office/officeart/2008/layout/HorizontalMultiLevelHierarchy"/>
    <dgm:cxn modelId="{E901268D-CCD9-46CB-BCAF-19C7E944C81A}" type="presParOf" srcId="{C42F6324-434F-4C4F-9FD0-18DE8FE4768B}" destId="{98B321B0-BEDB-4A78-A42D-EFD5316C1BE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4B7C2B-75F8-4996-9384-CB5E2E6AAE4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56D36D-F83B-4A42-B7BF-734D0CF97262}">
      <dgm:prSet phldrT="[Текст]"/>
      <dgm:spPr/>
      <dgm:t>
        <a:bodyPr/>
        <a:lstStyle/>
        <a:p>
          <a:r>
            <a:rPr lang="ru-RU" dirty="0"/>
            <a:t>По архитектуре</a:t>
          </a:r>
        </a:p>
      </dgm:t>
    </dgm:pt>
    <dgm:pt modelId="{EBA91250-CC4E-4ADF-B5E3-29ED76062B13}" type="parTrans" cxnId="{C8DFF81D-4626-4D8C-BC83-B4D137F1AD0E}">
      <dgm:prSet/>
      <dgm:spPr/>
      <dgm:t>
        <a:bodyPr/>
        <a:lstStyle/>
        <a:p>
          <a:endParaRPr lang="ru-RU"/>
        </a:p>
      </dgm:t>
    </dgm:pt>
    <dgm:pt modelId="{003B1B15-185D-4742-BB75-7B4E92978E4C}" type="sibTrans" cxnId="{C8DFF81D-4626-4D8C-BC83-B4D137F1AD0E}">
      <dgm:prSet/>
      <dgm:spPr/>
      <dgm:t>
        <a:bodyPr/>
        <a:lstStyle/>
        <a:p>
          <a:endParaRPr lang="ru-RU"/>
        </a:p>
      </dgm:t>
    </dgm:pt>
    <dgm:pt modelId="{170F776F-0F4C-4EA0-A90E-B29A2EDB48F3}">
      <dgm:prSet phldrT="[Текст]"/>
      <dgm:spPr/>
      <dgm:t>
        <a:bodyPr/>
        <a:lstStyle/>
        <a:p>
          <a:r>
            <a:rPr lang="ru-RU" dirty="0"/>
            <a:t>Файл-сервер</a:t>
          </a:r>
        </a:p>
      </dgm:t>
    </dgm:pt>
    <dgm:pt modelId="{09BD679B-59C0-47B2-BCB4-8EC5ADA6EB2C}" type="parTrans" cxnId="{B21382FE-9D7A-4083-9132-F9AD48B1F9E9}">
      <dgm:prSet/>
      <dgm:spPr/>
      <dgm:t>
        <a:bodyPr/>
        <a:lstStyle/>
        <a:p>
          <a:endParaRPr lang="ru-RU"/>
        </a:p>
      </dgm:t>
    </dgm:pt>
    <dgm:pt modelId="{9C3D6C26-EE83-44C4-AB4D-80DB2070815A}" type="sibTrans" cxnId="{B21382FE-9D7A-4083-9132-F9AD48B1F9E9}">
      <dgm:prSet/>
      <dgm:spPr/>
      <dgm:t>
        <a:bodyPr/>
        <a:lstStyle/>
        <a:p>
          <a:endParaRPr lang="ru-RU"/>
        </a:p>
      </dgm:t>
    </dgm:pt>
    <dgm:pt modelId="{B3777252-CFF3-4639-8657-CD59D4E77A1F}">
      <dgm:prSet phldrT="[Текст]"/>
      <dgm:spPr/>
      <dgm:t>
        <a:bodyPr/>
        <a:lstStyle/>
        <a:p>
          <a:r>
            <a:rPr lang="ru-RU" dirty="0"/>
            <a:t>Клиент-сервер</a:t>
          </a:r>
        </a:p>
      </dgm:t>
    </dgm:pt>
    <dgm:pt modelId="{24B8B37D-2E24-4DA0-9772-5E63E011DDB6}" type="parTrans" cxnId="{EF3A5404-D2EF-4A20-9B29-EA3196B88BBB}">
      <dgm:prSet/>
      <dgm:spPr/>
      <dgm:t>
        <a:bodyPr/>
        <a:lstStyle/>
        <a:p>
          <a:endParaRPr lang="ru-RU"/>
        </a:p>
      </dgm:t>
    </dgm:pt>
    <dgm:pt modelId="{C19BADAC-B122-4EEC-87C6-96C4E83D1692}" type="sibTrans" cxnId="{EF3A5404-D2EF-4A20-9B29-EA3196B88BBB}">
      <dgm:prSet/>
      <dgm:spPr/>
      <dgm:t>
        <a:bodyPr/>
        <a:lstStyle/>
        <a:p>
          <a:endParaRPr lang="ru-RU"/>
        </a:p>
      </dgm:t>
    </dgm:pt>
    <dgm:pt modelId="{0FA5201D-3647-4971-9EBC-C5B084DF50C9}">
      <dgm:prSet/>
      <dgm:spPr/>
      <dgm:t>
        <a:bodyPr/>
        <a:lstStyle/>
        <a:p>
          <a:r>
            <a:rPr lang="ru-RU" dirty="0"/>
            <a:t>«Тонкий» клиент</a:t>
          </a:r>
        </a:p>
      </dgm:t>
    </dgm:pt>
    <dgm:pt modelId="{73348B5C-409A-45B5-BD11-77E9568B0AEE}" type="parTrans" cxnId="{39C59CA0-E6BA-4AE8-A232-98FE23401475}">
      <dgm:prSet/>
      <dgm:spPr/>
      <dgm:t>
        <a:bodyPr/>
        <a:lstStyle/>
        <a:p>
          <a:endParaRPr lang="ru-RU"/>
        </a:p>
      </dgm:t>
    </dgm:pt>
    <dgm:pt modelId="{B9D4250E-B84B-49B0-BFD2-230A357B0FFB}" type="sibTrans" cxnId="{39C59CA0-E6BA-4AE8-A232-98FE23401475}">
      <dgm:prSet/>
      <dgm:spPr/>
      <dgm:t>
        <a:bodyPr/>
        <a:lstStyle/>
        <a:p>
          <a:endParaRPr lang="ru-RU"/>
        </a:p>
      </dgm:t>
    </dgm:pt>
    <dgm:pt modelId="{F2A1EEAD-C339-41E6-AE9D-D274A89103F0}">
      <dgm:prSet/>
      <dgm:spPr/>
      <dgm:t>
        <a:bodyPr/>
        <a:lstStyle/>
        <a:p>
          <a:r>
            <a:rPr lang="ru-RU" dirty="0"/>
            <a:t>«Толстый» клиент</a:t>
          </a:r>
        </a:p>
      </dgm:t>
    </dgm:pt>
    <dgm:pt modelId="{D39EC3EE-AAC9-4A03-A6ED-10257FF8D9EE}" type="parTrans" cxnId="{66C1AE05-37B3-40FC-80FD-88A320D3CBC5}">
      <dgm:prSet/>
      <dgm:spPr/>
      <dgm:t>
        <a:bodyPr/>
        <a:lstStyle/>
        <a:p>
          <a:endParaRPr lang="ru-RU"/>
        </a:p>
      </dgm:t>
    </dgm:pt>
    <dgm:pt modelId="{9F483702-0424-47F6-8BB9-2B2620DED574}" type="sibTrans" cxnId="{66C1AE05-37B3-40FC-80FD-88A320D3CBC5}">
      <dgm:prSet/>
      <dgm:spPr/>
      <dgm:t>
        <a:bodyPr/>
        <a:lstStyle/>
        <a:p>
          <a:endParaRPr lang="ru-RU"/>
        </a:p>
      </dgm:t>
    </dgm:pt>
    <dgm:pt modelId="{2DA184B6-336F-4B2B-A4CB-7E03E8524B91}">
      <dgm:prSet/>
      <dgm:spPr/>
      <dgm:t>
        <a:bodyPr/>
        <a:lstStyle/>
        <a:p>
          <a:r>
            <a:rPr lang="ru-RU" dirty="0"/>
            <a:t>Трехслойная архитектура</a:t>
          </a:r>
        </a:p>
      </dgm:t>
    </dgm:pt>
    <dgm:pt modelId="{C51C8C34-33C1-415C-A16B-3350A1E40B7E}" type="parTrans" cxnId="{80DD4EFE-0E3B-42F8-91AB-64E613ACDE02}">
      <dgm:prSet/>
      <dgm:spPr/>
      <dgm:t>
        <a:bodyPr/>
        <a:lstStyle/>
        <a:p>
          <a:endParaRPr lang="ru-RU"/>
        </a:p>
      </dgm:t>
    </dgm:pt>
    <dgm:pt modelId="{6B9C109F-E3AB-4949-8892-37223962B881}" type="sibTrans" cxnId="{80DD4EFE-0E3B-42F8-91AB-64E613ACDE02}">
      <dgm:prSet/>
      <dgm:spPr/>
      <dgm:t>
        <a:bodyPr/>
        <a:lstStyle/>
        <a:p>
          <a:endParaRPr lang="ru-RU"/>
        </a:p>
      </dgm:t>
    </dgm:pt>
    <dgm:pt modelId="{923D795E-702A-45A2-815F-C817CE473A8A}">
      <dgm:prSet/>
      <dgm:spPr/>
      <dgm:t>
        <a:bodyPr/>
        <a:lstStyle/>
        <a:p>
          <a:r>
            <a:rPr lang="ru-RU" dirty="0"/>
            <a:t>Разновидность на основе </a:t>
          </a:r>
          <a:r>
            <a:rPr lang="en-US" dirty="0"/>
            <a:t>WEB-</a:t>
          </a:r>
          <a:r>
            <a:rPr lang="ru-RU" dirty="0"/>
            <a:t>технологии</a:t>
          </a:r>
        </a:p>
      </dgm:t>
    </dgm:pt>
    <dgm:pt modelId="{CD295C5C-1D64-4048-8CEE-4646F8A48E40}" type="parTrans" cxnId="{BD54BBFD-3A81-4824-AD40-B1B0D187761B}">
      <dgm:prSet/>
      <dgm:spPr/>
      <dgm:t>
        <a:bodyPr/>
        <a:lstStyle/>
        <a:p>
          <a:endParaRPr lang="ru-RU"/>
        </a:p>
      </dgm:t>
    </dgm:pt>
    <dgm:pt modelId="{CDC5A244-1C1D-42DE-8229-3B7F33A0702D}" type="sibTrans" cxnId="{BD54BBFD-3A81-4824-AD40-B1B0D187761B}">
      <dgm:prSet/>
      <dgm:spPr/>
      <dgm:t>
        <a:bodyPr/>
        <a:lstStyle/>
        <a:p>
          <a:endParaRPr lang="ru-RU"/>
        </a:p>
      </dgm:t>
    </dgm:pt>
    <dgm:pt modelId="{4E5322AE-78FC-4B24-9281-659D7D2D5FF9}" type="pres">
      <dgm:prSet presAssocID="{BD4B7C2B-75F8-4996-9384-CB5E2E6AAE4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F8B671E-28C8-4548-A4EB-742FBCD3B89D}" type="pres">
      <dgm:prSet presAssocID="{8A56D36D-F83B-4A42-B7BF-734D0CF97262}" presName="root1" presStyleCnt="0"/>
      <dgm:spPr/>
    </dgm:pt>
    <dgm:pt modelId="{EF488796-FE1B-4D7F-9D3E-328142C0B428}" type="pres">
      <dgm:prSet presAssocID="{8A56D36D-F83B-4A42-B7BF-734D0CF97262}" presName="LevelOneTextNode" presStyleLbl="node0" presStyleIdx="0" presStyleCnt="1" custScaleX="69407" custScaleY="69223" custLinFactX="-2043" custLinFactNeighborX="-100000" custLinFactNeighborY="44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AE755C1-D496-4A97-A127-7A7181BD938A}" type="pres">
      <dgm:prSet presAssocID="{8A56D36D-F83B-4A42-B7BF-734D0CF97262}" presName="level2hierChild" presStyleCnt="0"/>
      <dgm:spPr/>
    </dgm:pt>
    <dgm:pt modelId="{180D991D-5188-46D3-9741-63080043A7D9}" type="pres">
      <dgm:prSet presAssocID="{09BD679B-59C0-47B2-BCB4-8EC5ADA6EB2C}" presName="conn2-1" presStyleLbl="parChTrans1D2" presStyleIdx="0" presStyleCnt="3"/>
      <dgm:spPr/>
      <dgm:t>
        <a:bodyPr/>
        <a:lstStyle/>
        <a:p>
          <a:endParaRPr lang="ru-RU"/>
        </a:p>
      </dgm:t>
    </dgm:pt>
    <dgm:pt modelId="{B4BB0361-9719-40FF-B577-A80DF2082997}" type="pres">
      <dgm:prSet presAssocID="{09BD679B-59C0-47B2-BCB4-8EC5ADA6EB2C}" presName="connTx" presStyleLbl="parChTrans1D2" presStyleIdx="0" presStyleCnt="3"/>
      <dgm:spPr/>
      <dgm:t>
        <a:bodyPr/>
        <a:lstStyle/>
        <a:p>
          <a:endParaRPr lang="ru-RU"/>
        </a:p>
      </dgm:t>
    </dgm:pt>
    <dgm:pt modelId="{60C3DF76-5751-41F8-8787-19ED329D6344}" type="pres">
      <dgm:prSet presAssocID="{170F776F-0F4C-4EA0-A90E-B29A2EDB48F3}" presName="root2" presStyleCnt="0"/>
      <dgm:spPr/>
    </dgm:pt>
    <dgm:pt modelId="{316FE915-2B7B-40E1-BDA2-53A0EF0ED6AB}" type="pres">
      <dgm:prSet presAssocID="{170F776F-0F4C-4EA0-A90E-B29A2EDB48F3}" presName="LevelTwoTextNode" presStyleLbl="node2" presStyleIdx="0" presStyleCnt="3" custScaleX="75757" custLinFactNeighborX="-7867" custLinFactNeighborY="-1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93FDB8B-C102-4300-901E-4F6EACC1768E}" type="pres">
      <dgm:prSet presAssocID="{170F776F-0F4C-4EA0-A90E-B29A2EDB48F3}" presName="level3hierChild" presStyleCnt="0"/>
      <dgm:spPr/>
    </dgm:pt>
    <dgm:pt modelId="{1C0B8219-5EAC-4E32-A5A0-A22194F6971E}" type="pres">
      <dgm:prSet presAssocID="{24B8B37D-2E24-4DA0-9772-5E63E011DDB6}" presName="conn2-1" presStyleLbl="parChTrans1D2" presStyleIdx="1" presStyleCnt="3"/>
      <dgm:spPr/>
      <dgm:t>
        <a:bodyPr/>
        <a:lstStyle/>
        <a:p>
          <a:endParaRPr lang="ru-RU"/>
        </a:p>
      </dgm:t>
    </dgm:pt>
    <dgm:pt modelId="{E2C1C0C4-D4CE-4DF0-A736-401591CEFF4C}" type="pres">
      <dgm:prSet presAssocID="{24B8B37D-2E24-4DA0-9772-5E63E011DDB6}" presName="connTx" presStyleLbl="parChTrans1D2" presStyleIdx="1" presStyleCnt="3"/>
      <dgm:spPr/>
      <dgm:t>
        <a:bodyPr/>
        <a:lstStyle/>
        <a:p>
          <a:endParaRPr lang="ru-RU"/>
        </a:p>
      </dgm:t>
    </dgm:pt>
    <dgm:pt modelId="{C5ED5387-5297-4140-954E-118DF54C719B}" type="pres">
      <dgm:prSet presAssocID="{B3777252-CFF3-4639-8657-CD59D4E77A1F}" presName="root2" presStyleCnt="0"/>
      <dgm:spPr/>
    </dgm:pt>
    <dgm:pt modelId="{C139DF0F-AC48-4E24-B92E-9A41C4A23514}" type="pres">
      <dgm:prSet presAssocID="{B3777252-CFF3-4639-8657-CD59D4E77A1F}" presName="LevelTwoTextNode" presStyleLbl="node2" presStyleIdx="1" presStyleCnt="3" custScaleX="75757" custLinFactNeighborX="-10013" custLinFactNeighborY="3753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E586F5-98E7-4EBC-9939-0ED4F04A53FA}" type="pres">
      <dgm:prSet presAssocID="{B3777252-CFF3-4639-8657-CD59D4E77A1F}" presName="level3hierChild" presStyleCnt="0"/>
      <dgm:spPr/>
    </dgm:pt>
    <dgm:pt modelId="{41E4C10F-73C7-4677-A082-D5CD39D0DF4F}" type="pres">
      <dgm:prSet presAssocID="{73348B5C-409A-45B5-BD11-77E9568B0AEE}" presName="conn2-1" presStyleLbl="parChTrans1D3" presStyleIdx="0" presStyleCnt="3"/>
      <dgm:spPr/>
      <dgm:t>
        <a:bodyPr/>
        <a:lstStyle/>
        <a:p>
          <a:endParaRPr lang="ru-RU"/>
        </a:p>
      </dgm:t>
    </dgm:pt>
    <dgm:pt modelId="{5B51261D-78E3-4403-8B53-5116B3161E0D}" type="pres">
      <dgm:prSet presAssocID="{73348B5C-409A-45B5-BD11-77E9568B0AEE}" presName="connTx" presStyleLbl="parChTrans1D3" presStyleIdx="0" presStyleCnt="3"/>
      <dgm:spPr/>
      <dgm:t>
        <a:bodyPr/>
        <a:lstStyle/>
        <a:p>
          <a:endParaRPr lang="ru-RU"/>
        </a:p>
      </dgm:t>
    </dgm:pt>
    <dgm:pt modelId="{DE7CD76E-59C2-45AF-864E-B971E570B7B3}" type="pres">
      <dgm:prSet presAssocID="{0FA5201D-3647-4971-9EBC-C5B084DF50C9}" presName="root2" presStyleCnt="0"/>
      <dgm:spPr/>
    </dgm:pt>
    <dgm:pt modelId="{1E181AAF-2185-4308-93D8-D520C42D6313}" type="pres">
      <dgm:prSet presAssocID="{0FA5201D-3647-4971-9EBC-C5B084DF50C9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FE22153-8C6E-44B7-88E9-4B57BCE1A9AA}" type="pres">
      <dgm:prSet presAssocID="{0FA5201D-3647-4971-9EBC-C5B084DF50C9}" presName="level3hierChild" presStyleCnt="0"/>
      <dgm:spPr/>
    </dgm:pt>
    <dgm:pt modelId="{3CD327FA-37F6-4466-83F9-E3859386BB05}" type="pres">
      <dgm:prSet presAssocID="{D39EC3EE-AAC9-4A03-A6ED-10257FF8D9EE}" presName="conn2-1" presStyleLbl="parChTrans1D3" presStyleIdx="1" presStyleCnt="3"/>
      <dgm:spPr/>
      <dgm:t>
        <a:bodyPr/>
        <a:lstStyle/>
        <a:p>
          <a:endParaRPr lang="ru-RU"/>
        </a:p>
      </dgm:t>
    </dgm:pt>
    <dgm:pt modelId="{289F560C-ABA6-45A7-B4EE-99AD0E00FC17}" type="pres">
      <dgm:prSet presAssocID="{D39EC3EE-AAC9-4A03-A6ED-10257FF8D9EE}" presName="connTx" presStyleLbl="parChTrans1D3" presStyleIdx="1" presStyleCnt="3"/>
      <dgm:spPr/>
      <dgm:t>
        <a:bodyPr/>
        <a:lstStyle/>
        <a:p>
          <a:endParaRPr lang="ru-RU"/>
        </a:p>
      </dgm:t>
    </dgm:pt>
    <dgm:pt modelId="{DE42083A-326F-4FFE-9F2E-C12838DE454F}" type="pres">
      <dgm:prSet presAssocID="{F2A1EEAD-C339-41E6-AE9D-D274A89103F0}" presName="root2" presStyleCnt="0"/>
      <dgm:spPr/>
    </dgm:pt>
    <dgm:pt modelId="{8F4B7C75-5735-4CB9-81E0-C24CDB5A8575}" type="pres">
      <dgm:prSet presAssocID="{F2A1EEAD-C339-41E6-AE9D-D274A89103F0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C64DA78-5663-40BC-8DB7-D153AFD7BFE7}" type="pres">
      <dgm:prSet presAssocID="{F2A1EEAD-C339-41E6-AE9D-D274A89103F0}" presName="level3hierChild" presStyleCnt="0"/>
      <dgm:spPr/>
    </dgm:pt>
    <dgm:pt modelId="{EF2722B3-A399-4012-ACC9-D84DD6D190FD}" type="pres">
      <dgm:prSet presAssocID="{C51C8C34-33C1-415C-A16B-3350A1E40B7E}" presName="conn2-1" presStyleLbl="parChTrans1D2" presStyleIdx="2" presStyleCnt="3"/>
      <dgm:spPr/>
      <dgm:t>
        <a:bodyPr/>
        <a:lstStyle/>
        <a:p>
          <a:endParaRPr lang="ru-RU"/>
        </a:p>
      </dgm:t>
    </dgm:pt>
    <dgm:pt modelId="{B21407AE-300A-4D88-AE36-0116FFE8EFDE}" type="pres">
      <dgm:prSet presAssocID="{C51C8C34-33C1-415C-A16B-3350A1E40B7E}" presName="connTx" presStyleLbl="parChTrans1D2" presStyleIdx="2" presStyleCnt="3"/>
      <dgm:spPr/>
      <dgm:t>
        <a:bodyPr/>
        <a:lstStyle/>
        <a:p>
          <a:endParaRPr lang="ru-RU"/>
        </a:p>
      </dgm:t>
    </dgm:pt>
    <dgm:pt modelId="{1D2BE432-BBF6-4D7E-BDC5-9897EC69763A}" type="pres">
      <dgm:prSet presAssocID="{2DA184B6-336F-4B2B-A4CB-7E03E8524B91}" presName="root2" presStyleCnt="0"/>
      <dgm:spPr/>
    </dgm:pt>
    <dgm:pt modelId="{30AA8142-4050-4561-AC0E-5D9D4D42B934}" type="pres">
      <dgm:prSet presAssocID="{2DA184B6-336F-4B2B-A4CB-7E03E8524B91}" presName="LevelTwoTextNode" presStyleLbl="node2" presStyleIdx="2" presStyleCnt="3" custLinFactNeighborX="-8940" custLinFactNeighborY="-703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852E463-B69D-4738-B66F-D52ACACE2D0F}" type="pres">
      <dgm:prSet presAssocID="{2DA184B6-336F-4B2B-A4CB-7E03E8524B91}" presName="level3hierChild" presStyleCnt="0"/>
      <dgm:spPr/>
    </dgm:pt>
    <dgm:pt modelId="{9514775C-E012-4738-8062-1C8A00B26AE1}" type="pres">
      <dgm:prSet presAssocID="{CD295C5C-1D64-4048-8CEE-4646F8A48E40}" presName="conn2-1" presStyleLbl="parChTrans1D3" presStyleIdx="2" presStyleCnt="3"/>
      <dgm:spPr/>
      <dgm:t>
        <a:bodyPr/>
        <a:lstStyle/>
        <a:p>
          <a:endParaRPr lang="ru-RU"/>
        </a:p>
      </dgm:t>
    </dgm:pt>
    <dgm:pt modelId="{E66675F9-1C04-4A42-8D25-D0D412D2E040}" type="pres">
      <dgm:prSet presAssocID="{CD295C5C-1D64-4048-8CEE-4646F8A48E40}" presName="connTx" presStyleLbl="parChTrans1D3" presStyleIdx="2" presStyleCnt="3"/>
      <dgm:spPr/>
      <dgm:t>
        <a:bodyPr/>
        <a:lstStyle/>
        <a:p>
          <a:endParaRPr lang="ru-RU"/>
        </a:p>
      </dgm:t>
    </dgm:pt>
    <dgm:pt modelId="{19BC1D3E-C358-4F41-B1D7-AF71F0C44705}" type="pres">
      <dgm:prSet presAssocID="{923D795E-702A-45A2-815F-C817CE473A8A}" presName="root2" presStyleCnt="0"/>
      <dgm:spPr/>
    </dgm:pt>
    <dgm:pt modelId="{52F6CB49-D9E6-40D9-87E4-A0089A6129C5}" type="pres">
      <dgm:prSet presAssocID="{923D795E-702A-45A2-815F-C817CE473A8A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B40CBDB-3775-4905-93CF-61334303DE4F}" type="pres">
      <dgm:prSet presAssocID="{923D795E-702A-45A2-815F-C817CE473A8A}" presName="level3hierChild" presStyleCnt="0"/>
      <dgm:spPr/>
    </dgm:pt>
  </dgm:ptLst>
  <dgm:cxnLst>
    <dgm:cxn modelId="{C0F9F251-9053-4815-8986-4CD49420A4C6}" type="presOf" srcId="{09BD679B-59C0-47B2-BCB4-8EC5ADA6EB2C}" destId="{180D991D-5188-46D3-9741-63080043A7D9}" srcOrd="0" destOrd="0" presId="urn:microsoft.com/office/officeart/2008/layout/HorizontalMultiLevelHierarchy"/>
    <dgm:cxn modelId="{59613AE6-D9AC-417E-9791-D697220C6253}" type="presOf" srcId="{73348B5C-409A-45B5-BD11-77E9568B0AEE}" destId="{41E4C10F-73C7-4677-A082-D5CD39D0DF4F}" srcOrd="0" destOrd="0" presId="urn:microsoft.com/office/officeart/2008/layout/HorizontalMultiLevelHierarchy"/>
    <dgm:cxn modelId="{C27E0DFB-0D9F-43E6-8BB8-BD6AF02CE7FE}" type="presOf" srcId="{09BD679B-59C0-47B2-BCB4-8EC5ADA6EB2C}" destId="{B4BB0361-9719-40FF-B577-A80DF2082997}" srcOrd="1" destOrd="0" presId="urn:microsoft.com/office/officeart/2008/layout/HorizontalMultiLevelHierarchy"/>
    <dgm:cxn modelId="{DD9F2764-4642-4A26-9CB6-6CEC80B452A5}" type="presOf" srcId="{C51C8C34-33C1-415C-A16B-3350A1E40B7E}" destId="{B21407AE-300A-4D88-AE36-0116FFE8EFDE}" srcOrd="1" destOrd="0" presId="urn:microsoft.com/office/officeart/2008/layout/HorizontalMultiLevelHierarchy"/>
    <dgm:cxn modelId="{5C6F815E-5C58-4174-BD40-D5F50381842F}" type="presOf" srcId="{CD295C5C-1D64-4048-8CEE-4646F8A48E40}" destId="{E66675F9-1C04-4A42-8D25-D0D412D2E040}" srcOrd="1" destOrd="0" presId="urn:microsoft.com/office/officeart/2008/layout/HorizontalMultiLevelHierarchy"/>
    <dgm:cxn modelId="{D8372A09-8C59-48AB-AD9B-C641005F2A24}" type="presOf" srcId="{923D795E-702A-45A2-815F-C817CE473A8A}" destId="{52F6CB49-D9E6-40D9-87E4-A0089A6129C5}" srcOrd="0" destOrd="0" presId="urn:microsoft.com/office/officeart/2008/layout/HorizontalMultiLevelHierarchy"/>
    <dgm:cxn modelId="{5CC5F3C1-DD9D-4EEE-BF5A-C3EF5E99937D}" type="presOf" srcId="{D39EC3EE-AAC9-4A03-A6ED-10257FF8D9EE}" destId="{289F560C-ABA6-45A7-B4EE-99AD0E00FC17}" srcOrd="1" destOrd="0" presId="urn:microsoft.com/office/officeart/2008/layout/HorizontalMultiLevelHierarchy"/>
    <dgm:cxn modelId="{CD9048E6-4E3D-43C4-A8F1-C3601CD90058}" type="presOf" srcId="{F2A1EEAD-C339-41E6-AE9D-D274A89103F0}" destId="{8F4B7C75-5735-4CB9-81E0-C24CDB5A8575}" srcOrd="0" destOrd="0" presId="urn:microsoft.com/office/officeart/2008/layout/HorizontalMultiLevelHierarchy"/>
    <dgm:cxn modelId="{A2389C56-3BEC-4444-BBB9-2319A6BC9F71}" type="presOf" srcId="{73348B5C-409A-45B5-BD11-77E9568B0AEE}" destId="{5B51261D-78E3-4403-8B53-5116B3161E0D}" srcOrd="1" destOrd="0" presId="urn:microsoft.com/office/officeart/2008/layout/HorizontalMultiLevelHierarchy"/>
    <dgm:cxn modelId="{C8DFF81D-4626-4D8C-BC83-B4D137F1AD0E}" srcId="{BD4B7C2B-75F8-4996-9384-CB5E2E6AAE47}" destId="{8A56D36D-F83B-4A42-B7BF-734D0CF97262}" srcOrd="0" destOrd="0" parTransId="{EBA91250-CC4E-4ADF-B5E3-29ED76062B13}" sibTransId="{003B1B15-185D-4742-BB75-7B4E92978E4C}"/>
    <dgm:cxn modelId="{4087B2BC-069D-47D6-8F64-978579247523}" type="presOf" srcId="{24B8B37D-2E24-4DA0-9772-5E63E011DDB6}" destId="{E2C1C0C4-D4CE-4DF0-A736-401591CEFF4C}" srcOrd="1" destOrd="0" presId="urn:microsoft.com/office/officeart/2008/layout/HorizontalMultiLevelHierarchy"/>
    <dgm:cxn modelId="{B21382FE-9D7A-4083-9132-F9AD48B1F9E9}" srcId="{8A56D36D-F83B-4A42-B7BF-734D0CF97262}" destId="{170F776F-0F4C-4EA0-A90E-B29A2EDB48F3}" srcOrd="0" destOrd="0" parTransId="{09BD679B-59C0-47B2-BCB4-8EC5ADA6EB2C}" sibTransId="{9C3D6C26-EE83-44C4-AB4D-80DB2070815A}"/>
    <dgm:cxn modelId="{EF3A5404-D2EF-4A20-9B29-EA3196B88BBB}" srcId="{8A56D36D-F83B-4A42-B7BF-734D0CF97262}" destId="{B3777252-CFF3-4639-8657-CD59D4E77A1F}" srcOrd="1" destOrd="0" parTransId="{24B8B37D-2E24-4DA0-9772-5E63E011DDB6}" sibTransId="{C19BADAC-B122-4EEC-87C6-96C4E83D1692}"/>
    <dgm:cxn modelId="{39C59CA0-E6BA-4AE8-A232-98FE23401475}" srcId="{B3777252-CFF3-4639-8657-CD59D4E77A1F}" destId="{0FA5201D-3647-4971-9EBC-C5B084DF50C9}" srcOrd="0" destOrd="0" parTransId="{73348B5C-409A-45B5-BD11-77E9568B0AEE}" sibTransId="{B9D4250E-B84B-49B0-BFD2-230A357B0FFB}"/>
    <dgm:cxn modelId="{4D85DBF7-AA3A-4351-AD48-6BCB7F7CE069}" type="presOf" srcId="{2DA184B6-336F-4B2B-A4CB-7E03E8524B91}" destId="{30AA8142-4050-4561-AC0E-5D9D4D42B934}" srcOrd="0" destOrd="0" presId="urn:microsoft.com/office/officeart/2008/layout/HorizontalMultiLevelHierarchy"/>
    <dgm:cxn modelId="{B08B6EAD-6926-48B3-B232-635645B9C29C}" type="presOf" srcId="{8A56D36D-F83B-4A42-B7BF-734D0CF97262}" destId="{EF488796-FE1B-4D7F-9D3E-328142C0B428}" srcOrd="0" destOrd="0" presId="urn:microsoft.com/office/officeart/2008/layout/HorizontalMultiLevelHierarchy"/>
    <dgm:cxn modelId="{80DD4EFE-0E3B-42F8-91AB-64E613ACDE02}" srcId="{8A56D36D-F83B-4A42-B7BF-734D0CF97262}" destId="{2DA184B6-336F-4B2B-A4CB-7E03E8524B91}" srcOrd="2" destOrd="0" parTransId="{C51C8C34-33C1-415C-A16B-3350A1E40B7E}" sibTransId="{6B9C109F-E3AB-4949-8892-37223962B881}"/>
    <dgm:cxn modelId="{E23C74A4-9AFB-4403-A6E9-1E233C71F3D2}" type="presOf" srcId="{CD295C5C-1D64-4048-8CEE-4646F8A48E40}" destId="{9514775C-E012-4738-8062-1C8A00B26AE1}" srcOrd="0" destOrd="0" presId="urn:microsoft.com/office/officeart/2008/layout/HorizontalMultiLevelHierarchy"/>
    <dgm:cxn modelId="{1B767B56-CFC8-4E3F-A66E-51F3AC1608CD}" type="presOf" srcId="{D39EC3EE-AAC9-4A03-A6ED-10257FF8D9EE}" destId="{3CD327FA-37F6-4466-83F9-E3859386BB05}" srcOrd="0" destOrd="0" presId="urn:microsoft.com/office/officeart/2008/layout/HorizontalMultiLevelHierarchy"/>
    <dgm:cxn modelId="{BD54BBFD-3A81-4824-AD40-B1B0D187761B}" srcId="{2DA184B6-336F-4B2B-A4CB-7E03E8524B91}" destId="{923D795E-702A-45A2-815F-C817CE473A8A}" srcOrd="0" destOrd="0" parTransId="{CD295C5C-1D64-4048-8CEE-4646F8A48E40}" sibTransId="{CDC5A244-1C1D-42DE-8229-3B7F33A0702D}"/>
    <dgm:cxn modelId="{2C8D1BB3-91AF-43D3-BB99-3F113E0D6450}" type="presOf" srcId="{BD4B7C2B-75F8-4996-9384-CB5E2E6AAE47}" destId="{4E5322AE-78FC-4B24-9281-659D7D2D5FF9}" srcOrd="0" destOrd="0" presId="urn:microsoft.com/office/officeart/2008/layout/HorizontalMultiLevelHierarchy"/>
    <dgm:cxn modelId="{3EAF76EB-F3C3-435D-B44B-FCDE837BB91E}" type="presOf" srcId="{0FA5201D-3647-4971-9EBC-C5B084DF50C9}" destId="{1E181AAF-2185-4308-93D8-D520C42D6313}" srcOrd="0" destOrd="0" presId="urn:microsoft.com/office/officeart/2008/layout/HorizontalMultiLevelHierarchy"/>
    <dgm:cxn modelId="{D3C077A4-9675-4F56-9AE1-C53A7BFC8AA2}" type="presOf" srcId="{C51C8C34-33C1-415C-A16B-3350A1E40B7E}" destId="{EF2722B3-A399-4012-ACC9-D84DD6D190FD}" srcOrd="0" destOrd="0" presId="urn:microsoft.com/office/officeart/2008/layout/HorizontalMultiLevelHierarchy"/>
    <dgm:cxn modelId="{A025B6AA-2D4D-4B2A-B75D-BADC202268D3}" type="presOf" srcId="{24B8B37D-2E24-4DA0-9772-5E63E011DDB6}" destId="{1C0B8219-5EAC-4E32-A5A0-A22194F6971E}" srcOrd="0" destOrd="0" presId="urn:microsoft.com/office/officeart/2008/layout/HorizontalMultiLevelHierarchy"/>
    <dgm:cxn modelId="{F7AC4506-9D37-4487-A39D-D5FC0433D50C}" type="presOf" srcId="{B3777252-CFF3-4639-8657-CD59D4E77A1F}" destId="{C139DF0F-AC48-4E24-B92E-9A41C4A23514}" srcOrd="0" destOrd="0" presId="urn:microsoft.com/office/officeart/2008/layout/HorizontalMultiLevelHierarchy"/>
    <dgm:cxn modelId="{66C1AE05-37B3-40FC-80FD-88A320D3CBC5}" srcId="{B3777252-CFF3-4639-8657-CD59D4E77A1F}" destId="{F2A1EEAD-C339-41E6-AE9D-D274A89103F0}" srcOrd="1" destOrd="0" parTransId="{D39EC3EE-AAC9-4A03-A6ED-10257FF8D9EE}" sibTransId="{9F483702-0424-47F6-8BB9-2B2620DED574}"/>
    <dgm:cxn modelId="{89CD183B-D1D6-461F-9F18-4B15B5400A7B}" type="presOf" srcId="{170F776F-0F4C-4EA0-A90E-B29A2EDB48F3}" destId="{316FE915-2B7B-40E1-BDA2-53A0EF0ED6AB}" srcOrd="0" destOrd="0" presId="urn:microsoft.com/office/officeart/2008/layout/HorizontalMultiLevelHierarchy"/>
    <dgm:cxn modelId="{BE00ED37-86DF-4CDD-9494-6BFECAAC685F}" type="presParOf" srcId="{4E5322AE-78FC-4B24-9281-659D7D2D5FF9}" destId="{2F8B671E-28C8-4548-A4EB-742FBCD3B89D}" srcOrd="0" destOrd="0" presId="urn:microsoft.com/office/officeart/2008/layout/HorizontalMultiLevelHierarchy"/>
    <dgm:cxn modelId="{1C8F66D0-D35E-4C1D-B258-884F4ACBE5B7}" type="presParOf" srcId="{2F8B671E-28C8-4548-A4EB-742FBCD3B89D}" destId="{EF488796-FE1B-4D7F-9D3E-328142C0B428}" srcOrd="0" destOrd="0" presId="urn:microsoft.com/office/officeart/2008/layout/HorizontalMultiLevelHierarchy"/>
    <dgm:cxn modelId="{53D8FD65-FC23-47ED-9A37-BA26F2385E03}" type="presParOf" srcId="{2F8B671E-28C8-4548-A4EB-742FBCD3B89D}" destId="{9AE755C1-D496-4A97-A127-7A7181BD938A}" srcOrd="1" destOrd="0" presId="urn:microsoft.com/office/officeart/2008/layout/HorizontalMultiLevelHierarchy"/>
    <dgm:cxn modelId="{9D64971B-7B55-46E6-BC10-BABC304AB9C6}" type="presParOf" srcId="{9AE755C1-D496-4A97-A127-7A7181BD938A}" destId="{180D991D-5188-46D3-9741-63080043A7D9}" srcOrd="0" destOrd="0" presId="urn:microsoft.com/office/officeart/2008/layout/HorizontalMultiLevelHierarchy"/>
    <dgm:cxn modelId="{D2C864D7-ACB1-4AFE-8D0A-AF5D8EF836B4}" type="presParOf" srcId="{180D991D-5188-46D3-9741-63080043A7D9}" destId="{B4BB0361-9719-40FF-B577-A80DF2082997}" srcOrd="0" destOrd="0" presId="urn:microsoft.com/office/officeart/2008/layout/HorizontalMultiLevelHierarchy"/>
    <dgm:cxn modelId="{FD7287CF-A953-4116-A84F-CDCBA9CC3634}" type="presParOf" srcId="{9AE755C1-D496-4A97-A127-7A7181BD938A}" destId="{60C3DF76-5751-41F8-8787-19ED329D6344}" srcOrd="1" destOrd="0" presId="urn:microsoft.com/office/officeart/2008/layout/HorizontalMultiLevelHierarchy"/>
    <dgm:cxn modelId="{73FF40BB-DCDA-41A1-93A0-4EA438ED197A}" type="presParOf" srcId="{60C3DF76-5751-41F8-8787-19ED329D6344}" destId="{316FE915-2B7B-40E1-BDA2-53A0EF0ED6AB}" srcOrd="0" destOrd="0" presId="urn:microsoft.com/office/officeart/2008/layout/HorizontalMultiLevelHierarchy"/>
    <dgm:cxn modelId="{18549630-2E3F-41EE-8C19-27D5080FF154}" type="presParOf" srcId="{60C3DF76-5751-41F8-8787-19ED329D6344}" destId="{B93FDB8B-C102-4300-901E-4F6EACC1768E}" srcOrd="1" destOrd="0" presId="urn:microsoft.com/office/officeart/2008/layout/HorizontalMultiLevelHierarchy"/>
    <dgm:cxn modelId="{6F719856-A9D5-4C53-A2C6-113CEB851C00}" type="presParOf" srcId="{9AE755C1-D496-4A97-A127-7A7181BD938A}" destId="{1C0B8219-5EAC-4E32-A5A0-A22194F6971E}" srcOrd="2" destOrd="0" presId="urn:microsoft.com/office/officeart/2008/layout/HorizontalMultiLevelHierarchy"/>
    <dgm:cxn modelId="{36CFFBCF-362E-4F36-9EAD-B399B11EB5A6}" type="presParOf" srcId="{1C0B8219-5EAC-4E32-A5A0-A22194F6971E}" destId="{E2C1C0C4-D4CE-4DF0-A736-401591CEFF4C}" srcOrd="0" destOrd="0" presId="urn:microsoft.com/office/officeart/2008/layout/HorizontalMultiLevelHierarchy"/>
    <dgm:cxn modelId="{A968DBD6-FBA9-46D1-AAB9-27CB604AA933}" type="presParOf" srcId="{9AE755C1-D496-4A97-A127-7A7181BD938A}" destId="{C5ED5387-5297-4140-954E-118DF54C719B}" srcOrd="3" destOrd="0" presId="urn:microsoft.com/office/officeart/2008/layout/HorizontalMultiLevelHierarchy"/>
    <dgm:cxn modelId="{288C651B-1B8B-41EC-A425-8EC82358AAF6}" type="presParOf" srcId="{C5ED5387-5297-4140-954E-118DF54C719B}" destId="{C139DF0F-AC48-4E24-B92E-9A41C4A23514}" srcOrd="0" destOrd="0" presId="urn:microsoft.com/office/officeart/2008/layout/HorizontalMultiLevelHierarchy"/>
    <dgm:cxn modelId="{6C6DB44A-CD62-408A-9E22-67A80A1BF923}" type="presParOf" srcId="{C5ED5387-5297-4140-954E-118DF54C719B}" destId="{03E586F5-98E7-4EBC-9939-0ED4F04A53FA}" srcOrd="1" destOrd="0" presId="urn:microsoft.com/office/officeart/2008/layout/HorizontalMultiLevelHierarchy"/>
    <dgm:cxn modelId="{9E17F6E8-0751-4D85-BD78-F13DD0B2F396}" type="presParOf" srcId="{03E586F5-98E7-4EBC-9939-0ED4F04A53FA}" destId="{41E4C10F-73C7-4677-A082-D5CD39D0DF4F}" srcOrd="0" destOrd="0" presId="urn:microsoft.com/office/officeart/2008/layout/HorizontalMultiLevelHierarchy"/>
    <dgm:cxn modelId="{41B23372-3660-4E61-AF6D-0A389775AED7}" type="presParOf" srcId="{41E4C10F-73C7-4677-A082-D5CD39D0DF4F}" destId="{5B51261D-78E3-4403-8B53-5116B3161E0D}" srcOrd="0" destOrd="0" presId="urn:microsoft.com/office/officeart/2008/layout/HorizontalMultiLevelHierarchy"/>
    <dgm:cxn modelId="{E1AEA121-3E77-4D7C-A4A1-3905560A454D}" type="presParOf" srcId="{03E586F5-98E7-4EBC-9939-0ED4F04A53FA}" destId="{DE7CD76E-59C2-45AF-864E-B971E570B7B3}" srcOrd="1" destOrd="0" presId="urn:microsoft.com/office/officeart/2008/layout/HorizontalMultiLevelHierarchy"/>
    <dgm:cxn modelId="{AE20E473-3AF2-4AD3-B600-19030D98DD40}" type="presParOf" srcId="{DE7CD76E-59C2-45AF-864E-B971E570B7B3}" destId="{1E181AAF-2185-4308-93D8-D520C42D6313}" srcOrd="0" destOrd="0" presId="urn:microsoft.com/office/officeart/2008/layout/HorizontalMultiLevelHierarchy"/>
    <dgm:cxn modelId="{00CCA6AA-7B49-48A4-9CC0-065CC4225B82}" type="presParOf" srcId="{DE7CD76E-59C2-45AF-864E-B971E570B7B3}" destId="{6FE22153-8C6E-44B7-88E9-4B57BCE1A9AA}" srcOrd="1" destOrd="0" presId="urn:microsoft.com/office/officeart/2008/layout/HorizontalMultiLevelHierarchy"/>
    <dgm:cxn modelId="{6B0066F9-2C59-4CF2-8C21-03FFD74FD08E}" type="presParOf" srcId="{03E586F5-98E7-4EBC-9939-0ED4F04A53FA}" destId="{3CD327FA-37F6-4466-83F9-E3859386BB05}" srcOrd="2" destOrd="0" presId="urn:microsoft.com/office/officeart/2008/layout/HorizontalMultiLevelHierarchy"/>
    <dgm:cxn modelId="{89FB763B-6204-412E-9BAF-4A2B7057568E}" type="presParOf" srcId="{3CD327FA-37F6-4466-83F9-E3859386BB05}" destId="{289F560C-ABA6-45A7-B4EE-99AD0E00FC17}" srcOrd="0" destOrd="0" presId="urn:microsoft.com/office/officeart/2008/layout/HorizontalMultiLevelHierarchy"/>
    <dgm:cxn modelId="{AC8AF638-3517-4078-9AC3-1422D7AEA8D3}" type="presParOf" srcId="{03E586F5-98E7-4EBC-9939-0ED4F04A53FA}" destId="{DE42083A-326F-4FFE-9F2E-C12838DE454F}" srcOrd="3" destOrd="0" presId="urn:microsoft.com/office/officeart/2008/layout/HorizontalMultiLevelHierarchy"/>
    <dgm:cxn modelId="{5B9BCFD4-F6F6-4BB0-A2E0-A2BC81988E20}" type="presParOf" srcId="{DE42083A-326F-4FFE-9F2E-C12838DE454F}" destId="{8F4B7C75-5735-4CB9-81E0-C24CDB5A8575}" srcOrd="0" destOrd="0" presId="urn:microsoft.com/office/officeart/2008/layout/HorizontalMultiLevelHierarchy"/>
    <dgm:cxn modelId="{385CD908-8722-4E4B-B5EB-935C0BCB6814}" type="presParOf" srcId="{DE42083A-326F-4FFE-9F2E-C12838DE454F}" destId="{1C64DA78-5663-40BC-8DB7-D153AFD7BFE7}" srcOrd="1" destOrd="0" presId="urn:microsoft.com/office/officeart/2008/layout/HorizontalMultiLevelHierarchy"/>
    <dgm:cxn modelId="{640230E7-E993-4092-BE94-1D52084A26DB}" type="presParOf" srcId="{9AE755C1-D496-4A97-A127-7A7181BD938A}" destId="{EF2722B3-A399-4012-ACC9-D84DD6D190FD}" srcOrd="4" destOrd="0" presId="urn:microsoft.com/office/officeart/2008/layout/HorizontalMultiLevelHierarchy"/>
    <dgm:cxn modelId="{FFB7619B-9732-4F31-BFA8-2C9DC36E8563}" type="presParOf" srcId="{EF2722B3-A399-4012-ACC9-D84DD6D190FD}" destId="{B21407AE-300A-4D88-AE36-0116FFE8EFDE}" srcOrd="0" destOrd="0" presId="urn:microsoft.com/office/officeart/2008/layout/HorizontalMultiLevelHierarchy"/>
    <dgm:cxn modelId="{9EECD8F2-4857-4C30-B690-F499B1485E5A}" type="presParOf" srcId="{9AE755C1-D496-4A97-A127-7A7181BD938A}" destId="{1D2BE432-BBF6-4D7E-BDC5-9897EC69763A}" srcOrd="5" destOrd="0" presId="urn:microsoft.com/office/officeart/2008/layout/HorizontalMultiLevelHierarchy"/>
    <dgm:cxn modelId="{34848FE7-CE64-4ABF-A4CD-0421B4D7C307}" type="presParOf" srcId="{1D2BE432-BBF6-4D7E-BDC5-9897EC69763A}" destId="{30AA8142-4050-4561-AC0E-5D9D4D42B934}" srcOrd="0" destOrd="0" presId="urn:microsoft.com/office/officeart/2008/layout/HorizontalMultiLevelHierarchy"/>
    <dgm:cxn modelId="{7B4333D3-621E-455D-9727-30CDEDEEED64}" type="presParOf" srcId="{1D2BE432-BBF6-4D7E-BDC5-9897EC69763A}" destId="{7852E463-B69D-4738-B66F-D52ACACE2D0F}" srcOrd="1" destOrd="0" presId="urn:microsoft.com/office/officeart/2008/layout/HorizontalMultiLevelHierarchy"/>
    <dgm:cxn modelId="{19F8F854-C77C-4466-8245-828ADA14501D}" type="presParOf" srcId="{7852E463-B69D-4738-B66F-D52ACACE2D0F}" destId="{9514775C-E012-4738-8062-1C8A00B26AE1}" srcOrd="0" destOrd="0" presId="urn:microsoft.com/office/officeart/2008/layout/HorizontalMultiLevelHierarchy"/>
    <dgm:cxn modelId="{D19AD85B-7EB6-4163-B6CB-7A9EEE8E0291}" type="presParOf" srcId="{9514775C-E012-4738-8062-1C8A00B26AE1}" destId="{E66675F9-1C04-4A42-8D25-D0D412D2E040}" srcOrd="0" destOrd="0" presId="urn:microsoft.com/office/officeart/2008/layout/HorizontalMultiLevelHierarchy"/>
    <dgm:cxn modelId="{907AAE2C-0FEE-4BDE-AC86-8ECF62C5D1D9}" type="presParOf" srcId="{7852E463-B69D-4738-B66F-D52ACACE2D0F}" destId="{19BC1D3E-C358-4F41-B1D7-AF71F0C44705}" srcOrd="1" destOrd="0" presId="urn:microsoft.com/office/officeart/2008/layout/HorizontalMultiLevelHierarchy"/>
    <dgm:cxn modelId="{D3E336F6-B4F8-4FEF-856F-A9D9203BB34B}" type="presParOf" srcId="{19BC1D3E-C358-4F41-B1D7-AF71F0C44705}" destId="{52F6CB49-D9E6-40D9-87E4-A0089A6129C5}" srcOrd="0" destOrd="0" presId="urn:microsoft.com/office/officeart/2008/layout/HorizontalMultiLevelHierarchy"/>
    <dgm:cxn modelId="{8A6863EC-5DC1-49D7-B967-3415F08100B1}" type="presParOf" srcId="{19BC1D3E-C358-4F41-B1D7-AF71F0C44705}" destId="{3B40CBDB-3775-4905-93CF-61334303DE4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4B7C2B-75F8-4996-9384-CB5E2E6AAE47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56D36D-F83B-4A42-B7BF-734D0CF97262}">
      <dgm:prSet phldrT="[Текст]"/>
      <dgm:spPr/>
      <dgm:t>
        <a:bodyPr/>
        <a:lstStyle/>
        <a:p>
          <a:r>
            <a:rPr lang="ru-RU" dirty="0"/>
            <a:t>по характеру использования информации</a:t>
          </a:r>
        </a:p>
      </dgm:t>
    </dgm:pt>
    <dgm:pt modelId="{EBA91250-CC4E-4ADF-B5E3-29ED76062B13}" type="parTrans" cxnId="{C8DFF81D-4626-4D8C-BC83-B4D137F1AD0E}">
      <dgm:prSet/>
      <dgm:spPr/>
      <dgm:t>
        <a:bodyPr/>
        <a:lstStyle/>
        <a:p>
          <a:endParaRPr lang="ru-RU"/>
        </a:p>
      </dgm:t>
    </dgm:pt>
    <dgm:pt modelId="{003B1B15-185D-4742-BB75-7B4E92978E4C}" type="sibTrans" cxnId="{C8DFF81D-4626-4D8C-BC83-B4D137F1AD0E}">
      <dgm:prSet/>
      <dgm:spPr/>
      <dgm:t>
        <a:bodyPr/>
        <a:lstStyle/>
        <a:p>
          <a:endParaRPr lang="ru-RU"/>
        </a:p>
      </dgm:t>
    </dgm:pt>
    <dgm:pt modelId="{170F776F-0F4C-4EA0-A90E-B29A2EDB48F3}">
      <dgm:prSet phldrT="[Текст]"/>
      <dgm:spPr/>
      <dgm:t>
        <a:bodyPr/>
        <a:lstStyle/>
        <a:p>
          <a:r>
            <a:rPr lang="ru-RU" dirty="0"/>
            <a:t>информационно-поисковые </a:t>
          </a:r>
        </a:p>
      </dgm:t>
    </dgm:pt>
    <dgm:pt modelId="{09BD679B-59C0-47B2-BCB4-8EC5ADA6EB2C}" type="parTrans" cxnId="{B21382FE-9D7A-4083-9132-F9AD48B1F9E9}">
      <dgm:prSet/>
      <dgm:spPr/>
      <dgm:t>
        <a:bodyPr/>
        <a:lstStyle/>
        <a:p>
          <a:endParaRPr lang="ru-RU"/>
        </a:p>
      </dgm:t>
    </dgm:pt>
    <dgm:pt modelId="{9C3D6C26-EE83-44C4-AB4D-80DB2070815A}" type="sibTrans" cxnId="{B21382FE-9D7A-4083-9132-F9AD48B1F9E9}">
      <dgm:prSet/>
      <dgm:spPr/>
      <dgm:t>
        <a:bodyPr/>
        <a:lstStyle/>
        <a:p>
          <a:endParaRPr lang="ru-RU"/>
        </a:p>
      </dgm:t>
    </dgm:pt>
    <dgm:pt modelId="{B3777252-CFF3-4639-8657-CD59D4E77A1F}">
      <dgm:prSet phldrT="[Текст]"/>
      <dgm:spPr/>
      <dgm:t>
        <a:bodyPr/>
        <a:lstStyle/>
        <a:p>
          <a:r>
            <a:rPr lang="ru-RU" dirty="0"/>
            <a:t>управляющие</a:t>
          </a:r>
        </a:p>
      </dgm:t>
    </dgm:pt>
    <dgm:pt modelId="{24B8B37D-2E24-4DA0-9772-5E63E011DDB6}" type="parTrans" cxnId="{EF3A5404-D2EF-4A20-9B29-EA3196B88BBB}">
      <dgm:prSet/>
      <dgm:spPr/>
      <dgm:t>
        <a:bodyPr/>
        <a:lstStyle/>
        <a:p>
          <a:endParaRPr lang="ru-RU"/>
        </a:p>
      </dgm:t>
    </dgm:pt>
    <dgm:pt modelId="{C19BADAC-B122-4EEC-87C6-96C4E83D1692}" type="sibTrans" cxnId="{EF3A5404-D2EF-4A20-9B29-EA3196B88BBB}">
      <dgm:prSet/>
      <dgm:spPr/>
      <dgm:t>
        <a:bodyPr/>
        <a:lstStyle/>
        <a:p>
          <a:endParaRPr lang="ru-RU"/>
        </a:p>
      </dgm:t>
    </dgm:pt>
    <dgm:pt modelId="{CA28608B-CBCC-4D3D-BD50-3FA2C8E2C3CD}">
      <dgm:prSet/>
      <dgm:spPr/>
      <dgm:t>
        <a:bodyPr/>
        <a:lstStyle/>
        <a:p>
          <a:r>
            <a:rPr lang="ru-RU" dirty="0"/>
            <a:t>системы поиска в библиотеках</a:t>
          </a:r>
        </a:p>
      </dgm:t>
    </dgm:pt>
    <dgm:pt modelId="{64227464-C67B-4B28-8BA7-7F1AD7E97A2A}" type="parTrans" cxnId="{28525AB1-F992-484B-AEF7-F99C35E0F4C8}">
      <dgm:prSet/>
      <dgm:spPr/>
      <dgm:t>
        <a:bodyPr/>
        <a:lstStyle/>
        <a:p>
          <a:endParaRPr lang="ru-RU"/>
        </a:p>
      </dgm:t>
    </dgm:pt>
    <dgm:pt modelId="{A891791A-0D1C-4036-966A-80A03DE95A9B}" type="sibTrans" cxnId="{28525AB1-F992-484B-AEF7-F99C35E0F4C8}">
      <dgm:prSet/>
      <dgm:spPr/>
      <dgm:t>
        <a:bodyPr/>
        <a:lstStyle/>
        <a:p>
          <a:endParaRPr lang="ru-RU"/>
        </a:p>
      </dgm:t>
    </dgm:pt>
    <dgm:pt modelId="{89C94C07-3973-4D14-9E97-CCE6D0C453D5}">
      <dgm:prSet/>
      <dgm:spPr/>
      <dgm:t>
        <a:bodyPr/>
        <a:lstStyle/>
        <a:p>
          <a:r>
            <a:rPr lang="ru-RU" dirty="0"/>
            <a:t>системы поиска на транспорте и т.п.</a:t>
          </a:r>
        </a:p>
      </dgm:t>
    </dgm:pt>
    <dgm:pt modelId="{512AC4AF-2922-4A71-A5C5-7D33705C4540}" type="parTrans" cxnId="{CA58594E-A6AC-440F-8F5A-877820A3D5D9}">
      <dgm:prSet/>
      <dgm:spPr/>
      <dgm:t>
        <a:bodyPr/>
        <a:lstStyle/>
        <a:p>
          <a:endParaRPr lang="ru-RU"/>
        </a:p>
      </dgm:t>
    </dgm:pt>
    <dgm:pt modelId="{5AC7DED8-4BA8-477B-927C-CDE94DABA341}" type="sibTrans" cxnId="{CA58594E-A6AC-440F-8F5A-877820A3D5D9}">
      <dgm:prSet/>
      <dgm:spPr/>
      <dgm:t>
        <a:bodyPr/>
        <a:lstStyle/>
        <a:p>
          <a:endParaRPr lang="ru-RU"/>
        </a:p>
      </dgm:t>
    </dgm:pt>
    <dgm:pt modelId="{601FE2B0-C652-4AC1-8531-70BFF8BE1C39}">
      <dgm:prSet/>
      <dgm:spPr/>
      <dgm:t>
        <a:bodyPr/>
        <a:lstStyle/>
        <a:p>
          <a:r>
            <a:rPr lang="ru-RU" dirty="0"/>
            <a:t>системы бухгалтерского учета</a:t>
          </a:r>
        </a:p>
      </dgm:t>
    </dgm:pt>
    <dgm:pt modelId="{FE6DE02B-B55F-4A9A-9E38-1259C2FABD39}" type="parTrans" cxnId="{C0927F13-390F-4CFE-B401-2AC04541E0FE}">
      <dgm:prSet/>
      <dgm:spPr/>
      <dgm:t>
        <a:bodyPr/>
        <a:lstStyle/>
        <a:p>
          <a:endParaRPr lang="ru-RU"/>
        </a:p>
      </dgm:t>
    </dgm:pt>
    <dgm:pt modelId="{E7E3E8B8-A864-4B21-8F68-3171CE5B0270}" type="sibTrans" cxnId="{C0927F13-390F-4CFE-B401-2AC04541E0FE}">
      <dgm:prSet/>
      <dgm:spPr/>
      <dgm:t>
        <a:bodyPr/>
        <a:lstStyle/>
        <a:p>
          <a:endParaRPr lang="ru-RU"/>
        </a:p>
      </dgm:t>
    </dgm:pt>
    <dgm:pt modelId="{4DE6C706-0365-4FC1-A8FB-68C59A07768C}">
      <dgm:prSet/>
      <dgm:spPr/>
      <dgm:t>
        <a:bodyPr/>
        <a:lstStyle/>
        <a:p>
          <a:r>
            <a:rPr lang="ru-RU" dirty="0"/>
            <a:t>системы планирования производственных ресурсов и </a:t>
          </a:r>
          <a:r>
            <a:rPr lang="ru-RU" dirty="0" err="1"/>
            <a:t>т.п</a:t>
          </a:r>
          <a:endParaRPr lang="ru-RU" dirty="0"/>
        </a:p>
      </dgm:t>
    </dgm:pt>
    <dgm:pt modelId="{ADFB1CE5-6320-4F0C-A4A7-435C62D6C539}" type="parTrans" cxnId="{DFFBD684-86D0-409C-B6AF-CB4C795875F2}">
      <dgm:prSet/>
      <dgm:spPr/>
      <dgm:t>
        <a:bodyPr/>
        <a:lstStyle/>
        <a:p>
          <a:endParaRPr lang="ru-RU"/>
        </a:p>
      </dgm:t>
    </dgm:pt>
    <dgm:pt modelId="{2EBB0737-C4B1-4D80-84B8-D21C68DCE5EC}" type="sibTrans" cxnId="{DFFBD684-86D0-409C-B6AF-CB4C795875F2}">
      <dgm:prSet/>
      <dgm:spPr/>
      <dgm:t>
        <a:bodyPr/>
        <a:lstStyle/>
        <a:p>
          <a:endParaRPr lang="ru-RU"/>
        </a:p>
      </dgm:t>
    </dgm:pt>
    <dgm:pt modelId="{4E5322AE-78FC-4B24-9281-659D7D2D5FF9}" type="pres">
      <dgm:prSet presAssocID="{BD4B7C2B-75F8-4996-9384-CB5E2E6AAE4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F8B671E-28C8-4548-A4EB-742FBCD3B89D}" type="pres">
      <dgm:prSet presAssocID="{8A56D36D-F83B-4A42-B7BF-734D0CF97262}" presName="root1" presStyleCnt="0"/>
      <dgm:spPr/>
    </dgm:pt>
    <dgm:pt modelId="{EF488796-FE1B-4D7F-9D3E-328142C0B428}" type="pres">
      <dgm:prSet presAssocID="{8A56D36D-F83B-4A42-B7BF-734D0CF97262}" presName="LevelOneTextNode" presStyleLbl="node0" presStyleIdx="0" presStyleCnt="1" custScaleX="152677" custScaleY="69223" custLinFactX="-2043" custLinFactNeighborX="-100000" custLinFactNeighborY="44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AE755C1-D496-4A97-A127-7A7181BD938A}" type="pres">
      <dgm:prSet presAssocID="{8A56D36D-F83B-4A42-B7BF-734D0CF97262}" presName="level2hierChild" presStyleCnt="0"/>
      <dgm:spPr/>
    </dgm:pt>
    <dgm:pt modelId="{180D991D-5188-46D3-9741-63080043A7D9}" type="pres">
      <dgm:prSet presAssocID="{09BD679B-59C0-47B2-BCB4-8EC5ADA6EB2C}" presName="conn2-1" presStyleLbl="parChTrans1D2" presStyleIdx="0" presStyleCnt="2"/>
      <dgm:spPr/>
      <dgm:t>
        <a:bodyPr/>
        <a:lstStyle/>
        <a:p>
          <a:endParaRPr lang="ru-RU"/>
        </a:p>
      </dgm:t>
    </dgm:pt>
    <dgm:pt modelId="{B4BB0361-9719-40FF-B577-A80DF2082997}" type="pres">
      <dgm:prSet presAssocID="{09BD679B-59C0-47B2-BCB4-8EC5ADA6EB2C}" presName="connTx" presStyleLbl="parChTrans1D2" presStyleIdx="0" presStyleCnt="2"/>
      <dgm:spPr/>
      <dgm:t>
        <a:bodyPr/>
        <a:lstStyle/>
        <a:p>
          <a:endParaRPr lang="ru-RU"/>
        </a:p>
      </dgm:t>
    </dgm:pt>
    <dgm:pt modelId="{60C3DF76-5751-41F8-8787-19ED329D6344}" type="pres">
      <dgm:prSet presAssocID="{170F776F-0F4C-4EA0-A90E-B29A2EDB48F3}" presName="root2" presStyleCnt="0"/>
      <dgm:spPr/>
    </dgm:pt>
    <dgm:pt modelId="{316FE915-2B7B-40E1-BDA2-53A0EF0ED6AB}" type="pres">
      <dgm:prSet presAssocID="{170F776F-0F4C-4EA0-A90E-B29A2EDB48F3}" presName="LevelTwoTextNode" presStyleLbl="node2" presStyleIdx="0" presStyleCnt="2" custScaleX="75757" custLinFactNeighborX="-7867" custLinFactNeighborY="-1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93FDB8B-C102-4300-901E-4F6EACC1768E}" type="pres">
      <dgm:prSet presAssocID="{170F776F-0F4C-4EA0-A90E-B29A2EDB48F3}" presName="level3hierChild" presStyleCnt="0"/>
      <dgm:spPr/>
    </dgm:pt>
    <dgm:pt modelId="{5A5DC281-FC29-4E1C-B716-A781B39314ED}" type="pres">
      <dgm:prSet presAssocID="{64227464-C67B-4B28-8BA7-7F1AD7E97A2A}" presName="conn2-1" presStyleLbl="parChTrans1D3" presStyleIdx="0" presStyleCnt="4"/>
      <dgm:spPr/>
      <dgm:t>
        <a:bodyPr/>
        <a:lstStyle/>
        <a:p>
          <a:endParaRPr lang="ru-RU"/>
        </a:p>
      </dgm:t>
    </dgm:pt>
    <dgm:pt modelId="{2008F242-DD78-4194-A266-CE13BCCE165E}" type="pres">
      <dgm:prSet presAssocID="{64227464-C67B-4B28-8BA7-7F1AD7E97A2A}" presName="connTx" presStyleLbl="parChTrans1D3" presStyleIdx="0" presStyleCnt="4"/>
      <dgm:spPr/>
      <dgm:t>
        <a:bodyPr/>
        <a:lstStyle/>
        <a:p>
          <a:endParaRPr lang="ru-RU"/>
        </a:p>
      </dgm:t>
    </dgm:pt>
    <dgm:pt modelId="{B76B4642-EC3F-4A65-950D-7FFE32FFC919}" type="pres">
      <dgm:prSet presAssocID="{CA28608B-CBCC-4D3D-BD50-3FA2C8E2C3CD}" presName="root2" presStyleCnt="0"/>
      <dgm:spPr/>
    </dgm:pt>
    <dgm:pt modelId="{721C4BD2-3D08-41B2-B988-68162C9AEAC9}" type="pres">
      <dgm:prSet presAssocID="{CA28608B-CBCC-4D3D-BD50-3FA2C8E2C3CD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536858F-3B5F-4C41-A3C5-6B126C285E46}" type="pres">
      <dgm:prSet presAssocID="{CA28608B-CBCC-4D3D-BD50-3FA2C8E2C3CD}" presName="level3hierChild" presStyleCnt="0"/>
      <dgm:spPr/>
    </dgm:pt>
    <dgm:pt modelId="{1407C20E-813B-428A-A904-282D874D3E64}" type="pres">
      <dgm:prSet presAssocID="{512AC4AF-2922-4A71-A5C5-7D33705C4540}" presName="conn2-1" presStyleLbl="parChTrans1D3" presStyleIdx="1" presStyleCnt="4"/>
      <dgm:spPr/>
      <dgm:t>
        <a:bodyPr/>
        <a:lstStyle/>
        <a:p>
          <a:endParaRPr lang="ru-RU"/>
        </a:p>
      </dgm:t>
    </dgm:pt>
    <dgm:pt modelId="{CDB5376F-D3AC-488B-BB0D-DE74A2B396C0}" type="pres">
      <dgm:prSet presAssocID="{512AC4AF-2922-4A71-A5C5-7D33705C4540}" presName="connTx" presStyleLbl="parChTrans1D3" presStyleIdx="1" presStyleCnt="4"/>
      <dgm:spPr/>
      <dgm:t>
        <a:bodyPr/>
        <a:lstStyle/>
        <a:p>
          <a:endParaRPr lang="ru-RU"/>
        </a:p>
      </dgm:t>
    </dgm:pt>
    <dgm:pt modelId="{0B6472AC-ABE7-437B-BB8F-A86E8415FC0F}" type="pres">
      <dgm:prSet presAssocID="{89C94C07-3973-4D14-9E97-CCE6D0C453D5}" presName="root2" presStyleCnt="0"/>
      <dgm:spPr/>
    </dgm:pt>
    <dgm:pt modelId="{E4C10997-6AEA-461B-A62D-1CE8CE4859E3}" type="pres">
      <dgm:prSet presAssocID="{89C94C07-3973-4D14-9E97-CCE6D0C453D5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00D487-0520-43BB-B3CF-0D5F9F10A7AA}" type="pres">
      <dgm:prSet presAssocID="{89C94C07-3973-4D14-9E97-CCE6D0C453D5}" presName="level3hierChild" presStyleCnt="0"/>
      <dgm:spPr/>
    </dgm:pt>
    <dgm:pt modelId="{1C0B8219-5EAC-4E32-A5A0-A22194F6971E}" type="pres">
      <dgm:prSet presAssocID="{24B8B37D-2E24-4DA0-9772-5E63E011DDB6}" presName="conn2-1" presStyleLbl="parChTrans1D2" presStyleIdx="1" presStyleCnt="2"/>
      <dgm:spPr/>
      <dgm:t>
        <a:bodyPr/>
        <a:lstStyle/>
        <a:p>
          <a:endParaRPr lang="ru-RU"/>
        </a:p>
      </dgm:t>
    </dgm:pt>
    <dgm:pt modelId="{E2C1C0C4-D4CE-4DF0-A736-401591CEFF4C}" type="pres">
      <dgm:prSet presAssocID="{24B8B37D-2E24-4DA0-9772-5E63E011DDB6}" presName="connTx" presStyleLbl="parChTrans1D2" presStyleIdx="1" presStyleCnt="2"/>
      <dgm:spPr/>
      <dgm:t>
        <a:bodyPr/>
        <a:lstStyle/>
        <a:p>
          <a:endParaRPr lang="ru-RU"/>
        </a:p>
      </dgm:t>
    </dgm:pt>
    <dgm:pt modelId="{C5ED5387-5297-4140-954E-118DF54C719B}" type="pres">
      <dgm:prSet presAssocID="{B3777252-CFF3-4639-8657-CD59D4E77A1F}" presName="root2" presStyleCnt="0"/>
      <dgm:spPr/>
    </dgm:pt>
    <dgm:pt modelId="{C139DF0F-AC48-4E24-B92E-9A41C4A23514}" type="pres">
      <dgm:prSet presAssocID="{B3777252-CFF3-4639-8657-CD59D4E77A1F}" presName="LevelTwoTextNode" presStyleLbl="node2" presStyleIdx="1" presStyleCnt="2" custScaleX="75757" custLinFactNeighborX="-10013" custLinFactNeighborY="3753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E586F5-98E7-4EBC-9939-0ED4F04A53FA}" type="pres">
      <dgm:prSet presAssocID="{B3777252-CFF3-4639-8657-CD59D4E77A1F}" presName="level3hierChild" presStyleCnt="0"/>
      <dgm:spPr/>
    </dgm:pt>
    <dgm:pt modelId="{2A09EB2E-BD1F-48F9-A464-909A103616A5}" type="pres">
      <dgm:prSet presAssocID="{FE6DE02B-B55F-4A9A-9E38-1259C2FABD39}" presName="conn2-1" presStyleLbl="parChTrans1D3" presStyleIdx="2" presStyleCnt="4"/>
      <dgm:spPr/>
      <dgm:t>
        <a:bodyPr/>
        <a:lstStyle/>
        <a:p>
          <a:endParaRPr lang="ru-RU"/>
        </a:p>
      </dgm:t>
    </dgm:pt>
    <dgm:pt modelId="{130F5D85-C48B-4A30-B6C5-FAD073A0E397}" type="pres">
      <dgm:prSet presAssocID="{FE6DE02B-B55F-4A9A-9E38-1259C2FABD39}" presName="connTx" presStyleLbl="parChTrans1D3" presStyleIdx="2" presStyleCnt="4"/>
      <dgm:spPr/>
      <dgm:t>
        <a:bodyPr/>
        <a:lstStyle/>
        <a:p>
          <a:endParaRPr lang="ru-RU"/>
        </a:p>
      </dgm:t>
    </dgm:pt>
    <dgm:pt modelId="{0D0AB21E-FFB2-47A9-8036-6F9E9E4B36D0}" type="pres">
      <dgm:prSet presAssocID="{601FE2B0-C652-4AC1-8531-70BFF8BE1C39}" presName="root2" presStyleCnt="0"/>
      <dgm:spPr/>
    </dgm:pt>
    <dgm:pt modelId="{DB9E3825-130B-4AB6-82A6-E0A8E3F5865D}" type="pres">
      <dgm:prSet presAssocID="{601FE2B0-C652-4AC1-8531-70BFF8BE1C39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6C9B9CE-A6D0-4B15-9521-1FD44B14E496}" type="pres">
      <dgm:prSet presAssocID="{601FE2B0-C652-4AC1-8531-70BFF8BE1C39}" presName="level3hierChild" presStyleCnt="0"/>
      <dgm:spPr/>
    </dgm:pt>
    <dgm:pt modelId="{BF2EA853-32A1-4CE9-B7A5-055ED663C9F2}" type="pres">
      <dgm:prSet presAssocID="{ADFB1CE5-6320-4F0C-A4A7-435C62D6C539}" presName="conn2-1" presStyleLbl="parChTrans1D3" presStyleIdx="3" presStyleCnt="4"/>
      <dgm:spPr/>
      <dgm:t>
        <a:bodyPr/>
        <a:lstStyle/>
        <a:p>
          <a:endParaRPr lang="ru-RU"/>
        </a:p>
      </dgm:t>
    </dgm:pt>
    <dgm:pt modelId="{9BF31E9C-7140-4B80-9207-2DC3D36832AD}" type="pres">
      <dgm:prSet presAssocID="{ADFB1CE5-6320-4F0C-A4A7-435C62D6C539}" presName="connTx" presStyleLbl="parChTrans1D3" presStyleIdx="3" presStyleCnt="4"/>
      <dgm:spPr/>
      <dgm:t>
        <a:bodyPr/>
        <a:lstStyle/>
        <a:p>
          <a:endParaRPr lang="ru-RU"/>
        </a:p>
      </dgm:t>
    </dgm:pt>
    <dgm:pt modelId="{871D98E2-C365-468A-9A7A-DEAC261863F5}" type="pres">
      <dgm:prSet presAssocID="{4DE6C706-0365-4FC1-A8FB-68C59A07768C}" presName="root2" presStyleCnt="0"/>
      <dgm:spPr/>
    </dgm:pt>
    <dgm:pt modelId="{BC15CE72-39C5-4E53-BF1F-6892A5FF6F02}" type="pres">
      <dgm:prSet presAssocID="{4DE6C706-0365-4FC1-A8FB-68C59A07768C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1B892BB-26A0-4F49-97A9-011808DD951A}" type="pres">
      <dgm:prSet presAssocID="{4DE6C706-0365-4FC1-A8FB-68C59A07768C}" presName="level3hierChild" presStyleCnt="0"/>
      <dgm:spPr/>
    </dgm:pt>
  </dgm:ptLst>
  <dgm:cxnLst>
    <dgm:cxn modelId="{E575D2C8-618F-499A-89DB-4A1F61B60B83}" type="presOf" srcId="{89C94C07-3973-4D14-9E97-CCE6D0C453D5}" destId="{E4C10997-6AEA-461B-A62D-1CE8CE4859E3}" srcOrd="0" destOrd="0" presId="urn:microsoft.com/office/officeart/2008/layout/HorizontalMultiLevelHierarchy"/>
    <dgm:cxn modelId="{AF30F7AF-B0FB-4118-B921-6C2E00BF6DDA}" type="presOf" srcId="{ADFB1CE5-6320-4F0C-A4A7-435C62D6C539}" destId="{BF2EA853-32A1-4CE9-B7A5-055ED663C9F2}" srcOrd="0" destOrd="0" presId="urn:microsoft.com/office/officeart/2008/layout/HorizontalMultiLevelHierarchy"/>
    <dgm:cxn modelId="{C0F9F251-9053-4815-8986-4CD49420A4C6}" type="presOf" srcId="{09BD679B-59C0-47B2-BCB4-8EC5ADA6EB2C}" destId="{180D991D-5188-46D3-9741-63080043A7D9}" srcOrd="0" destOrd="0" presId="urn:microsoft.com/office/officeart/2008/layout/HorizontalMultiLevelHierarchy"/>
    <dgm:cxn modelId="{28525AB1-F992-484B-AEF7-F99C35E0F4C8}" srcId="{170F776F-0F4C-4EA0-A90E-B29A2EDB48F3}" destId="{CA28608B-CBCC-4D3D-BD50-3FA2C8E2C3CD}" srcOrd="0" destOrd="0" parTransId="{64227464-C67B-4B28-8BA7-7F1AD7E97A2A}" sibTransId="{A891791A-0D1C-4036-966A-80A03DE95A9B}"/>
    <dgm:cxn modelId="{E2BA03CA-34FE-410B-BE42-6370EF6813E8}" type="presOf" srcId="{64227464-C67B-4B28-8BA7-7F1AD7E97A2A}" destId="{2008F242-DD78-4194-A266-CE13BCCE165E}" srcOrd="1" destOrd="0" presId="urn:microsoft.com/office/officeart/2008/layout/HorizontalMultiLevelHierarchy"/>
    <dgm:cxn modelId="{057635D3-26F7-409D-9579-CDABED6407B6}" type="presOf" srcId="{4DE6C706-0365-4FC1-A8FB-68C59A07768C}" destId="{BC15CE72-39C5-4E53-BF1F-6892A5FF6F02}" srcOrd="0" destOrd="0" presId="urn:microsoft.com/office/officeart/2008/layout/HorizontalMultiLevelHierarchy"/>
    <dgm:cxn modelId="{C0927F13-390F-4CFE-B401-2AC04541E0FE}" srcId="{B3777252-CFF3-4639-8657-CD59D4E77A1F}" destId="{601FE2B0-C652-4AC1-8531-70BFF8BE1C39}" srcOrd="0" destOrd="0" parTransId="{FE6DE02B-B55F-4A9A-9E38-1259C2FABD39}" sibTransId="{E7E3E8B8-A864-4B21-8F68-3171CE5B0270}"/>
    <dgm:cxn modelId="{C27E0DFB-0D9F-43E6-8BB8-BD6AF02CE7FE}" type="presOf" srcId="{09BD679B-59C0-47B2-BCB4-8EC5ADA6EB2C}" destId="{B4BB0361-9719-40FF-B577-A80DF2082997}" srcOrd="1" destOrd="0" presId="urn:microsoft.com/office/officeart/2008/layout/HorizontalMultiLevelHierarchy"/>
    <dgm:cxn modelId="{55DFC1F8-90D2-4BEE-8A5D-0B6584517FB8}" type="presOf" srcId="{FE6DE02B-B55F-4A9A-9E38-1259C2FABD39}" destId="{130F5D85-C48B-4A30-B6C5-FAD073A0E397}" srcOrd="1" destOrd="0" presId="urn:microsoft.com/office/officeart/2008/layout/HorizontalMultiLevelHierarchy"/>
    <dgm:cxn modelId="{DFFBD684-86D0-409C-B6AF-CB4C795875F2}" srcId="{B3777252-CFF3-4639-8657-CD59D4E77A1F}" destId="{4DE6C706-0365-4FC1-A8FB-68C59A07768C}" srcOrd="1" destOrd="0" parTransId="{ADFB1CE5-6320-4F0C-A4A7-435C62D6C539}" sibTransId="{2EBB0737-C4B1-4D80-84B8-D21C68DCE5EC}"/>
    <dgm:cxn modelId="{50008F18-D04B-4564-B885-B059612FB73C}" type="presOf" srcId="{CA28608B-CBCC-4D3D-BD50-3FA2C8E2C3CD}" destId="{721C4BD2-3D08-41B2-B988-68162C9AEAC9}" srcOrd="0" destOrd="0" presId="urn:microsoft.com/office/officeart/2008/layout/HorizontalMultiLevelHierarchy"/>
    <dgm:cxn modelId="{45C26F6B-274E-49D8-900A-4BEBECC4BCC9}" type="presOf" srcId="{ADFB1CE5-6320-4F0C-A4A7-435C62D6C539}" destId="{9BF31E9C-7140-4B80-9207-2DC3D36832AD}" srcOrd="1" destOrd="0" presId="urn:microsoft.com/office/officeart/2008/layout/HorizontalMultiLevelHierarchy"/>
    <dgm:cxn modelId="{38DC61B8-1448-4877-8486-B9F06973CA56}" type="presOf" srcId="{601FE2B0-C652-4AC1-8531-70BFF8BE1C39}" destId="{DB9E3825-130B-4AB6-82A6-E0A8E3F5865D}" srcOrd="0" destOrd="0" presId="urn:microsoft.com/office/officeart/2008/layout/HorizontalMultiLevelHierarchy"/>
    <dgm:cxn modelId="{C8DFF81D-4626-4D8C-BC83-B4D137F1AD0E}" srcId="{BD4B7C2B-75F8-4996-9384-CB5E2E6AAE47}" destId="{8A56D36D-F83B-4A42-B7BF-734D0CF97262}" srcOrd="0" destOrd="0" parTransId="{EBA91250-CC4E-4ADF-B5E3-29ED76062B13}" sibTransId="{003B1B15-185D-4742-BB75-7B4E92978E4C}"/>
    <dgm:cxn modelId="{4087B2BC-069D-47D6-8F64-978579247523}" type="presOf" srcId="{24B8B37D-2E24-4DA0-9772-5E63E011DDB6}" destId="{E2C1C0C4-D4CE-4DF0-A736-401591CEFF4C}" srcOrd="1" destOrd="0" presId="urn:microsoft.com/office/officeart/2008/layout/HorizontalMultiLevelHierarchy"/>
    <dgm:cxn modelId="{8F758A98-5F24-433A-A463-5199DFFBC724}" type="presOf" srcId="{64227464-C67B-4B28-8BA7-7F1AD7E97A2A}" destId="{5A5DC281-FC29-4E1C-B716-A781B39314ED}" srcOrd="0" destOrd="0" presId="urn:microsoft.com/office/officeart/2008/layout/HorizontalMultiLevelHierarchy"/>
    <dgm:cxn modelId="{B21382FE-9D7A-4083-9132-F9AD48B1F9E9}" srcId="{8A56D36D-F83B-4A42-B7BF-734D0CF97262}" destId="{170F776F-0F4C-4EA0-A90E-B29A2EDB48F3}" srcOrd="0" destOrd="0" parTransId="{09BD679B-59C0-47B2-BCB4-8EC5ADA6EB2C}" sibTransId="{9C3D6C26-EE83-44C4-AB4D-80DB2070815A}"/>
    <dgm:cxn modelId="{134C5942-EF5C-4DE7-A1F2-C8F133B3BBBC}" type="presOf" srcId="{FE6DE02B-B55F-4A9A-9E38-1259C2FABD39}" destId="{2A09EB2E-BD1F-48F9-A464-909A103616A5}" srcOrd="0" destOrd="0" presId="urn:microsoft.com/office/officeart/2008/layout/HorizontalMultiLevelHierarchy"/>
    <dgm:cxn modelId="{EF3A5404-D2EF-4A20-9B29-EA3196B88BBB}" srcId="{8A56D36D-F83B-4A42-B7BF-734D0CF97262}" destId="{B3777252-CFF3-4639-8657-CD59D4E77A1F}" srcOrd="1" destOrd="0" parTransId="{24B8B37D-2E24-4DA0-9772-5E63E011DDB6}" sibTransId="{C19BADAC-B122-4EEC-87C6-96C4E83D1692}"/>
    <dgm:cxn modelId="{B08B6EAD-6926-48B3-B232-635645B9C29C}" type="presOf" srcId="{8A56D36D-F83B-4A42-B7BF-734D0CF97262}" destId="{EF488796-FE1B-4D7F-9D3E-328142C0B428}" srcOrd="0" destOrd="0" presId="urn:microsoft.com/office/officeart/2008/layout/HorizontalMultiLevelHierarchy"/>
    <dgm:cxn modelId="{1ED4DC01-B016-4008-8E54-1BFA7D60EBFD}" type="presOf" srcId="{512AC4AF-2922-4A71-A5C5-7D33705C4540}" destId="{CDB5376F-D3AC-488B-BB0D-DE74A2B396C0}" srcOrd="1" destOrd="0" presId="urn:microsoft.com/office/officeart/2008/layout/HorizontalMultiLevelHierarchy"/>
    <dgm:cxn modelId="{CA58594E-A6AC-440F-8F5A-877820A3D5D9}" srcId="{170F776F-0F4C-4EA0-A90E-B29A2EDB48F3}" destId="{89C94C07-3973-4D14-9E97-CCE6D0C453D5}" srcOrd="1" destOrd="0" parTransId="{512AC4AF-2922-4A71-A5C5-7D33705C4540}" sibTransId="{5AC7DED8-4BA8-477B-927C-CDE94DABA341}"/>
    <dgm:cxn modelId="{2C8D1BB3-91AF-43D3-BB99-3F113E0D6450}" type="presOf" srcId="{BD4B7C2B-75F8-4996-9384-CB5E2E6AAE47}" destId="{4E5322AE-78FC-4B24-9281-659D7D2D5FF9}" srcOrd="0" destOrd="0" presId="urn:microsoft.com/office/officeart/2008/layout/HorizontalMultiLevelHierarchy"/>
    <dgm:cxn modelId="{97B620A9-5130-41B7-8ECD-9E4982075042}" type="presOf" srcId="{512AC4AF-2922-4A71-A5C5-7D33705C4540}" destId="{1407C20E-813B-428A-A904-282D874D3E64}" srcOrd="0" destOrd="0" presId="urn:microsoft.com/office/officeart/2008/layout/HorizontalMultiLevelHierarchy"/>
    <dgm:cxn modelId="{A025B6AA-2D4D-4B2A-B75D-BADC202268D3}" type="presOf" srcId="{24B8B37D-2E24-4DA0-9772-5E63E011DDB6}" destId="{1C0B8219-5EAC-4E32-A5A0-A22194F6971E}" srcOrd="0" destOrd="0" presId="urn:microsoft.com/office/officeart/2008/layout/HorizontalMultiLevelHierarchy"/>
    <dgm:cxn modelId="{F7AC4506-9D37-4487-A39D-D5FC0433D50C}" type="presOf" srcId="{B3777252-CFF3-4639-8657-CD59D4E77A1F}" destId="{C139DF0F-AC48-4E24-B92E-9A41C4A23514}" srcOrd="0" destOrd="0" presId="urn:microsoft.com/office/officeart/2008/layout/HorizontalMultiLevelHierarchy"/>
    <dgm:cxn modelId="{89CD183B-D1D6-461F-9F18-4B15B5400A7B}" type="presOf" srcId="{170F776F-0F4C-4EA0-A90E-B29A2EDB48F3}" destId="{316FE915-2B7B-40E1-BDA2-53A0EF0ED6AB}" srcOrd="0" destOrd="0" presId="urn:microsoft.com/office/officeart/2008/layout/HorizontalMultiLevelHierarchy"/>
    <dgm:cxn modelId="{BE00ED37-86DF-4CDD-9494-6BFECAAC685F}" type="presParOf" srcId="{4E5322AE-78FC-4B24-9281-659D7D2D5FF9}" destId="{2F8B671E-28C8-4548-A4EB-742FBCD3B89D}" srcOrd="0" destOrd="0" presId="urn:microsoft.com/office/officeart/2008/layout/HorizontalMultiLevelHierarchy"/>
    <dgm:cxn modelId="{1C8F66D0-D35E-4C1D-B258-884F4ACBE5B7}" type="presParOf" srcId="{2F8B671E-28C8-4548-A4EB-742FBCD3B89D}" destId="{EF488796-FE1B-4D7F-9D3E-328142C0B428}" srcOrd="0" destOrd="0" presId="urn:microsoft.com/office/officeart/2008/layout/HorizontalMultiLevelHierarchy"/>
    <dgm:cxn modelId="{53D8FD65-FC23-47ED-9A37-BA26F2385E03}" type="presParOf" srcId="{2F8B671E-28C8-4548-A4EB-742FBCD3B89D}" destId="{9AE755C1-D496-4A97-A127-7A7181BD938A}" srcOrd="1" destOrd="0" presId="urn:microsoft.com/office/officeart/2008/layout/HorizontalMultiLevelHierarchy"/>
    <dgm:cxn modelId="{9D64971B-7B55-46E6-BC10-BABC304AB9C6}" type="presParOf" srcId="{9AE755C1-D496-4A97-A127-7A7181BD938A}" destId="{180D991D-5188-46D3-9741-63080043A7D9}" srcOrd="0" destOrd="0" presId="urn:microsoft.com/office/officeart/2008/layout/HorizontalMultiLevelHierarchy"/>
    <dgm:cxn modelId="{D2C864D7-ACB1-4AFE-8D0A-AF5D8EF836B4}" type="presParOf" srcId="{180D991D-5188-46D3-9741-63080043A7D9}" destId="{B4BB0361-9719-40FF-B577-A80DF2082997}" srcOrd="0" destOrd="0" presId="urn:microsoft.com/office/officeart/2008/layout/HorizontalMultiLevelHierarchy"/>
    <dgm:cxn modelId="{FD7287CF-A953-4116-A84F-CDCBA9CC3634}" type="presParOf" srcId="{9AE755C1-D496-4A97-A127-7A7181BD938A}" destId="{60C3DF76-5751-41F8-8787-19ED329D6344}" srcOrd="1" destOrd="0" presId="urn:microsoft.com/office/officeart/2008/layout/HorizontalMultiLevelHierarchy"/>
    <dgm:cxn modelId="{73FF40BB-DCDA-41A1-93A0-4EA438ED197A}" type="presParOf" srcId="{60C3DF76-5751-41F8-8787-19ED329D6344}" destId="{316FE915-2B7B-40E1-BDA2-53A0EF0ED6AB}" srcOrd="0" destOrd="0" presId="urn:microsoft.com/office/officeart/2008/layout/HorizontalMultiLevelHierarchy"/>
    <dgm:cxn modelId="{18549630-2E3F-41EE-8C19-27D5080FF154}" type="presParOf" srcId="{60C3DF76-5751-41F8-8787-19ED329D6344}" destId="{B93FDB8B-C102-4300-901E-4F6EACC1768E}" srcOrd="1" destOrd="0" presId="urn:microsoft.com/office/officeart/2008/layout/HorizontalMultiLevelHierarchy"/>
    <dgm:cxn modelId="{0D315615-9244-4F53-A74C-ACBAA1D86AF5}" type="presParOf" srcId="{B93FDB8B-C102-4300-901E-4F6EACC1768E}" destId="{5A5DC281-FC29-4E1C-B716-A781B39314ED}" srcOrd="0" destOrd="0" presId="urn:microsoft.com/office/officeart/2008/layout/HorizontalMultiLevelHierarchy"/>
    <dgm:cxn modelId="{34E8DCF6-16CA-4D16-9B42-D72F2F349E0D}" type="presParOf" srcId="{5A5DC281-FC29-4E1C-B716-A781B39314ED}" destId="{2008F242-DD78-4194-A266-CE13BCCE165E}" srcOrd="0" destOrd="0" presId="urn:microsoft.com/office/officeart/2008/layout/HorizontalMultiLevelHierarchy"/>
    <dgm:cxn modelId="{3894A48B-8281-47F4-BBB8-4E32FA412C56}" type="presParOf" srcId="{B93FDB8B-C102-4300-901E-4F6EACC1768E}" destId="{B76B4642-EC3F-4A65-950D-7FFE32FFC919}" srcOrd="1" destOrd="0" presId="urn:microsoft.com/office/officeart/2008/layout/HorizontalMultiLevelHierarchy"/>
    <dgm:cxn modelId="{CCB5BB72-5685-4044-82A8-607DDAF6AD5B}" type="presParOf" srcId="{B76B4642-EC3F-4A65-950D-7FFE32FFC919}" destId="{721C4BD2-3D08-41B2-B988-68162C9AEAC9}" srcOrd="0" destOrd="0" presId="urn:microsoft.com/office/officeart/2008/layout/HorizontalMultiLevelHierarchy"/>
    <dgm:cxn modelId="{4A3D37BD-32F8-4A60-A3BE-94A6351AEE1C}" type="presParOf" srcId="{B76B4642-EC3F-4A65-950D-7FFE32FFC919}" destId="{8536858F-3B5F-4C41-A3C5-6B126C285E46}" srcOrd="1" destOrd="0" presId="urn:microsoft.com/office/officeart/2008/layout/HorizontalMultiLevelHierarchy"/>
    <dgm:cxn modelId="{10681D10-D43B-4E4C-B9EC-867430FA7B44}" type="presParOf" srcId="{B93FDB8B-C102-4300-901E-4F6EACC1768E}" destId="{1407C20E-813B-428A-A904-282D874D3E64}" srcOrd="2" destOrd="0" presId="urn:microsoft.com/office/officeart/2008/layout/HorizontalMultiLevelHierarchy"/>
    <dgm:cxn modelId="{F1968525-D023-48E8-A9A8-3C2A6FF39318}" type="presParOf" srcId="{1407C20E-813B-428A-A904-282D874D3E64}" destId="{CDB5376F-D3AC-488B-BB0D-DE74A2B396C0}" srcOrd="0" destOrd="0" presId="urn:microsoft.com/office/officeart/2008/layout/HorizontalMultiLevelHierarchy"/>
    <dgm:cxn modelId="{3F335703-B464-4C6F-9529-0EBF9F47347B}" type="presParOf" srcId="{B93FDB8B-C102-4300-901E-4F6EACC1768E}" destId="{0B6472AC-ABE7-437B-BB8F-A86E8415FC0F}" srcOrd="3" destOrd="0" presId="urn:microsoft.com/office/officeart/2008/layout/HorizontalMultiLevelHierarchy"/>
    <dgm:cxn modelId="{EC2C2F87-C6C4-4825-8903-42537E9CA181}" type="presParOf" srcId="{0B6472AC-ABE7-437B-BB8F-A86E8415FC0F}" destId="{E4C10997-6AEA-461B-A62D-1CE8CE4859E3}" srcOrd="0" destOrd="0" presId="urn:microsoft.com/office/officeart/2008/layout/HorizontalMultiLevelHierarchy"/>
    <dgm:cxn modelId="{272A8A33-1946-42FD-8F07-055B54C8631C}" type="presParOf" srcId="{0B6472AC-ABE7-437B-BB8F-A86E8415FC0F}" destId="{8600D487-0520-43BB-B3CF-0D5F9F10A7AA}" srcOrd="1" destOrd="0" presId="urn:microsoft.com/office/officeart/2008/layout/HorizontalMultiLevelHierarchy"/>
    <dgm:cxn modelId="{6F719856-A9D5-4C53-A2C6-113CEB851C00}" type="presParOf" srcId="{9AE755C1-D496-4A97-A127-7A7181BD938A}" destId="{1C0B8219-5EAC-4E32-A5A0-A22194F6971E}" srcOrd="2" destOrd="0" presId="urn:microsoft.com/office/officeart/2008/layout/HorizontalMultiLevelHierarchy"/>
    <dgm:cxn modelId="{36CFFBCF-362E-4F36-9EAD-B399B11EB5A6}" type="presParOf" srcId="{1C0B8219-5EAC-4E32-A5A0-A22194F6971E}" destId="{E2C1C0C4-D4CE-4DF0-A736-401591CEFF4C}" srcOrd="0" destOrd="0" presId="urn:microsoft.com/office/officeart/2008/layout/HorizontalMultiLevelHierarchy"/>
    <dgm:cxn modelId="{A968DBD6-FBA9-46D1-AAB9-27CB604AA933}" type="presParOf" srcId="{9AE755C1-D496-4A97-A127-7A7181BD938A}" destId="{C5ED5387-5297-4140-954E-118DF54C719B}" srcOrd="3" destOrd="0" presId="urn:microsoft.com/office/officeart/2008/layout/HorizontalMultiLevelHierarchy"/>
    <dgm:cxn modelId="{288C651B-1B8B-41EC-A425-8EC82358AAF6}" type="presParOf" srcId="{C5ED5387-5297-4140-954E-118DF54C719B}" destId="{C139DF0F-AC48-4E24-B92E-9A41C4A23514}" srcOrd="0" destOrd="0" presId="urn:microsoft.com/office/officeart/2008/layout/HorizontalMultiLevelHierarchy"/>
    <dgm:cxn modelId="{6C6DB44A-CD62-408A-9E22-67A80A1BF923}" type="presParOf" srcId="{C5ED5387-5297-4140-954E-118DF54C719B}" destId="{03E586F5-98E7-4EBC-9939-0ED4F04A53FA}" srcOrd="1" destOrd="0" presId="urn:microsoft.com/office/officeart/2008/layout/HorizontalMultiLevelHierarchy"/>
    <dgm:cxn modelId="{5985D01B-852C-473C-A6C6-8267B89F8440}" type="presParOf" srcId="{03E586F5-98E7-4EBC-9939-0ED4F04A53FA}" destId="{2A09EB2E-BD1F-48F9-A464-909A103616A5}" srcOrd="0" destOrd="0" presId="urn:microsoft.com/office/officeart/2008/layout/HorizontalMultiLevelHierarchy"/>
    <dgm:cxn modelId="{60ADA29B-4D51-46A0-ABED-2078F776D008}" type="presParOf" srcId="{2A09EB2E-BD1F-48F9-A464-909A103616A5}" destId="{130F5D85-C48B-4A30-B6C5-FAD073A0E397}" srcOrd="0" destOrd="0" presId="urn:microsoft.com/office/officeart/2008/layout/HorizontalMultiLevelHierarchy"/>
    <dgm:cxn modelId="{6DEB5A08-40A3-44DE-BB7E-91759D07824F}" type="presParOf" srcId="{03E586F5-98E7-4EBC-9939-0ED4F04A53FA}" destId="{0D0AB21E-FFB2-47A9-8036-6F9E9E4B36D0}" srcOrd="1" destOrd="0" presId="urn:microsoft.com/office/officeart/2008/layout/HorizontalMultiLevelHierarchy"/>
    <dgm:cxn modelId="{24B26288-C3BD-4544-A134-B58E72B4874F}" type="presParOf" srcId="{0D0AB21E-FFB2-47A9-8036-6F9E9E4B36D0}" destId="{DB9E3825-130B-4AB6-82A6-E0A8E3F5865D}" srcOrd="0" destOrd="0" presId="urn:microsoft.com/office/officeart/2008/layout/HorizontalMultiLevelHierarchy"/>
    <dgm:cxn modelId="{215B426B-D26F-4BB4-A8E1-AAE204D5FCA5}" type="presParOf" srcId="{0D0AB21E-FFB2-47A9-8036-6F9E9E4B36D0}" destId="{C6C9B9CE-A6D0-4B15-9521-1FD44B14E496}" srcOrd="1" destOrd="0" presId="urn:microsoft.com/office/officeart/2008/layout/HorizontalMultiLevelHierarchy"/>
    <dgm:cxn modelId="{52F36D6E-142B-4A17-A9F8-9B141B293F4A}" type="presParOf" srcId="{03E586F5-98E7-4EBC-9939-0ED4F04A53FA}" destId="{BF2EA853-32A1-4CE9-B7A5-055ED663C9F2}" srcOrd="2" destOrd="0" presId="urn:microsoft.com/office/officeart/2008/layout/HorizontalMultiLevelHierarchy"/>
    <dgm:cxn modelId="{C5E21FEC-45E6-4806-9D5D-F3DAF0F92F19}" type="presParOf" srcId="{BF2EA853-32A1-4CE9-B7A5-055ED663C9F2}" destId="{9BF31E9C-7140-4B80-9207-2DC3D36832AD}" srcOrd="0" destOrd="0" presId="urn:microsoft.com/office/officeart/2008/layout/HorizontalMultiLevelHierarchy"/>
    <dgm:cxn modelId="{0EBE18E2-2B01-4C6A-8887-41AB871B8206}" type="presParOf" srcId="{03E586F5-98E7-4EBC-9939-0ED4F04A53FA}" destId="{871D98E2-C365-468A-9A7A-DEAC261863F5}" srcOrd="3" destOrd="0" presId="urn:microsoft.com/office/officeart/2008/layout/HorizontalMultiLevelHierarchy"/>
    <dgm:cxn modelId="{3432781C-F482-4499-9560-323444F20C9D}" type="presParOf" srcId="{871D98E2-C365-468A-9A7A-DEAC261863F5}" destId="{BC15CE72-39C5-4E53-BF1F-6892A5FF6F02}" srcOrd="0" destOrd="0" presId="urn:microsoft.com/office/officeart/2008/layout/HorizontalMultiLevelHierarchy"/>
    <dgm:cxn modelId="{9B780AC9-D597-4B28-A8BD-64E03974D7A2}" type="presParOf" srcId="{871D98E2-C365-468A-9A7A-DEAC261863F5}" destId="{A1B892BB-26A0-4F49-97A9-011808DD951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4B7C2B-75F8-4996-9384-CB5E2E6AAE47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A56D36D-F83B-4A42-B7BF-734D0CF97262}">
      <dgm:prSet phldrT="[Текст]" custT="1"/>
      <dgm:spPr/>
      <dgm:t>
        <a:bodyPr/>
        <a:lstStyle/>
        <a:p>
          <a:r>
            <a:rPr lang="ru-RU" sz="1200" dirty="0"/>
            <a:t>Классификация по системе представления данных</a:t>
          </a:r>
        </a:p>
      </dgm:t>
    </dgm:pt>
    <dgm:pt modelId="{EBA91250-CC4E-4ADF-B5E3-29ED76062B13}" type="parTrans" cxnId="{C8DFF81D-4626-4D8C-BC83-B4D137F1AD0E}">
      <dgm:prSet/>
      <dgm:spPr/>
      <dgm:t>
        <a:bodyPr/>
        <a:lstStyle/>
        <a:p>
          <a:endParaRPr lang="ru-RU"/>
        </a:p>
      </dgm:t>
    </dgm:pt>
    <dgm:pt modelId="{003B1B15-185D-4742-BB75-7B4E92978E4C}" type="sibTrans" cxnId="{C8DFF81D-4626-4D8C-BC83-B4D137F1AD0E}">
      <dgm:prSet/>
      <dgm:spPr/>
      <dgm:t>
        <a:bodyPr/>
        <a:lstStyle/>
        <a:p>
          <a:endParaRPr lang="ru-RU"/>
        </a:p>
      </dgm:t>
    </dgm:pt>
    <dgm:pt modelId="{170F776F-0F4C-4EA0-A90E-B29A2EDB48F3}">
      <dgm:prSet phldrT="[Текст]" custT="1"/>
      <dgm:spPr/>
      <dgm:t>
        <a:bodyPr/>
        <a:lstStyle/>
        <a:p>
          <a:r>
            <a:rPr lang="ru-RU" sz="1050" dirty="0"/>
            <a:t>"самодельные" форматы хранения данных</a:t>
          </a:r>
        </a:p>
      </dgm:t>
    </dgm:pt>
    <dgm:pt modelId="{09BD679B-59C0-47B2-BCB4-8EC5ADA6EB2C}" type="parTrans" cxnId="{B21382FE-9D7A-4083-9132-F9AD48B1F9E9}">
      <dgm:prSet/>
      <dgm:spPr/>
      <dgm:t>
        <a:bodyPr/>
        <a:lstStyle/>
        <a:p>
          <a:endParaRPr lang="ru-RU"/>
        </a:p>
      </dgm:t>
    </dgm:pt>
    <dgm:pt modelId="{9C3D6C26-EE83-44C4-AB4D-80DB2070815A}" type="sibTrans" cxnId="{B21382FE-9D7A-4083-9132-F9AD48B1F9E9}">
      <dgm:prSet/>
      <dgm:spPr/>
      <dgm:t>
        <a:bodyPr/>
        <a:lstStyle/>
        <a:p>
          <a:endParaRPr lang="ru-RU"/>
        </a:p>
      </dgm:t>
    </dgm:pt>
    <dgm:pt modelId="{B3777252-CFF3-4639-8657-CD59D4E77A1F}">
      <dgm:prSet phldrT="[Текст]" custT="1"/>
      <dgm:spPr/>
      <dgm:t>
        <a:bodyPr/>
        <a:lstStyle/>
        <a:p>
          <a:r>
            <a:rPr lang="ru-RU" sz="1050" dirty="0"/>
            <a:t>специализированные форматы хранения данных</a:t>
          </a:r>
        </a:p>
      </dgm:t>
    </dgm:pt>
    <dgm:pt modelId="{24B8B37D-2E24-4DA0-9772-5E63E011DDB6}" type="parTrans" cxnId="{EF3A5404-D2EF-4A20-9B29-EA3196B88BBB}">
      <dgm:prSet/>
      <dgm:spPr/>
      <dgm:t>
        <a:bodyPr/>
        <a:lstStyle/>
        <a:p>
          <a:endParaRPr lang="ru-RU"/>
        </a:p>
      </dgm:t>
    </dgm:pt>
    <dgm:pt modelId="{C19BADAC-B122-4EEC-87C6-96C4E83D1692}" type="sibTrans" cxnId="{EF3A5404-D2EF-4A20-9B29-EA3196B88BBB}">
      <dgm:prSet/>
      <dgm:spPr/>
      <dgm:t>
        <a:bodyPr/>
        <a:lstStyle/>
        <a:p>
          <a:endParaRPr lang="ru-RU"/>
        </a:p>
      </dgm:t>
    </dgm:pt>
    <dgm:pt modelId="{F30D66CC-B0A6-48D6-9248-0A749437802F}">
      <dgm:prSet custT="1"/>
      <dgm:spPr/>
      <dgm:t>
        <a:bodyPr/>
        <a:lstStyle/>
        <a:p>
          <a:r>
            <a:rPr lang="ru-RU" sz="1050" dirty="0"/>
            <a:t>языки структурированной разметки на основе формата </a:t>
          </a:r>
          <a:r>
            <a:rPr lang="ru-RU" sz="1050" dirty="0" err="1"/>
            <a:t>xml</a:t>
          </a:r>
          <a:endParaRPr lang="ru-RU" sz="1050" dirty="0"/>
        </a:p>
      </dgm:t>
    </dgm:pt>
    <dgm:pt modelId="{E7545142-3387-45CB-A9B4-2DFE09539EDF}" type="parTrans" cxnId="{38E22EFF-E01C-46C0-B7F9-3B10282E13BE}">
      <dgm:prSet/>
      <dgm:spPr/>
      <dgm:t>
        <a:bodyPr/>
        <a:lstStyle/>
        <a:p>
          <a:endParaRPr lang="ru-RU"/>
        </a:p>
      </dgm:t>
    </dgm:pt>
    <dgm:pt modelId="{736BE67C-FD32-415D-A61F-68C07E573098}" type="sibTrans" cxnId="{38E22EFF-E01C-46C0-B7F9-3B10282E13BE}">
      <dgm:prSet/>
      <dgm:spPr/>
      <dgm:t>
        <a:bodyPr/>
        <a:lstStyle/>
        <a:p>
          <a:endParaRPr lang="ru-RU"/>
        </a:p>
      </dgm:t>
    </dgm:pt>
    <dgm:pt modelId="{9BD1BBAE-2B8C-4D31-BDEC-9E9A371820CD}">
      <dgm:prSet custT="1"/>
      <dgm:spPr/>
      <dgm:t>
        <a:bodyPr/>
        <a:lstStyle/>
        <a:p>
          <a:r>
            <a:rPr lang="ru-RU" sz="1050" dirty="0"/>
            <a:t>реляционная модель; </a:t>
          </a:r>
          <a:r>
            <a:rPr lang="en-US" sz="1050" dirty="0"/>
            <a:t>SQL </a:t>
          </a:r>
          <a:r>
            <a:rPr lang="ru-RU" sz="1050" dirty="0"/>
            <a:t>сервер</a:t>
          </a:r>
        </a:p>
      </dgm:t>
    </dgm:pt>
    <dgm:pt modelId="{4374B4FF-C99D-40D9-B9FD-4957077743F1}" type="parTrans" cxnId="{41A6AA2C-24F8-4C6C-9F0D-C6522842DCEB}">
      <dgm:prSet/>
      <dgm:spPr/>
      <dgm:t>
        <a:bodyPr/>
        <a:lstStyle/>
        <a:p>
          <a:endParaRPr lang="ru-RU"/>
        </a:p>
      </dgm:t>
    </dgm:pt>
    <dgm:pt modelId="{B044D9AC-FCA1-4B44-B9F6-ACF5D05B02FE}" type="sibTrans" cxnId="{41A6AA2C-24F8-4C6C-9F0D-C6522842DCEB}">
      <dgm:prSet/>
      <dgm:spPr/>
      <dgm:t>
        <a:bodyPr/>
        <a:lstStyle/>
        <a:p>
          <a:endParaRPr lang="ru-RU"/>
        </a:p>
      </dgm:t>
    </dgm:pt>
    <dgm:pt modelId="{691D8297-191F-4B8C-8104-81F203A41FAA}">
      <dgm:prSet custT="1"/>
      <dgm:spPr/>
      <dgm:t>
        <a:bodyPr/>
        <a:lstStyle/>
        <a:p>
          <a:r>
            <a:rPr lang="ru-RU" sz="1050" dirty="0"/>
            <a:t>объектная, объектно-реляционная модель</a:t>
          </a:r>
        </a:p>
      </dgm:t>
    </dgm:pt>
    <dgm:pt modelId="{FB4C2E25-6E5C-4566-A984-8E521248C412}" type="parTrans" cxnId="{09588335-0037-482E-BC5C-CDA401319792}">
      <dgm:prSet/>
      <dgm:spPr/>
      <dgm:t>
        <a:bodyPr/>
        <a:lstStyle/>
        <a:p>
          <a:endParaRPr lang="ru-RU"/>
        </a:p>
      </dgm:t>
    </dgm:pt>
    <dgm:pt modelId="{B1D3EC73-DC8A-4DFA-A23B-D321B9CA3F6C}" type="sibTrans" cxnId="{09588335-0037-482E-BC5C-CDA401319792}">
      <dgm:prSet/>
      <dgm:spPr/>
      <dgm:t>
        <a:bodyPr/>
        <a:lstStyle/>
        <a:p>
          <a:endParaRPr lang="ru-RU"/>
        </a:p>
      </dgm:t>
    </dgm:pt>
    <dgm:pt modelId="{8E1A21FA-2CD5-46A7-8201-D3203055208B}">
      <dgm:prSet custT="1"/>
      <dgm:spPr/>
      <dgm:t>
        <a:bodyPr/>
        <a:lstStyle/>
        <a:p>
          <a:r>
            <a:rPr lang="ru-RU" sz="1050" dirty="0" err="1"/>
            <a:t>Документо</a:t>
          </a:r>
          <a:r>
            <a:rPr lang="ru-RU" sz="1050" dirty="0"/>
            <a:t>-ориентированное хранилище</a:t>
          </a:r>
        </a:p>
      </dgm:t>
    </dgm:pt>
    <dgm:pt modelId="{3B5635E1-0912-4C50-875E-F58E21BB92FF}" type="parTrans" cxnId="{6A5565B8-48AF-4EBC-AADA-399300C88AC0}">
      <dgm:prSet/>
      <dgm:spPr/>
      <dgm:t>
        <a:bodyPr/>
        <a:lstStyle/>
        <a:p>
          <a:endParaRPr lang="ru-RU"/>
        </a:p>
      </dgm:t>
    </dgm:pt>
    <dgm:pt modelId="{9E5B234E-0A90-4EBE-A781-5BDEE794023A}" type="sibTrans" cxnId="{6A5565B8-48AF-4EBC-AADA-399300C88AC0}">
      <dgm:prSet/>
      <dgm:spPr/>
      <dgm:t>
        <a:bodyPr/>
        <a:lstStyle/>
        <a:p>
          <a:endParaRPr lang="ru-RU"/>
        </a:p>
      </dgm:t>
    </dgm:pt>
    <dgm:pt modelId="{874A81E7-BAAC-44AB-884A-B3764CA4689B}" type="pres">
      <dgm:prSet presAssocID="{BD4B7C2B-75F8-4996-9384-CB5E2E6AAE4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1D6234FD-5C20-4E2B-AE70-6E09862EAC28}" type="pres">
      <dgm:prSet presAssocID="{8A56D36D-F83B-4A42-B7BF-734D0CF97262}" presName="hierRoot1" presStyleCnt="0">
        <dgm:presLayoutVars>
          <dgm:hierBranch val="init"/>
        </dgm:presLayoutVars>
      </dgm:prSet>
      <dgm:spPr/>
    </dgm:pt>
    <dgm:pt modelId="{D38A7026-1FA4-4220-94D5-1E2BF9855176}" type="pres">
      <dgm:prSet presAssocID="{8A56D36D-F83B-4A42-B7BF-734D0CF97262}" presName="rootComposite1" presStyleCnt="0"/>
      <dgm:spPr/>
    </dgm:pt>
    <dgm:pt modelId="{DAEB445A-FB67-4876-A6E0-B76072E4F8E7}" type="pres">
      <dgm:prSet presAssocID="{8A56D36D-F83B-4A42-B7BF-734D0CF97262}" presName="rootText1" presStyleLbl="node0" presStyleIdx="0" presStyleCnt="1" custScaleX="2138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E8748BD-F031-4F75-B368-434CD0ECB720}" type="pres">
      <dgm:prSet presAssocID="{8A56D36D-F83B-4A42-B7BF-734D0CF97262}" presName="rootConnector1" presStyleLbl="node1" presStyleIdx="0" presStyleCnt="0"/>
      <dgm:spPr/>
      <dgm:t>
        <a:bodyPr/>
        <a:lstStyle/>
        <a:p>
          <a:endParaRPr lang="ru-RU"/>
        </a:p>
      </dgm:t>
    </dgm:pt>
    <dgm:pt modelId="{63174881-43E0-4FCF-8AA1-294D9EE6EB30}" type="pres">
      <dgm:prSet presAssocID="{8A56D36D-F83B-4A42-B7BF-734D0CF97262}" presName="hierChild2" presStyleCnt="0"/>
      <dgm:spPr/>
    </dgm:pt>
    <dgm:pt modelId="{87F69923-6756-475A-951A-3C5408A7B095}" type="pres">
      <dgm:prSet presAssocID="{09BD679B-59C0-47B2-BCB4-8EC5ADA6EB2C}" presName="Name37" presStyleLbl="parChTrans1D2" presStyleIdx="0" presStyleCnt="6"/>
      <dgm:spPr/>
      <dgm:t>
        <a:bodyPr/>
        <a:lstStyle/>
        <a:p>
          <a:endParaRPr lang="ru-RU"/>
        </a:p>
      </dgm:t>
    </dgm:pt>
    <dgm:pt modelId="{E6D425A3-BFBF-4BF1-AEFC-1D0E689B5038}" type="pres">
      <dgm:prSet presAssocID="{170F776F-0F4C-4EA0-A90E-B29A2EDB48F3}" presName="hierRoot2" presStyleCnt="0">
        <dgm:presLayoutVars>
          <dgm:hierBranch val="init"/>
        </dgm:presLayoutVars>
      </dgm:prSet>
      <dgm:spPr/>
    </dgm:pt>
    <dgm:pt modelId="{109D41DB-14DF-4807-8756-91429525F6B8}" type="pres">
      <dgm:prSet presAssocID="{170F776F-0F4C-4EA0-A90E-B29A2EDB48F3}" presName="rootComposite" presStyleCnt="0"/>
      <dgm:spPr/>
    </dgm:pt>
    <dgm:pt modelId="{48C07519-E4D9-433B-8FAC-CCC85B415D46}" type="pres">
      <dgm:prSet presAssocID="{170F776F-0F4C-4EA0-A90E-B29A2EDB48F3}" presName="rootText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AE85118-9A15-42FD-9755-B82D17614C86}" type="pres">
      <dgm:prSet presAssocID="{170F776F-0F4C-4EA0-A90E-B29A2EDB48F3}" presName="rootConnector" presStyleLbl="node2" presStyleIdx="0" presStyleCnt="6"/>
      <dgm:spPr/>
      <dgm:t>
        <a:bodyPr/>
        <a:lstStyle/>
        <a:p>
          <a:endParaRPr lang="ru-RU"/>
        </a:p>
      </dgm:t>
    </dgm:pt>
    <dgm:pt modelId="{9EA16CBB-4A8D-4563-B2F5-2BE5D4535385}" type="pres">
      <dgm:prSet presAssocID="{170F776F-0F4C-4EA0-A90E-B29A2EDB48F3}" presName="hierChild4" presStyleCnt="0"/>
      <dgm:spPr/>
    </dgm:pt>
    <dgm:pt modelId="{8D9A5A58-CAB7-4FA7-B275-D8B48FAB7B19}" type="pres">
      <dgm:prSet presAssocID="{170F776F-0F4C-4EA0-A90E-B29A2EDB48F3}" presName="hierChild5" presStyleCnt="0"/>
      <dgm:spPr/>
    </dgm:pt>
    <dgm:pt modelId="{7F6CD076-5316-4101-A3AB-A0961C04F2AB}" type="pres">
      <dgm:prSet presAssocID="{24B8B37D-2E24-4DA0-9772-5E63E011DDB6}" presName="Name37" presStyleLbl="parChTrans1D2" presStyleIdx="1" presStyleCnt="6"/>
      <dgm:spPr/>
      <dgm:t>
        <a:bodyPr/>
        <a:lstStyle/>
        <a:p>
          <a:endParaRPr lang="ru-RU"/>
        </a:p>
      </dgm:t>
    </dgm:pt>
    <dgm:pt modelId="{21C6C1BF-7581-4175-8FD7-459AE57FF5B9}" type="pres">
      <dgm:prSet presAssocID="{B3777252-CFF3-4639-8657-CD59D4E77A1F}" presName="hierRoot2" presStyleCnt="0">
        <dgm:presLayoutVars>
          <dgm:hierBranch val="init"/>
        </dgm:presLayoutVars>
      </dgm:prSet>
      <dgm:spPr/>
    </dgm:pt>
    <dgm:pt modelId="{031FADAC-E4B0-46EE-8E25-288A419543E8}" type="pres">
      <dgm:prSet presAssocID="{B3777252-CFF3-4639-8657-CD59D4E77A1F}" presName="rootComposite" presStyleCnt="0"/>
      <dgm:spPr/>
    </dgm:pt>
    <dgm:pt modelId="{D96997E7-2719-4089-80EF-07955B9E8385}" type="pres">
      <dgm:prSet presAssocID="{B3777252-CFF3-4639-8657-CD59D4E77A1F}" presName="rootText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75AC708-78F8-4902-A5E2-E0077D747C15}" type="pres">
      <dgm:prSet presAssocID="{B3777252-CFF3-4639-8657-CD59D4E77A1F}" presName="rootConnector" presStyleLbl="node2" presStyleIdx="1" presStyleCnt="6"/>
      <dgm:spPr/>
      <dgm:t>
        <a:bodyPr/>
        <a:lstStyle/>
        <a:p>
          <a:endParaRPr lang="ru-RU"/>
        </a:p>
      </dgm:t>
    </dgm:pt>
    <dgm:pt modelId="{DABCCAA5-BDBB-40B1-AB52-594703066D19}" type="pres">
      <dgm:prSet presAssocID="{B3777252-CFF3-4639-8657-CD59D4E77A1F}" presName="hierChild4" presStyleCnt="0"/>
      <dgm:spPr/>
    </dgm:pt>
    <dgm:pt modelId="{6F50DF4C-D1A0-4FDE-ABA0-58C3F2264627}" type="pres">
      <dgm:prSet presAssocID="{B3777252-CFF3-4639-8657-CD59D4E77A1F}" presName="hierChild5" presStyleCnt="0"/>
      <dgm:spPr/>
    </dgm:pt>
    <dgm:pt modelId="{5349D851-2DA5-4C17-B6A8-120664AD99A7}" type="pres">
      <dgm:prSet presAssocID="{E7545142-3387-45CB-A9B4-2DFE09539EDF}" presName="Name37" presStyleLbl="parChTrans1D2" presStyleIdx="2" presStyleCnt="6"/>
      <dgm:spPr/>
      <dgm:t>
        <a:bodyPr/>
        <a:lstStyle/>
        <a:p>
          <a:endParaRPr lang="ru-RU"/>
        </a:p>
      </dgm:t>
    </dgm:pt>
    <dgm:pt modelId="{6CD73037-D554-4AB9-8322-9AB6F62F84D9}" type="pres">
      <dgm:prSet presAssocID="{F30D66CC-B0A6-48D6-9248-0A749437802F}" presName="hierRoot2" presStyleCnt="0">
        <dgm:presLayoutVars>
          <dgm:hierBranch val="init"/>
        </dgm:presLayoutVars>
      </dgm:prSet>
      <dgm:spPr/>
    </dgm:pt>
    <dgm:pt modelId="{ABD4C32E-8A1C-4B53-AC5E-92F102489165}" type="pres">
      <dgm:prSet presAssocID="{F30D66CC-B0A6-48D6-9248-0A749437802F}" presName="rootComposite" presStyleCnt="0"/>
      <dgm:spPr/>
    </dgm:pt>
    <dgm:pt modelId="{E98868CD-AFB5-4639-A2D9-49DF9F1F5E35}" type="pres">
      <dgm:prSet presAssocID="{F30D66CC-B0A6-48D6-9248-0A749437802F}" presName="rootText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5567087-3A95-4F3D-B85B-68AC8D6CFCF7}" type="pres">
      <dgm:prSet presAssocID="{F30D66CC-B0A6-48D6-9248-0A749437802F}" presName="rootConnector" presStyleLbl="node2" presStyleIdx="2" presStyleCnt="6"/>
      <dgm:spPr/>
      <dgm:t>
        <a:bodyPr/>
        <a:lstStyle/>
        <a:p>
          <a:endParaRPr lang="ru-RU"/>
        </a:p>
      </dgm:t>
    </dgm:pt>
    <dgm:pt modelId="{13781E41-367F-426C-8C89-948FC6DE0AC0}" type="pres">
      <dgm:prSet presAssocID="{F30D66CC-B0A6-48D6-9248-0A749437802F}" presName="hierChild4" presStyleCnt="0"/>
      <dgm:spPr/>
    </dgm:pt>
    <dgm:pt modelId="{19A69204-DD8F-47E7-998F-0BAB60CF9D84}" type="pres">
      <dgm:prSet presAssocID="{F30D66CC-B0A6-48D6-9248-0A749437802F}" presName="hierChild5" presStyleCnt="0"/>
      <dgm:spPr/>
    </dgm:pt>
    <dgm:pt modelId="{B028C55A-7C50-4C06-A9FF-1BBCC261E799}" type="pres">
      <dgm:prSet presAssocID="{4374B4FF-C99D-40D9-B9FD-4957077743F1}" presName="Name37" presStyleLbl="parChTrans1D2" presStyleIdx="3" presStyleCnt="6"/>
      <dgm:spPr/>
      <dgm:t>
        <a:bodyPr/>
        <a:lstStyle/>
        <a:p>
          <a:endParaRPr lang="ru-RU"/>
        </a:p>
      </dgm:t>
    </dgm:pt>
    <dgm:pt modelId="{7999DD90-6FAB-48F6-9A2F-34E663BA38AB}" type="pres">
      <dgm:prSet presAssocID="{9BD1BBAE-2B8C-4D31-BDEC-9E9A371820CD}" presName="hierRoot2" presStyleCnt="0">
        <dgm:presLayoutVars>
          <dgm:hierBranch val="init"/>
        </dgm:presLayoutVars>
      </dgm:prSet>
      <dgm:spPr/>
    </dgm:pt>
    <dgm:pt modelId="{CD915FA0-69A9-44ED-8C56-8A827C7AC3DE}" type="pres">
      <dgm:prSet presAssocID="{9BD1BBAE-2B8C-4D31-BDEC-9E9A371820CD}" presName="rootComposite" presStyleCnt="0"/>
      <dgm:spPr/>
    </dgm:pt>
    <dgm:pt modelId="{EF32CD0A-BCB1-4666-A483-B5C3010C258D}" type="pres">
      <dgm:prSet presAssocID="{9BD1BBAE-2B8C-4D31-BDEC-9E9A371820CD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61AE2C-857D-4084-8BC0-9AD082EC6250}" type="pres">
      <dgm:prSet presAssocID="{9BD1BBAE-2B8C-4D31-BDEC-9E9A371820CD}" presName="rootConnector" presStyleLbl="node2" presStyleIdx="3" presStyleCnt="6"/>
      <dgm:spPr/>
      <dgm:t>
        <a:bodyPr/>
        <a:lstStyle/>
        <a:p>
          <a:endParaRPr lang="ru-RU"/>
        </a:p>
      </dgm:t>
    </dgm:pt>
    <dgm:pt modelId="{98342754-1F51-4D56-8E40-37B6A2C7B429}" type="pres">
      <dgm:prSet presAssocID="{9BD1BBAE-2B8C-4D31-BDEC-9E9A371820CD}" presName="hierChild4" presStyleCnt="0"/>
      <dgm:spPr/>
    </dgm:pt>
    <dgm:pt modelId="{0E2B0940-63FD-4A16-83C1-174CD7AFFFEB}" type="pres">
      <dgm:prSet presAssocID="{9BD1BBAE-2B8C-4D31-BDEC-9E9A371820CD}" presName="hierChild5" presStyleCnt="0"/>
      <dgm:spPr/>
    </dgm:pt>
    <dgm:pt modelId="{39A98808-D5B0-494E-8E05-FD3292B62461}" type="pres">
      <dgm:prSet presAssocID="{FB4C2E25-6E5C-4566-A984-8E521248C412}" presName="Name37" presStyleLbl="parChTrans1D2" presStyleIdx="4" presStyleCnt="6"/>
      <dgm:spPr/>
      <dgm:t>
        <a:bodyPr/>
        <a:lstStyle/>
        <a:p>
          <a:endParaRPr lang="ru-RU"/>
        </a:p>
      </dgm:t>
    </dgm:pt>
    <dgm:pt modelId="{6C094646-EF38-4889-BA45-0245D274D1A0}" type="pres">
      <dgm:prSet presAssocID="{691D8297-191F-4B8C-8104-81F203A41FAA}" presName="hierRoot2" presStyleCnt="0">
        <dgm:presLayoutVars>
          <dgm:hierBranch val="init"/>
        </dgm:presLayoutVars>
      </dgm:prSet>
      <dgm:spPr/>
    </dgm:pt>
    <dgm:pt modelId="{CC78D110-C4D1-41D1-A286-0176A99A8552}" type="pres">
      <dgm:prSet presAssocID="{691D8297-191F-4B8C-8104-81F203A41FAA}" presName="rootComposite" presStyleCnt="0"/>
      <dgm:spPr/>
    </dgm:pt>
    <dgm:pt modelId="{9B336824-10D1-44E8-AFDA-E602CDA3F58F}" type="pres">
      <dgm:prSet presAssocID="{691D8297-191F-4B8C-8104-81F203A41FAA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3E3A23A-19F2-4F5D-8CEC-91C1A5A5633D}" type="pres">
      <dgm:prSet presAssocID="{691D8297-191F-4B8C-8104-81F203A41FAA}" presName="rootConnector" presStyleLbl="node2" presStyleIdx="4" presStyleCnt="6"/>
      <dgm:spPr/>
      <dgm:t>
        <a:bodyPr/>
        <a:lstStyle/>
        <a:p>
          <a:endParaRPr lang="ru-RU"/>
        </a:p>
      </dgm:t>
    </dgm:pt>
    <dgm:pt modelId="{F14ABDA7-9E43-447A-B27D-83B87679ACB6}" type="pres">
      <dgm:prSet presAssocID="{691D8297-191F-4B8C-8104-81F203A41FAA}" presName="hierChild4" presStyleCnt="0"/>
      <dgm:spPr/>
    </dgm:pt>
    <dgm:pt modelId="{63EE0173-ED23-4522-BF7F-976D8BFFA712}" type="pres">
      <dgm:prSet presAssocID="{691D8297-191F-4B8C-8104-81F203A41FAA}" presName="hierChild5" presStyleCnt="0"/>
      <dgm:spPr/>
    </dgm:pt>
    <dgm:pt modelId="{97AED68C-D6DC-47DB-AE94-44BA89920EF0}" type="pres">
      <dgm:prSet presAssocID="{3B5635E1-0912-4C50-875E-F58E21BB92FF}" presName="Name37" presStyleLbl="parChTrans1D2" presStyleIdx="5" presStyleCnt="6"/>
      <dgm:spPr/>
      <dgm:t>
        <a:bodyPr/>
        <a:lstStyle/>
        <a:p>
          <a:endParaRPr lang="ru-RU"/>
        </a:p>
      </dgm:t>
    </dgm:pt>
    <dgm:pt modelId="{4B48186A-0F80-4BB2-BAD9-ABFBCB78ACF6}" type="pres">
      <dgm:prSet presAssocID="{8E1A21FA-2CD5-46A7-8201-D3203055208B}" presName="hierRoot2" presStyleCnt="0">
        <dgm:presLayoutVars>
          <dgm:hierBranch val="init"/>
        </dgm:presLayoutVars>
      </dgm:prSet>
      <dgm:spPr/>
    </dgm:pt>
    <dgm:pt modelId="{A5444FBC-96B7-44BA-ACEE-6AC0875355D5}" type="pres">
      <dgm:prSet presAssocID="{8E1A21FA-2CD5-46A7-8201-D3203055208B}" presName="rootComposite" presStyleCnt="0"/>
      <dgm:spPr/>
    </dgm:pt>
    <dgm:pt modelId="{3649F0AC-1169-4B81-9440-1CAC4F041E0C}" type="pres">
      <dgm:prSet presAssocID="{8E1A21FA-2CD5-46A7-8201-D3203055208B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B55F3CA-DF8E-4056-8C91-1BE621A5AAD6}" type="pres">
      <dgm:prSet presAssocID="{8E1A21FA-2CD5-46A7-8201-D3203055208B}" presName="rootConnector" presStyleLbl="node2" presStyleIdx="5" presStyleCnt="6"/>
      <dgm:spPr/>
      <dgm:t>
        <a:bodyPr/>
        <a:lstStyle/>
        <a:p>
          <a:endParaRPr lang="ru-RU"/>
        </a:p>
      </dgm:t>
    </dgm:pt>
    <dgm:pt modelId="{6DE5C72B-F99C-4E1B-90C2-824301695432}" type="pres">
      <dgm:prSet presAssocID="{8E1A21FA-2CD5-46A7-8201-D3203055208B}" presName="hierChild4" presStyleCnt="0"/>
      <dgm:spPr/>
    </dgm:pt>
    <dgm:pt modelId="{E431D4BE-10F6-4F8D-8970-80C7F4947BCA}" type="pres">
      <dgm:prSet presAssocID="{8E1A21FA-2CD5-46A7-8201-D3203055208B}" presName="hierChild5" presStyleCnt="0"/>
      <dgm:spPr/>
    </dgm:pt>
    <dgm:pt modelId="{30868C3F-8B90-4C0B-8461-FF0681482E62}" type="pres">
      <dgm:prSet presAssocID="{8A56D36D-F83B-4A42-B7BF-734D0CF97262}" presName="hierChild3" presStyleCnt="0"/>
      <dgm:spPr/>
    </dgm:pt>
  </dgm:ptLst>
  <dgm:cxnLst>
    <dgm:cxn modelId="{FB9C216E-C600-4FB0-8A41-1DFBE9F7F1BA}" type="presOf" srcId="{8E1A21FA-2CD5-46A7-8201-D3203055208B}" destId="{9B55F3CA-DF8E-4056-8C91-1BE621A5AAD6}" srcOrd="1" destOrd="0" presId="urn:microsoft.com/office/officeart/2005/8/layout/orgChart1"/>
    <dgm:cxn modelId="{629735A9-0D49-4A67-BA9B-AFC9B251CE05}" type="presOf" srcId="{9BD1BBAE-2B8C-4D31-BDEC-9E9A371820CD}" destId="{EF32CD0A-BCB1-4666-A483-B5C3010C258D}" srcOrd="0" destOrd="0" presId="urn:microsoft.com/office/officeart/2005/8/layout/orgChart1"/>
    <dgm:cxn modelId="{9FEBC51F-E9B3-45D8-B4E3-001C3055677F}" type="presOf" srcId="{FB4C2E25-6E5C-4566-A984-8E521248C412}" destId="{39A98808-D5B0-494E-8E05-FD3292B62461}" srcOrd="0" destOrd="0" presId="urn:microsoft.com/office/officeart/2005/8/layout/orgChart1"/>
    <dgm:cxn modelId="{C8DFF81D-4626-4D8C-BC83-B4D137F1AD0E}" srcId="{BD4B7C2B-75F8-4996-9384-CB5E2E6AAE47}" destId="{8A56D36D-F83B-4A42-B7BF-734D0CF97262}" srcOrd="0" destOrd="0" parTransId="{EBA91250-CC4E-4ADF-B5E3-29ED76062B13}" sibTransId="{003B1B15-185D-4742-BB75-7B4E92978E4C}"/>
    <dgm:cxn modelId="{10533AA8-EE37-4379-B2C9-599009BAA447}" type="presOf" srcId="{8E1A21FA-2CD5-46A7-8201-D3203055208B}" destId="{3649F0AC-1169-4B81-9440-1CAC4F041E0C}" srcOrd="0" destOrd="0" presId="urn:microsoft.com/office/officeart/2005/8/layout/orgChart1"/>
    <dgm:cxn modelId="{8B9B363D-3BF8-44FF-94CA-568CF0D30A2E}" type="presOf" srcId="{24B8B37D-2E24-4DA0-9772-5E63E011DDB6}" destId="{7F6CD076-5316-4101-A3AB-A0961C04F2AB}" srcOrd="0" destOrd="0" presId="urn:microsoft.com/office/officeart/2005/8/layout/orgChart1"/>
    <dgm:cxn modelId="{6A5565B8-48AF-4EBC-AADA-399300C88AC0}" srcId="{8A56D36D-F83B-4A42-B7BF-734D0CF97262}" destId="{8E1A21FA-2CD5-46A7-8201-D3203055208B}" srcOrd="5" destOrd="0" parTransId="{3B5635E1-0912-4C50-875E-F58E21BB92FF}" sibTransId="{9E5B234E-0A90-4EBE-A781-5BDEE794023A}"/>
    <dgm:cxn modelId="{F18B3AC7-EDAA-4B98-8D77-61F6DEA572E5}" type="presOf" srcId="{691D8297-191F-4B8C-8104-81F203A41FAA}" destId="{63E3A23A-19F2-4F5D-8CEC-91C1A5A5633D}" srcOrd="1" destOrd="0" presId="urn:microsoft.com/office/officeart/2005/8/layout/orgChart1"/>
    <dgm:cxn modelId="{38E22EFF-E01C-46C0-B7F9-3B10282E13BE}" srcId="{8A56D36D-F83B-4A42-B7BF-734D0CF97262}" destId="{F30D66CC-B0A6-48D6-9248-0A749437802F}" srcOrd="2" destOrd="0" parTransId="{E7545142-3387-45CB-A9B4-2DFE09539EDF}" sibTransId="{736BE67C-FD32-415D-A61F-68C07E573098}"/>
    <dgm:cxn modelId="{7B041AA9-716B-4C8F-90E9-4D6EEE9E1775}" type="presOf" srcId="{9BD1BBAE-2B8C-4D31-BDEC-9E9A371820CD}" destId="{4C61AE2C-857D-4084-8BC0-9AD082EC6250}" srcOrd="1" destOrd="0" presId="urn:microsoft.com/office/officeart/2005/8/layout/orgChart1"/>
    <dgm:cxn modelId="{FF4AABFE-A8B4-4FE7-B0A2-7A4766B9A243}" type="presOf" srcId="{B3777252-CFF3-4639-8657-CD59D4E77A1F}" destId="{575AC708-78F8-4902-A5E2-E0077D747C15}" srcOrd="1" destOrd="0" presId="urn:microsoft.com/office/officeart/2005/8/layout/orgChart1"/>
    <dgm:cxn modelId="{11FDE2B8-DE40-4C85-91E9-FB938E40FA4C}" type="presOf" srcId="{170F776F-0F4C-4EA0-A90E-B29A2EDB48F3}" destId="{48C07519-E4D9-433B-8FAC-CCC85B415D46}" srcOrd="0" destOrd="0" presId="urn:microsoft.com/office/officeart/2005/8/layout/orgChart1"/>
    <dgm:cxn modelId="{09588335-0037-482E-BC5C-CDA401319792}" srcId="{8A56D36D-F83B-4A42-B7BF-734D0CF97262}" destId="{691D8297-191F-4B8C-8104-81F203A41FAA}" srcOrd="4" destOrd="0" parTransId="{FB4C2E25-6E5C-4566-A984-8E521248C412}" sibTransId="{B1D3EC73-DC8A-4DFA-A23B-D321B9CA3F6C}"/>
    <dgm:cxn modelId="{BA679451-CD36-48A0-B6BB-F9D451ADC4A4}" type="presOf" srcId="{E7545142-3387-45CB-A9B4-2DFE09539EDF}" destId="{5349D851-2DA5-4C17-B6A8-120664AD99A7}" srcOrd="0" destOrd="0" presId="urn:microsoft.com/office/officeart/2005/8/layout/orgChart1"/>
    <dgm:cxn modelId="{AC50258F-56F5-4E1F-8B76-A42E9DC28ED9}" type="presOf" srcId="{691D8297-191F-4B8C-8104-81F203A41FAA}" destId="{9B336824-10D1-44E8-AFDA-E602CDA3F58F}" srcOrd="0" destOrd="0" presId="urn:microsoft.com/office/officeart/2005/8/layout/orgChart1"/>
    <dgm:cxn modelId="{257D49C7-D030-4E25-9C47-DB8729E0FD5E}" type="presOf" srcId="{F30D66CC-B0A6-48D6-9248-0A749437802F}" destId="{85567087-3A95-4F3D-B85B-68AC8D6CFCF7}" srcOrd="1" destOrd="0" presId="urn:microsoft.com/office/officeart/2005/8/layout/orgChart1"/>
    <dgm:cxn modelId="{EF3A5404-D2EF-4A20-9B29-EA3196B88BBB}" srcId="{8A56D36D-F83B-4A42-B7BF-734D0CF97262}" destId="{B3777252-CFF3-4639-8657-CD59D4E77A1F}" srcOrd="1" destOrd="0" parTransId="{24B8B37D-2E24-4DA0-9772-5E63E011DDB6}" sibTransId="{C19BADAC-B122-4EEC-87C6-96C4E83D1692}"/>
    <dgm:cxn modelId="{02D69871-3BB3-4658-A5CA-4FC499857F0D}" type="presOf" srcId="{170F776F-0F4C-4EA0-A90E-B29A2EDB48F3}" destId="{DAE85118-9A15-42FD-9755-B82D17614C86}" srcOrd="1" destOrd="0" presId="urn:microsoft.com/office/officeart/2005/8/layout/orgChart1"/>
    <dgm:cxn modelId="{41A6AA2C-24F8-4C6C-9F0D-C6522842DCEB}" srcId="{8A56D36D-F83B-4A42-B7BF-734D0CF97262}" destId="{9BD1BBAE-2B8C-4D31-BDEC-9E9A371820CD}" srcOrd="3" destOrd="0" parTransId="{4374B4FF-C99D-40D9-B9FD-4957077743F1}" sibTransId="{B044D9AC-FCA1-4B44-B9F6-ACF5D05B02FE}"/>
    <dgm:cxn modelId="{F91A15F4-E4AB-4E11-BF6D-B8A483F89BE0}" type="presOf" srcId="{4374B4FF-C99D-40D9-B9FD-4957077743F1}" destId="{B028C55A-7C50-4C06-A9FF-1BBCC261E799}" srcOrd="0" destOrd="0" presId="urn:microsoft.com/office/officeart/2005/8/layout/orgChart1"/>
    <dgm:cxn modelId="{1E99E3C1-EE30-4A3C-9458-B62D07AFA601}" type="presOf" srcId="{B3777252-CFF3-4639-8657-CD59D4E77A1F}" destId="{D96997E7-2719-4089-80EF-07955B9E8385}" srcOrd="0" destOrd="0" presId="urn:microsoft.com/office/officeart/2005/8/layout/orgChart1"/>
    <dgm:cxn modelId="{1A516140-D275-44BD-B203-87BE076AE780}" type="presOf" srcId="{8A56D36D-F83B-4A42-B7BF-734D0CF97262}" destId="{DAEB445A-FB67-4876-A6E0-B76072E4F8E7}" srcOrd="0" destOrd="0" presId="urn:microsoft.com/office/officeart/2005/8/layout/orgChart1"/>
    <dgm:cxn modelId="{B355F1F4-EAB3-4D7B-9714-99AC7E2FD8E8}" type="presOf" srcId="{BD4B7C2B-75F8-4996-9384-CB5E2E6AAE47}" destId="{874A81E7-BAAC-44AB-884A-B3764CA4689B}" srcOrd="0" destOrd="0" presId="urn:microsoft.com/office/officeart/2005/8/layout/orgChart1"/>
    <dgm:cxn modelId="{B21382FE-9D7A-4083-9132-F9AD48B1F9E9}" srcId="{8A56D36D-F83B-4A42-B7BF-734D0CF97262}" destId="{170F776F-0F4C-4EA0-A90E-B29A2EDB48F3}" srcOrd="0" destOrd="0" parTransId="{09BD679B-59C0-47B2-BCB4-8EC5ADA6EB2C}" sibTransId="{9C3D6C26-EE83-44C4-AB4D-80DB2070815A}"/>
    <dgm:cxn modelId="{24B5F990-8587-4D82-AFF2-38F9C3622D3F}" type="presOf" srcId="{8A56D36D-F83B-4A42-B7BF-734D0CF97262}" destId="{7E8748BD-F031-4F75-B368-434CD0ECB720}" srcOrd="1" destOrd="0" presId="urn:microsoft.com/office/officeart/2005/8/layout/orgChart1"/>
    <dgm:cxn modelId="{EB9066EF-661A-4BB6-896A-9E518B40E5D9}" type="presOf" srcId="{09BD679B-59C0-47B2-BCB4-8EC5ADA6EB2C}" destId="{87F69923-6756-475A-951A-3C5408A7B095}" srcOrd="0" destOrd="0" presId="urn:microsoft.com/office/officeart/2005/8/layout/orgChart1"/>
    <dgm:cxn modelId="{8C7A0EAD-0A95-4D8A-8540-E2F4EDA9219F}" type="presOf" srcId="{F30D66CC-B0A6-48D6-9248-0A749437802F}" destId="{E98868CD-AFB5-4639-A2D9-49DF9F1F5E35}" srcOrd="0" destOrd="0" presId="urn:microsoft.com/office/officeart/2005/8/layout/orgChart1"/>
    <dgm:cxn modelId="{4CFEC1A5-8A51-4FBB-97B8-743B428D172D}" type="presOf" srcId="{3B5635E1-0912-4C50-875E-F58E21BB92FF}" destId="{97AED68C-D6DC-47DB-AE94-44BA89920EF0}" srcOrd="0" destOrd="0" presId="urn:microsoft.com/office/officeart/2005/8/layout/orgChart1"/>
    <dgm:cxn modelId="{A6D88812-1BBE-4653-B237-B6676313B703}" type="presParOf" srcId="{874A81E7-BAAC-44AB-884A-B3764CA4689B}" destId="{1D6234FD-5C20-4E2B-AE70-6E09862EAC28}" srcOrd="0" destOrd="0" presId="urn:microsoft.com/office/officeart/2005/8/layout/orgChart1"/>
    <dgm:cxn modelId="{D7985695-227E-43BB-9B0E-6A16DF255B0D}" type="presParOf" srcId="{1D6234FD-5C20-4E2B-AE70-6E09862EAC28}" destId="{D38A7026-1FA4-4220-94D5-1E2BF9855176}" srcOrd="0" destOrd="0" presId="urn:microsoft.com/office/officeart/2005/8/layout/orgChart1"/>
    <dgm:cxn modelId="{B3D3701D-EC4B-411C-B57F-7CF1C169D2FE}" type="presParOf" srcId="{D38A7026-1FA4-4220-94D5-1E2BF9855176}" destId="{DAEB445A-FB67-4876-A6E0-B76072E4F8E7}" srcOrd="0" destOrd="0" presId="urn:microsoft.com/office/officeart/2005/8/layout/orgChart1"/>
    <dgm:cxn modelId="{77F32E51-14CA-4E07-988F-ECD12AF0BDD2}" type="presParOf" srcId="{D38A7026-1FA4-4220-94D5-1E2BF9855176}" destId="{7E8748BD-F031-4F75-B368-434CD0ECB720}" srcOrd="1" destOrd="0" presId="urn:microsoft.com/office/officeart/2005/8/layout/orgChart1"/>
    <dgm:cxn modelId="{62B840BD-8301-4C2E-90B4-622A1094B27F}" type="presParOf" srcId="{1D6234FD-5C20-4E2B-AE70-6E09862EAC28}" destId="{63174881-43E0-4FCF-8AA1-294D9EE6EB30}" srcOrd="1" destOrd="0" presId="urn:microsoft.com/office/officeart/2005/8/layout/orgChart1"/>
    <dgm:cxn modelId="{9A85ED0E-72C7-495E-B01A-C9199FCBCFC2}" type="presParOf" srcId="{63174881-43E0-4FCF-8AA1-294D9EE6EB30}" destId="{87F69923-6756-475A-951A-3C5408A7B095}" srcOrd="0" destOrd="0" presId="urn:microsoft.com/office/officeart/2005/8/layout/orgChart1"/>
    <dgm:cxn modelId="{4EC20EC2-AB9C-40E9-9DEC-679C0E0CE67C}" type="presParOf" srcId="{63174881-43E0-4FCF-8AA1-294D9EE6EB30}" destId="{E6D425A3-BFBF-4BF1-AEFC-1D0E689B5038}" srcOrd="1" destOrd="0" presId="urn:microsoft.com/office/officeart/2005/8/layout/orgChart1"/>
    <dgm:cxn modelId="{024FCF87-C872-4A5D-9615-9D1AE9E64767}" type="presParOf" srcId="{E6D425A3-BFBF-4BF1-AEFC-1D0E689B5038}" destId="{109D41DB-14DF-4807-8756-91429525F6B8}" srcOrd="0" destOrd="0" presId="urn:microsoft.com/office/officeart/2005/8/layout/orgChart1"/>
    <dgm:cxn modelId="{CE94EF02-0F3F-4E67-8545-87BDAE40974B}" type="presParOf" srcId="{109D41DB-14DF-4807-8756-91429525F6B8}" destId="{48C07519-E4D9-433B-8FAC-CCC85B415D46}" srcOrd="0" destOrd="0" presId="urn:microsoft.com/office/officeart/2005/8/layout/orgChart1"/>
    <dgm:cxn modelId="{6353E126-ABC9-49F4-A361-93E9475371C2}" type="presParOf" srcId="{109D41DB-14DF-4807-8756-91429525F6B8}" destId="{DAE85118-9A15-42FD-9755-B82D17614C86}" srcOrd="1" destOrd="0" presId="urn:microsoft.com/office/officeart/2005/8/layout/orgChart1"/>
    <dgm:cxn modelId="{FDECE902-AB51-4BAF-AF0D-431A55B96348}" type="presParOf" srcId="{E6D425A3-BFBF-4BF1-AEFC-1D0E689B5038}" destId="{9EA16CBB-4A8D-4563-B2F5-2BE5D4535385}" srcOrd="1" destOrd="0" presId="urn:microsoft.com/office/officeart/2005/8/layout/orgChart1"/>
    <dgm:cxn modelId="{B64DE8D8-0DA5-497D-82C2-82E5A09E0855}" type="presParOf" srcId="{E6D425A3-BFBF-4BF1-AEFC-1D0E689B5038}" destId="{8D9A5A58-CAB7-4FA7-B275-D8B48FAB7B19}" srcOrd="2" destOrd="0" presId="urn:microsoft.com/office/officeart/2005/8/layout/orgChart1"/>
    <dgm:cxn modelId="{ED88C48A-8172-4435-A284-95725B34BC4E}" type="presParOf" srcId="{63174881-43E0-4FCF-8AA1-294D9EE6EB30}" destId="{7F6CD076-5316-4101-A3AB-A0961C04F2AB}" srcOrd="2" destOrd="0" presId="urn:microsoft.com/office/officeart/2005/8/layout/orgChart1"/>
    <dgm:cxn modelId="{6EF788BE-E706-433E-A338-7B69668AD096}" type="presParOf" srcId="{63174881-43E0-4FCF-8AA1-294D9EE6EB30}" destId="{21C6C1BF-7581-4175-8FD7-459AE57FF5B9}" srcOrd="3" destOrd="0" presId="urn:microsoft.com/office/officeart/2005/8/layout/orgChart1"/>
    <dgm:cxn modelId="{04BC1386-ED17-4019-A095-1FE3381838D8}" type="presParOf" srcId="{21C6C1BF-7581-4175-8FD7-459AE57FF5B9}" destId="{031FADAC-E4B0-46EE-8E25-288A419543E8}" srcOrd="0" destOrd="0" presId="urn:microsoft.com/office/officeart/2005/8/layout/orgChart1"/>
    <dgm:cxn modelId="{6B18AAC2-BD13-49ED-B1E7-A3B0D928037A}" type="presParOf" srcId="{031FADAC-E4B0-46EE-8E25-288A419543E8}" destId="{D96997E7-2719-4089-80EF-07955B9E8385}" srcOrd="0" destOrd="0" presId="urn:microsoft.com/office/officeart/2005/8/layout/orgChart1"/>
    <dgm:cxn modelId="{D19E479D-3336-4112-BE8A-A1234D1D9790}" type="presParOf" srcId="{031FADAC-E4B0-46EE-8E25-288A419543E8}" destId="{575AC708-78F8-4902-A5E2-E0077D747C15}" srcOrd="1" destOrd="0" presId="urn:microsoft.com/office/officeart/2005/8/layout/orgChart1"/>
    <dgm:cxn modelId="{94B98D9D-15DD-466C-968E-84FFB9638432}" type="presParOf" srcId="{21C6C1BF-7581-4175-8FD7-459AE57FF5B9}" destId="{DABCCAA5-BDBB-40B1-AB52-594703066D19}" srcOrd="1" destOrd="0" presId="urn:microsoft.com/office/officeart/2005/8/layout/orgChart1"/>
    <dgm:cxn modelId="{F615BCBF-56A8-46C4-BB30-6095E1D9F23E}" type="presParOf" srcId="{21C6C1BF-7581-4175-8FD7-459AE57FF5B9}" destId="{6F50DF4C-D1A0-4FDE-ABA0-58C3F2264627}" srcOrd="2" destOrd="0" presId="urn:microsoft.com/office/officeart/2005/8/layout/orgChart1"/>
    <dgm:cxn modelId="{5B3D1F1E-5234-449E-9E0A-DC056615FFE2}" type="presParOf" srcId="{63174881-43E0-4FCF-8AA1-294D9EE6EB30}" destId="{5349D851-2DA5-4C17-B6A8-120664AD99A7}" srcOrd="4" destOrd="0" presId="urn:microsoft.com/office/officeart/2005/8/layout/orgChart1"/>
    <dgm:cxn modelId="{E1C7496D-5A72-4835-8EA8-4C2E82F6EABB}" type="presParOf" srcId="{63174881-43E0-4FCF-8AA1-294D9EE6EB30}" destId="{6CD73037-D554-4AB9-8322-9AB6F62F84D9}" srcOrd="5" destOrd="0" presId="urn:microsoft.com/office/officeart/2005/8/layout/orgChart1"/>
    <dgm:cxn modelId="{87AFDFF7-2C74-46EB-A3BE-A052711FF22F}" type="presParOf" srcId="{6CD73037-D554-4AB9-8322-9AB6F62F84D9}" destId="{ABD4C32E-8A1C-4B53-AC5E-92F102489165}" srcOrd="0" destOrd="0" presId="urn:microsoft.com/office/officeart/2005/8/layout/orgChart1"/>
    <dgm:cxn modelId="{68EF2D04-C2B5-4723-BA3D-B6EBFA9FDDBA}" type="presParOf" srcId="{ABD4C32E-8A1C-4B53-AC5E-92F102489165}" destId="{E98868CD-AFB5-4639-A2D9-49DF9F1F5E35}" srcOrd="0" destOrd="0" presId="urn:microsoft.com/office/officeart/2005/8/layout/orgChart1"/>
    <dgm:cxn modelId="{FF69EDF4-CFB3-43FF-B8F2-B04F0E441131}" type="presParOf" srcId="{ABD4C32E-8A1C-4B53-AC5E-92F102489165}" destId="{85567087-3A95-4F3D-B85B-68AC8D6CFCF7}" srcOrd="1" destOrd="0" presId="urn:microsoft.com/office/officeart/2005/8/layout/orgChart1"/>
    <dgm:cxn modelId="{531F6557-55C8-4D2A-A3B5-408AAF1C2B2A}" type="presParOf" srcId="{6CD73037-D554-4AB9-8322-9AB6F62F84D9}" destId="{13781E41-367F-426C-8C89-948FC6DE0AC0}" srcOrd="1" destOrd="0" presId="urn:microsoft.com/office/officeart/2005/8/layout/orgChart1"/>
    <dgm:cxn modelId="{559AF1E4-9C5B-4249-BA7F-BB8C43635DE4}" type="presParOf" srcId="{6CD73037-D554-4AB9-8322-9AB6F62F84D9}" destId="{19A69204-DD8F-47E7-998F-0BAB60CF9D84}" srcOrd="2" destOrd="0" presId="urn:microsoft.com/office/officeart/2005/8/layout/orgChart1"/>
    <dgm:cxn modelId="{5331C9D8-14B9-4434-947B-7F0A3E39A236}" type="presParOf" srcId="{63174881-43E0-4FCF-8AA1-294D9EE6EB30}" destId="{B028C55A-7C50-4C06-A9FF-1BBCC261E799}" srcOrd="6" destOrd="0" presId="urn:microsoft.com/office/officeart/2005/8/layout/orgChart1"/>
    <dgm:cxn modelId="{B1786ADD-0DF9-4600-8F36-9376FD758AEE}" type="presParOf" srcId="{63174881-43E0-4FCF-8AA1-294D9EE6EB30}" destId="{7999DD90-6FAB-48F6-9A2F-34E663BA38AB}" srcOrd="7" destOrd="0" presId="urn:microsoft.com/office/officeart/2005/8/layout/orgChart1"/>
    <dgm:cxn modelId="{3FB3A989-C7B9-402F-AF64-C99DA0EF0C1D}" type="presParOf" srcId="{7999DD90-6FAB-48F6-9A2F-34E663BA38AB}" destId="{CD915FA0-69A9-44ED-8C56-8A827C7AC3DE}" srcOrd="0" destOrd="0" presId="urn:microsoft.com/office/officeart/2005/8/layout/orgChart1"/>
    <dgm:cxn modelId="{7503CFBC-47A2-4467-BFBF-3AB9CB13CD8B}" type="presParOf" srcId="{CD915FA0-69A9-44ED-8C56-8A827C7AC3DE}" destId="{EF32CD0A-BCB1-4666-A483-B5C3010C258D}" srcOrd="0" destOrd="0" presId="urn:microsoft.com/office/officeart/2005/8/layout/orgChart1"/>
    <dgm:cxn modelId="{FC24CF13-FB4D-4CC1-A612-E7B94872456A}" type="presParOf" srcId="{CD915FA0-69A9-44ED-8C56-8A827C7AC3DE}" destId="{4C61AE2C-857D-4084-8BC0-9AD082EC6250}" srcOrd="1" destOrd="0" presId="urn:microsoft.com/office/officeart/2005/8/layout/orgChart1"/>
    <dgm:cxn modelId="{C1C6719A-4ADF-4E32-A8A1-3A286B0E32F4}" type="presParOf" srcId="{7999DD90-6FAB-48F6-9A2F-34E663BA38AB}" destId="{98342754-1F51-4D56-8E40-37B6A2C7B429}" srcOrd="1" destOrd="0" presId="urn:microsoft.com/office/officeart/2005/8/layout/orgChart1"/>
    <dgm:cxn modelId="{A7CD9810-8A57-4E68-83AF-DC585CB94285}" type="presParOf" srcId="{7999DD90-6FAB-48F6-9A2F-34E663BA38AB}" destId="{0E2B0940-63FD-4A16-83C1-174CD7AFFFEB}" srcOrd="2" destOrd="0" presId="urn:microsoft.com/office/officeart/2005/8/layout/orgChart1"/>
    <dgm:cxn modelId="{6A96321E-1529-4692-B4BA-58AFC80CEAB7}" type="presParOf" srcId="{63174881-43E0-4FCF-8AA1-294D9EE6EB30}" destId="{39A98808-D5B0-494E-8E05-FD3292B62461}" srcOrd="8" destOrd="0" presId="urn:microsoft.com/office/officeart/2005/8/layout/orgChart1"/>
    <dgm:cxn modelId="{98D60FE3-3531-4505-ABBD-93C5477FF099}" type="presParOf" srcId="{63174881-43E0-4FCF-8AA1-294D9EE6EB30}" destId="{6C094646-EF38-4889-BA45-0245D274D1A0}" srcOrd="9" destOrd="0" presId="urn:microsoft.com/office/officeart/2005/8/layout/orgChart1"/>
    <dgm:cxn modelId="{D7550B9F-4325-42C8-BFDE-A3EA3BC297DC}" type="presParOf" srcId="{6C094646-EF38-4889-BA45-0245D274D1A0}" destId="{CC78D110-C4D1-41D1-A286-0176A99A8552}" srcOrd="0" destOrd="0" presId="urn:microsoft.com/office/officeart/2005/8/layout/orgChart1"/>
    <dgm:cxn modelId="{AB7C248D-0ECA-4538-8E18-DA3C1F59009D}" type="presParOf" srcId="{CC78D110-C4D1-41D1-A286-0176A99A8552}" destId="{9B336824-10D1-44E8-AFDA-E602CDA3F58F}" srcOrd="0" destOrd="0" presId="urn:microsoft.com/office/officeart/2005/8/layout/orgChart1"/>
    <dgm:cxn modelId="{ED47ED8B-FD79-4653-8327-5E290F4CCD76}" type="presParOf" srcId="{CC78D110-C4D1-41D1-A286-0176A99A8552}" destId="{63E3A23A-19F2-4F5D-8CEC-91C1A5A5633D}" srcOrd="1" destOrd="0" presId="urn:microsoft.com/office/officeart/2005/8/layout/orgChart1"/>
    <dgm:cxn modelId="{C5DBE07F-E74F-4B90-9A04-1687E424D077}" type="presParOf" srcId="{6C094646-EF38-4889-BA45-0245D274D1A0}" destId="{F14ABDA7-9E43-447A-B27D-83B87679ACB6}" srcOrd="1" destOrd="0" presId="urn:microsoft.com/office/officeart/2005/8/layout/orgChart1"/>
    <dgm:cxn modelId="{8196E551-4805-425D-B7D1-CA7CFACF0EBC}" type="presParOf" srcId="{6C094646-EF38-4889-BA45-0245D274D1A0}" destId="{63EE0173-ED23-4522-BF7F-976D8BFFA712}" srcOrd="2" destOrd="0" presId="urn:microsoft.com/office/officeart/2005/8/layout/orgChart1"/>
    <dgm:cxn modelId="{DBE728E0-D145-4828-BC0B-0B4D8C68E6C4}" type="presParOf" srcId="{63174881-43E0-4FCF-8AA1-294D9EE6EB30}" destId="{97AED68C-D6DC-47DB-AE94-44BA89920EF0}" srcOrd="10" destOrd="0" presId="urn:microsoft.com/office/officeart/2005/8/layout/orgChart1"/>
    <dgm:cxn modelId="{1BCDC106-9A1D-4FCB-BA63-E26E6726090C}" type="presParOf" srcId="{63174881-43E0-4FCF-8AA1-294D9EE6EB30}" destId="{4B48186A-0F80-4BB2-BAD9-ABFBCB78ACF6}" srcOrd="11" destOrd="0" presId="urn:microsoft.com/office/officeart/2005/8/layout/orgChart1"/>
    <dgm:cxn modelId="{72A94772-F231-4CE4-930E-F64608C77624}" type="presParOf" srcId="{4B48186A-0F80-4BB2-BAD9-ABFBCB78ACF6}" destId="{A5444FBC-96B7-44BA-ACEE-6AC0875355D5}" srcOrd="0" destOrd="0" presId="urn:microsoft.com/office/officeart/2005/8/layout/orgChart1"/>
    <dgm:cxn modelId="{10AA7BB2-A940-48FF-82B8-8BAA848D2C5F}" type="presParOf" srcId="{A5444FBC-96B7-44BA-ACEE-6AC0875355D5}" destId="{3649F0AC-1169-4B81-9440-1CAC4F041E0C}" srcOrd="0" destOrd="0" presId="urn:microsoft.com/office/officeart/2005/8/layout/orgChart1"/>
    <dgm:cxn modelId="{F0881BA7-D7C8-47A3-B1B4-CDAE135160E0}" type="presParOf" srcId="{A5444FBC-96B7-44BA-ACEE-6AC0875355D5}" destId="{9B55F3CA-DF8E-4056-8C91-1BE621A5AAD6}" srcOrd="1" destOrd="0" presId="urn:microsoft.com/office/officeart/2005/8/layout/orgChart1"/>
    <dgm:cxn modelId="{0E06EEDF-6522-495C-8F29-1F424656CA88}" type="presParOf" srcId="{4B48186A-0F80-4BB2-BAD9-ABFBCB78ACF6}" destId="{6DE5C72B-F99C-4E1B-90C2-824301695432}" srcOrd="1" destOrd="0" presId="urn:microsoft.com/office/officeart/2005/8/layout/orgChart1"/>
    <dgm:cxn modelId="{5ADD0146-99E7-42BA-8824-6BE92039C3C3}" type="presParOf" srcId="{4B48186A-0F80-4BB2-BAD9-ABFBCB78ACF6}" destId="{E431D4BE-10F6-4F8D-8970-80C7F4947BCA}" srcOrd="2" destOrd="0" presId="urn:microsoft.com/office/officeart/2005/8/layout/orgChart1"/>
    <dgm:cxn modelId="{C71101FA-D557-4540-AF74-F7ED96632867}" type="presParOf" srcId="{1D6234FD-5C20-4E2B-AE70-6E09862EAC28}" destId="{30868C3F-8B90-4C0B-8461-FF0681482E6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105BEB-272B-4AED-94D0-AD154D322CFD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AB9158D-20D4-4DC1-874C-AC2D0155BF7D}">
      <dgm:prSet phldrT="[Текст]" custT="1"/>
      <dgm:spPr/>
      <dgm:t>
        <a:bodyPr/>
        <a:lstStyle/>
        <a:p>
          <a:r>
            <a:rPr lang="ru-RU" sz="1600" dirty="0"/>
            <a:t>по степени автоматизации</a:t>
          </a:r>
        </a:p>
      </dgm:t>
    </dgm:pt>
    <dgm:pt modelId="{253BB4EE-5A28-4406-8DEC-4F4CDDBE2BA8}" type="parTrans" cxnId="{7F9528AC-E2EB-4750-B918-E9C635D92CEE}">
      <dgm:prSet/>
      <dgm:spPr/>
      <dgm:t>
        <a:bodyPr/>
        <a:lstStyle/>
        <a:p>
          <a:endParaRPr lang="ru-RU"/>
        </a:p>
      </dgm:t>
    </dgm:pt>
    <dgm:pt modelId="{300D6A65-2185-46A3-B8A3-ACD88C9B3C69}" type="sibTrans" cxnId="{7F9528AC-E2EB-4750-B918-E9C635D92CEE}">
      <dgm:prSet/>
      <dgm:spPr/>
      <dgm:t>
        <a:bodyPr/>
        <a:lstStyle/>
        <a:p>
          <a:endParaRPr lang="ru-RU"/>
        </a:p>
      </dgm:t>
    </dgm:pt>
    <dgm:pt modelId="{24B5D27A-9857-4291-9B91-C1358237DB55}">
      <dgm:prSet phldrT="[Текст]" custT="1"/>
      <dgm:spPr/>
      <dgm:t>
        <a:bodyPr/>
        <a:lstStyle/>
        <a:p>
          <a:r>
            <a:rPr lang="ru-RU" sz="1600" dirty="0"/>
            <a:t>Ручные ИС</a:t>
          </a:r>
        </a:p>
      </dgm:t>
    </dgm:pt>
    <dgm:pt modelId="{E41BB33D-8DE1-4174-B728-3B448BC416AD}" type="parTrans" cxnId="{FC19AB7E-A844-4046-A269-60EAE0F79725}">
      <dgm:prSet/>
      <dgm:spPr/>
      <dgm:t>
        <a:bodyPr/>
        <a:lstStyle/>
        <a:p>
          <a:endParaRPr lang="ru-RU"/>
        </a:p>
      </dgm:t>
    </dgm:pt>
    <dgm:pt modelId="{A94B7435-19C1-4BB4-A505-CB41D8FDA8E2}" type="sibTrans" cxnId="{FC19AB7E-A844-4046-A269-60EAE0F79725}">
      <dgm:prSet/>
      <dgm:spPr/>
      <dgm:t>
        <a:bodyPr/>
        <a:lstStyle/>
        <a:p>
          <a:endParaRPr lang="ru-RU"/>
        </a:p>
      </dgm:t>
    </dgm:pt>
    <dgm:pt modelId="{E4AAF5F4-C746-4CE7-B954-F1EECB0E5443}">
      <dgm:prSet phldrT="[Текст]" custT="1"/>
      <dgm:spPr/>
      <dgm:t>
        <a:bodyPr/>
        <a:lstStyle/>
        <a:p>
          <a:r>
            <a:rPr lang="ru-RU" sz="1600" dirty="0"/>
            <a:t>Автоматические ИС</a:t>
          </a:r>
        </a:p>
      </dgm:t>
    </dgm:pt>
    <dgm:pt modelId="{425A1CE9-B275-407D-BE52-C24E59F56C10}" type="parTrans" cxnId="{CCAA7CF2-4E35-4F1A-BA21-15D955E825AC}">
      <dgm:prSet/>
      <dgm:spPr/>
      <dgm:t>
        <a:bodyPr/>
        <a:lstStyle/>
        <a:p>
          <a:endParaRPr lang="ru-RU"/>
        </a:p>
      </dgm:t>
    </dgm:pt>
    <dgm:pt modelId="{9E60D148-7E5F-4DCD-BF11-AEECEDB4AFE0}" type="sibTrans" cxnId="{CCAA7CF2-4E35-4F1A-BA21-15D955E825AC}">
      <dgm:prSet/>
      <dgm:spPr/>
      <dgm:t>
        <a:bodyPr/>
        <a:lstStyle/>
        <a:p>
          <a:endParaRPr lang="ru-RU"/>
        </a:p>
      </dgm:t>
    </dgm:pt>
    <dgm:pt modelId="{CBE0535F-59F7-4D4C-96AB-4520B9E892C7}">
      <dgm:prSet custT="1"/>
      <dgm:spPr/>
      <dgm:t>
        <a:bodyPr/>
        <a:lstStyle/>
        <a:p>
          <a:r>
            <a:rPr lang="ru-RU" sz="1600" dirty="0"/>
            <a:t>Автоматизированные ИС</a:t>
          </a:r>
        </a:p>
      </dgm:t>
    </dgm:pt>
    <dgm:pt modelId="{03918078-B4CB-4A18-B459-BB40B0B61F59}" type="parTrans" cxnId="{E21C1C87-FFF8-4060-9A13-CE733A09FB05}">
      <dgm:prSet/>
      <dgm:spPr/>
      <dgm:t>
        <a:bodyPr/>
        <a:lstStyle/>
        <a:p>
          <a:endParaRPr lang="ru-RU"/>
        </a:p>
      </dgm:t>
    </dgm:pt>
    <dgm:pt modelId="{289753D9-AB9B-4DD7-ACCE-533C71F16E56}" type="sibTrans" cxnId="{E21C1C87-FFF8-4060-9A13-CE733A09FB05}">
      <dgm:prSet/>
      <dgm:spPr/>
      <dgm:t>
        <a:bodyPr/>
        <a:lstStyle/>
        <a:p>
          <a:endParaRPr lang="ru-RU"/>
        </a:p>
      </dgm:t>
    </dgm:pt>
    <dgm:pt modelId="{658796F2-216B-451E-B024-7EC2C4D97303}" type="pres">
      <dgm:prSet presAssocID="{F7105BEB-272B-4AED-94D0-AD154D322C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C45EB1A6-20A9-47D9-85E3-786AF9133E23}" type="pres">
      <dgm:prSet presAssocID="{0AB9158D-20D4-4DC1-874C-AC2D0155BF7D}" presName="hierRoot1" presStyleCnt="0">
        <dgm:presLayoutVars>
          <dgm:hierBranch val="init"/>
        </dgm:presLayoutVars>
      </dgm:prSet>
      <dgm:spPr/>
    </dgm:pt>
    <dgm:pt modelId="{DB436506-7C12-44FC-BC6D-BFD040E21123}" type="pres">
      <dgm:prSet presAssocID="{0AB9158D-20D4-4DC1-874C-AC2D0155BF7D}" presName="rootComposite1" presStyleCnt="0"/>
      <dgm:spPr/>
    </dgm:pt>
    <dgm:pt modelId="{758662D7-F9BD-42AF-9380-05DDCC5F458A}" type="pres">
      <dgm:prSet presAssocID="{0AB9158D-20D4-4DC1-874C-AC2D0155BF7D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549CD51-8460-466A-BEDD-6592AD4031B1}" type="pres">
      <dgm:prSet presAssocID="{0AB9158D-20D4-4DC1-874C-AC2D0155BF7D}" presName="rootConnector1" presStyleLbl="node1" presStyleIdx="0" presStyleCnt="0"/>
      <dgm:spPr/>
      <dgm:t>
        <a:bodyPr/>
        <a:lstStyle/>
        <a:p>
          <a:endParaRPr lang="ru-RU"/>
        </a:p>
      </dgm:t>
    </dgm:pt>
    <dgm:pt modelId="{E4DE2EE3-8D3C-487D-B7AE-2AE187753033}" type="pres">
      <dgm:prSet presAssocID="{0AB9158D-20D4-4DC1-874C-AC2D0155BF7D}" presName="hierChild2" presStyleCnt="0"/>
      <dgm:spPr/>
    </dgm:pt>
    <dgm:pt modelId="{355DC635-5866-4377-873A-E88AD945F4CD}" type="pres">
      <dgm:prSet presAssocID="{E41BB33D-8DE1-4174-B728-3B448BC416AD}" presName="Name37" presStyleLbl="parChTrans1D2" presStyleIdx="0" presStyleCnt="3"/>
      <dgm:spPr/>
      <dgm:t>
        <a:bodyPr/>
        <a:lstStyle/>
        <a:p>
          <a:endParaRPr lang="ru-RU"/>
        </a:p>
      </dgm:t>
    </dgm:pt>
    <dgm:pt modelId="{11B4D41B-13AB-4655-84B4-DD4943A2CFFC}" type="pres">
      <dgm:prSet presAssocID="{24B5D27A-9857-4291-9B91-C1358237DB55}" presName="hierRoot2" presStyleCnt="0">
        <dgm:presLayoutVars>
          <dgm:hierBranch val="init"/>
        </dgm:presLayoutVars>
      </dgm:prSet>
      <dgm:spPr/>
    </dgm:pt>
    <dgm:pt modelId="{656A6790-1118-4C10-92B8-4880F783E1A4}" type="pres">
      <dgm:prSet presAssocID="{24B5D27A-9857-4291-9B91-C1358237DB55}" presName="rootComposite" presStyleCnt="0"/>
      <dgm:spPr/>
    </dgm:pt>
    <dgm:pt modelId="{7DD58E65-B50D-46D2-AF81-56AF1A37C95F}" type="pres">
      <dgm:prSet presAssocID="{24B5D27A-9857-4291-9B91-C1358237DB55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B4B14E-EFEB-4B21-BB47-C505D2F93A5B}" type="pres">
      <dgm:prSet presAssocID="{24B5D27A-9857-4291-9B91-C1358237DB55}" presName="rootConnector" presStyleLbl="node2" presStyleIdx="0" presStyleCnt="3"/>
      <dgm:spPr/>
      <dgm:t>
        <a:bodyPr/>
        <a:lstStyle/>
        <a:p>
          <a:endParaRPr lang="ru-RU"/>
        </a:p>
      </dgm:t>
    </dgm:pt>
    <dgm:pt modelId="{49370693-0D05-4659-B4B0-8E9EF0DEFF32}" type="pres">
      <dgm:prSet presAssocID="{24B5D27A-9857-4291-9B91-C1358237DB55}" presName="hierChild4" presStyleCnt="0"/>
      <dgm:spPr/>
    </dgm:pt>
    <dgm:pt modelId="{F76EDBCF-992A-4124-9983-BCC203ED3CF9}" type="pres">
      <dgm:prSet presAssocID="{24B5D27A-9857-4291-9B91-C1358237DB55}" presName="hierChild5" presStyleCnt="0"/>
      <dgm:spPr/>
    </dgm:pt>
    <dgm:pt modelId="{4BBB5A1A-A37D-4574-B73C-83F5912D393A}" type="pres">
      <dgm:prSet presAssocID="{425A1CE9-B275-407D-BE52-C24E59F56C10}" presName="Name37" presStyleLbl="parChTrans1D2" presStyleIdx="1" presStyleCnt="3"/>
      <dgm:spPr/>
      <dgm:t>
        <a:bodyPr/>
        <a:lstStyle/>
        <a:p>
          <a:endParaRPr lang="ru-RU"/>
        </a:p>
      </dgm:t>
    </dgm:pt>
    <dgm:pt modelId="{30FD76EE-5F59-42DF-8C16-FA3C700CEBBA}" type="pres">
      <dgm:prSet presAssocID="{E4AAF5F4-C746-4CE7-B954-F1EECB0E5443}" presName="hierRoot2" presStyleCnt="0">
        <dgm:presLayoutVars>
          <dgm:hierBranch val="init"/>
        </dgm:presLayoutVars>
      </dgm:prSet>
      <dgm:spPr/>
    </dgm:pt>
    <dgm:pt modelId="{31C90019-5FEB-4ED1-AE2E-EC1B02DEB5C9}" type="pres">
      <dgm:prSet presAssocID="{E4AAF5F4-C746-4CE7-B954-F1EECB0E5443}" presName="rootComposite" presStyleCnt="0"/>
      <dgm:spPr/>
    </dgm:pt>
    <dgm:pt modelId="{25FA823F-709C-4997-8C5D-0144BB6E645F}" type="pres">
      <dgm:prSet presAssocID="{E4AAF5F4-C746-4CE7-B954-F1EECB0E5443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F62360-C9ED-4A4D-A4A3-A697D47E093F}" type="pres">
      <dgm:prSet presAssocID="{E4AAF5F4-C746-4CE7-B954-F1EECB0E5443}" presName="rootConnector" presStyleLbl="node2" presStyleIdx="1" presStyleCnt="3"/>
      <dgm:spPr/>
      <dgm:t>
        <a:bodyPr/>
        <a:lstStyle/>
        <a:p>
          <a:endParaRPr lang="ru-RU"/>
        </a:p>
      </dgm:t>
    </dgm:pt>
    <dgm:pt modelId="{1CB56CB3-3388-432D-818A-6E2B7CB995B3}" type="pres">
      <dgm:prSet presAssocID="{E4AAF5F4-C746-4CE7-B954-F1EECB0E5443}" presName="hierChild4" presStyleCnt="0"/>
      <dgm:spPr/>
    </dgm:pt>
    <dgm:pt modelId="{DEFCAEF5-87FD-461B-8F4D-35C7EBF7B9B8}" type="pres">
      <dgm:prSet presAssocID="{E4AAF5F4-C746-4CE7-B954-F1EECB0E5443}" presName="hierChild5" presStyleCnt="0"/>
      <dgm:spPr/>
    </dgm:pt>
    <dgm:pt modelId="{B13A9915-2061-4F2B-A2BA-ED82BB03F114}" type="pres">
      <dgm:prSet presAssocID="{03918078-B4CB-4A18-B459-BB40B0B61F59}" presName="Name37" presStyleLbl="parChTrans1D2" presStyleIdx="2" presStyleCnt="3"/>
      <dgm:spPr/>
      <dgm:t>
        <a:bodyPr/>
        <a:lstStyle/>
        <a:p>
          <a:endParaRPr lang="ru-RU"/>
        </a:p>
      </dgm:t>
    </dgm:pt>
    <dgm:pt modelId="{9430669B-BB4B-4AD6-A065-8B3A6A9E83FB}" type="pres">
      <dgm:prSet presAssocID="{CBE0535F-59F7-4D4C-96AB-4520B9E892C7}" presName="hierRoot2" presStyleCnt="0">
        <dgm:presLayoutVars>
          <dgm:hierBranch val="init"/>
        </dgm:presLayoutVars>
      </dgm:prSet>
      <dgm:spPr/>
    </dgm:pt>
    <dgm:pt modelId="{3F71CBC1-B26C-4766-AC93-C6079D6A667F}" type="pres">
      <dgm:prSet presAssocID="{CBE0535F-59F7-4D4C-96AB-4520B9E892C7}" presName="rootComposite" presStyleCnt="0"/>
      <dgm:spPr/>
    </dgm:pt>
    <dgm:pt modelId="{0E54AD4A-AFC5-46E6-B59C-9436604F3A0A}" type="pres">
      <dgm:prSet presAssocID="{CBE0535F-59F7-4D4C-96AB-4520B9E892C7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9D8D881-61E1-4554-B2E3-AB3F83960F3F}" type="pres">
      <dgm:prSet presAssocID="{CBE0535F-59F7-4D4C-96AB-4520B9E892C7}" presName="rootConnector" presStyleLbl="node2" presStyleIdx="2" presStyleCnt="3"/>
      <dgm:spPr/>
      <dgm:t>
        <a:bodyPr/>
        <a:lstStyle/>
        <a:p>
          <a:endParaRPr lang="ru-RU"/>
        </a:p>
      </dgm:t>
    </dgm:pt>
    <dgm:pt modelId="{EFB2E55E-228D-4439-BF3F-1E1B2AAE4D01}" type="pres">
      <dgm:prSet presAssocID="{CBE0535F-59F7-4D4C-96AB-4520B9E892C7}" presName="hierChild4" presStyleCnt="0"/>
      <dgm:spPr/>
    </dgm:pt>
    <dgm:pt modelId="{1CFBF808-1555-40D9-8152-B288C6198A03}" type="pres">
      <dgm:prSet presAssocID="{CBE0535F-59F7-4D4C-96AB-4520B9E892C7}" presName="hierChild5" presStyleCnt="0"/>
      <dgm:spPr/>
    </dgm:pt>
    <dgm:pt modelId="{F3E5BEA0-B9E9-426A-98E6-11638EF0044B}" type="pres">
      <dgm:prSet presAssocID="{0AB9158D-20D4-4DC1-874C-AC2D0155BF7D}" presName="hierChild3" presStyleCnt="0"/>
      <dgm:spPr/>
    </dgm:pt>
  </dgm:ptLst>
  <dgm:cxnLst>
    <dgm:cxn modelId="{DA21054A-4B68-4F0B-9233-CB32A5F42ADA}" type="presOf" srcId="{03918078-B4CB-4A18-B459-BB40B0B61F59}" destId="{B13A9915-2061-4F2B-A2BA-ED82BB03F114}" srcOrd="0" destOrd="0" presId="urn:microsoft.com/office/officeart/2005/8/layout/orgChart1"/>
    <dgm:cxn modelId="{3EE8C283-C0D7-4E51-9EB6-8DCD726A93CB}" type="presOf" srcId="{F7105BEB-272B-4AED-94D0-AD154D322CFD}" destId="{658796F2-216B-451E-B024-7EC2C4D97303}" srcOrd="0" destOrd="0" presId="urn:microsoft.com/office/officeart/2005/8/layout/orgChart1"/>
    <dgm:cxn modelId="{87230100-CC6A-408B-88FB-1FD80867E933}" type="presOf" srcId="{E41BB33D-8DE1-4174-B728-3B448BC416AD}" destId="{355DC635-5866-4377-873A-E88AD945F4CD}" srcOrd="0" destOrd="0" presId="urn:microsoft.com/office/officeart/2005/8/layout/orgChart1"/>
    <dgm:cxn modelId="{06A60DBC-BD62-47B9-A840-3D78A2ED24FB}" type="presOf" srcId="{24B5D27A-9857-4291-9B91-C1358237DB55}" destId="{7DD58E65-B50D-46D2-AF81-56AF1A37C95F}" srcOrd="0" destOrd="0" presId="urn:microsoft.com/office/officeart/2005/8/layout/orgChart1"/>
    <dgm:cxn modelId="{C9C1F7DA-23B2-4DA2-BBB9-7B96538462D3}" type="presOf" srcId="{CBE0535F-59F7-4D4C-96AB-4520B9E892C7}" destId="{0E54AD4A-AFC5-46E6-B59C-9436604F3A0A}" srcOrd="0" destOrd="0" presId="urn:microsoft.com/office/officeart/2005/8/layout/orgChart1"/>
    <dgm:cxn modelId="{50E28BEE-9E4E-4A2A-AA75-0A271F11D4D9}" type="presOf" srcId="{E4AAF5F4-C746-4CE7-B954-F1EECB0E5443}" destId="{25FA823F-709C-4997-8C5D-0144BB6E645F}" srcOrd="0" destOrd="0" presId="urn:microsoft.com/office/officeart/2005/8/layout/orgChart1"/>
    <dgm:cxn modelId="{7F9528AC-E2EB-4750-B918-E9C635D92CEE}" srcId="{F7105BEB-272B-4AED-94D0-AD154D322CFD}" destId="{0AB9158D-20D4-4DC1-874C-AC2D0155BF7D}" srcOrd="0" destOrd="0" parTransId="{253BB4EE-5A28-4406-8DEC-4F4CDDBE2BA8}" sibTransId="{300D6A65-2185-46A3-B8A3-ACD88C9B3C69}"/>
    <dgm:cxn modelId="{E21C1C87-FFF8-4060-9A13-CE733A09FB05}" srcId="{0AB9158D-20D4-4DC1-874C-AC2D0155BF7D}" destId="{CBE0535F-59F7-4D4C-96AB-4520B9E892C7}" srcOrd="2" destOrd="0" parTransId="{03918078-B4CB-4A18-B459-BB40B0B61F59}" sibTransId="{289753D9-AB9B-4DD7-ACCE-533C71F16E56}"/>
    <dgm:cxn modelId="{FC19AB7E-A844-4046-A269-60EAE0F79725}" srcId="{0AB9158D-20D4-4DC1-874C-AC2D0155BF7D}" destId="{24B5D27A-9857-4291-9B91-C1358237DB55}" srcOrd="0" destOrd="0" parTransId="{E41BB33D-8DE1-4174-B728-3B448BC416AD}" sibTransId="{A94B7435-19C1-4BB4-A505-CB41D8FDA8E2}"/>
    <dgm:cxn modelId="{DCFEBFF3-B4F0-41A9-8760-D99320744A72}" type="presOf" srcId="{0AB9158D-20D4-4DC1-874C-AC2D0155BF7D}" destId="{758662D7-F9BD-42AF-9380-05DDCC5F458A}" srcOrd="0" destOrd="0" presId="urn:microsoft.com/office/officeart/2005/8/layout/orgChart1"/>
    <dgm:cxn modelId="{C42DC325-C65D-4C80-86CD-C1067CB775AB}" type="presOf" srcId="{0AB9158D-20D4-4DC1-874C-AC2D0155BF7D}" destId="{9549CD51-8460-466A-BEDD-6592AD4031B1}" srcOrd="1" destOrd="0" presId="urn:microsoft.com/office/officeart/2005/8/layout/orgChart1"/>
    <dgm:cxn modelId="{9F373C4F-591B-47E3-A6AD-9122C103D164}" type="presOf" srcId="{CBE0535F-59F7-4D4C-96AB-4520B9E892C7}" destId="{79D8D881-61E1-4554-B2E3-AB3F83960F3F}" srcOrd="1" destOrd="0" presId="urn:microsoft.com/office/officeart/2005/8/layout/orgChart1"/>
    <dgm:cxn modelId="{F43A5673-95AB-4160-BAC4-4C6178F7B9F8}" type="presOf" srcId="{E4AAF5F4-C746-4CE7-B954-F1EECB0E5443}" destId="{9DF62360-C9ED-4A4D-A4A3-A697D47E093F}" srcOrd="1" destOrd="0" presId="urn:microsoft.com/office/officeart/2005/8/layout/orgChart1"/>
    <dgm:cxn modelId="{CCAA7CF2-4E35-4F1A-BA21-15D955E825AC}" srcId="{0AB9158D-20D4-4DC1-874C-AC2D0155BF7D}" destId="{E4AAF5F4-C746-4CE7-B954-F1EECB0E5443}" srcOrd="1" destOrd="0" parTransId="{425A1CE9-B275-407D-BE52-C24E59F56C10}" sibTransId="{9E60D148-7E5F-4DCD-BF11-AEECEDB4AFE0}"/>
    <dgm:cxn modelId="{2279D722-D0C0-4CF1-9014-8FDB5CFC58BB}" type="presOf" srcId="{425A1CE9-B275-407D-BE52-C24E59F56C10}" destId="{4BBB5A1A-A37D-4574-B73C-83F5912D393A}" srcOrd="0" destOrd="0" presId="urn:microsoft.com/office/officeart/2005/8/layout/orgChart1"/>
    <dgm:cxn modelId="{CAB9E9DC-0BFF-4CB1-A16C-C320101E6352}" type="presOf" srcId="{24B5D27A-9857-4291-9B91-C1358237DB55}" destId="{F7B4B14E-EFEB-4B21-BB47-C505D2F93A5B}" srcOrd="1" destOrd="0" presId="urn:microsoft.com/office/officeart/2005/8/layout/orgChart1"/>
    <dgm:cxn modelId="{A4738047-A641-48A0-AAB7-DAEFABFFCF6F}" type="presParOf" srcId="{658796F2-216B-451E-B024-7EC2C4D97303}" destId="{C45EB1A6-20A9-47D9-85E3-786AF9133E23}" srcOrd="0" destOrd="0" presId="urn:microsoft.com/office/officeart/2005/8/layout/orgChart1"/>
    <dgm:cxn modelId="{44F1AEB7-442B-4D38-B52F-41DD6FDCEEEA}" type="presParOf" srcId="{C45EB1A6-20A9-47D9-85E3-786AF9133E23}" destId="{DB436506-7C12-44FC-BC6D-BFD040E21123}" srcOrd="0" destOrd="0" presId="urn:microsoft.com/office/officeart/2005/8/layout/orgChart1"/>
    <dgm:cxn modelId="{9A8CC197-C4B6-46C2-96EF-949356CEE392}" type="presParOf" srcId="{DB436506-7C12-44FC-BC6D-BFD040E21123}" destId="{758662D7-F9BD-42AF-9380-05DDCC5F458A}" srcOrd="0" destOrd="0" presId="urn:microsoft.com/office/officeart/2005/8/layout/orgChart1"/>
    <dgm:cxn modelId="{041E2116-EC62-4298-801A-7975B4ECB21E}" type="presParOf" srcId="{DB436506-7C12-44FC-BC6D-BFD040E21123}" destId="{9549CD51-8460-466A-BEDD-6592AD4031B1}" srcOrd="1" destOrd="0" presId="urn:microsoft.com/office/officeart/2005/8/layout/orgChart1"/>
    <dgm:cxn modelId="{08D54AB8-C661-4DF9-A2AD-D30CA9FD09C8}" type="presParOf" srcId="{C45EB1A6-20A9-47D9-85E3-786AF9133E23}" destId="{E4DE2EE3-8D3C-487D-B7AE-2AE187753033}" srcOrd="1" destOrd="0" presId="urn:microsoft.com/office/officeart/2005/8/layout/orgChart1"/>
    <dgm:cxn modelId="{760F46DD-B3D8-4162-A35F-475D7E9A3AFF}" type="presParOf" srcId="{E4DE2EE3-8D3C-487D-B7AE-2AE187753033}" destId="{355DC635-5866-4377-873A-E88AD945F4CD}" srcOrd="0" destOrd="0" presId="urn:microsoft.com/office/officeart/2005/8/layout/orgChart1"/>
    <dgm:cxn modelId="{F7CC0717-33ED-4E4F-A5AB-9F9BE912395C}" type="presParOf" srcId="{E4DE2EE3-8D3C-487D-B7AE-2AE187753033}" destId="{11B4D41B-13AB-4655-84B4-DD4943A2CFFC}" srcOrd="1" destOrd="0" presId="urn:microsoft.com/office/officeart/2005/8/layout/orgChart1"/>
    <dgm:cxn modelId="{062FBA72-8F35-4BE3-A3BA-4FC41D6BBB23}" type="presParOf" srcId="{11B4D41B-13AB-4655-84B4-DD4943A2CFFC}" destId="{656A6790-1118-4C10-92B8-4880F783E1A4}" srcOrd="0" destOrd="0" presId="urn:microsoft.com/office/officeart/2005/8/layout/orgChart1"/>
    <dgm:cxn modelId="{D3EA06EE-5367-4419-BFCA-ED5269CED804}" type="presParOf" srcId="{656A6790-1118-4C10-92B8-4880F783E1A4}" destId="{7DD58E65-B50D-46D2-AF81-56AF1A37C95F}" srcOrd="0" destOrd="0" presId="urn:microsoft.com/office/officeart/2005/8/layout/orgChart1"/>
    <dgm:cxn modelId="{521ADB58-6F77-428E-BC27-7F09037CF0D3}" type="presParOf" srcId="{656A6790-1118-4C10-92B8-4880F783E1A4}" destId="{F7B4B14E-EFEB-4B21-BB47-C505D2F93A5B}" srcOrd="1" destOrd="0" presId="urn:microsoft.com/office/officeart/2005/8/layout/orgChart1"/>
    <dgm:cxn modelId="{6990385F-3D01-4A94-905F-DF656FC5F048}" type="presParOf" srcId="{11B4D41B-13AB-4655-84B4-DD4943A2CFFC}" destId="{49370693-0D05-4659-B4B0-8E9EF0DEFF32}" srcOrd="1" destOrd="0" presId="urn:microsoft.com/office/officeart/2005/8/layout/orgChart1"/>
    <dgm:cxn modelId="{E4AC5A83-4549-4176-87E3-1C79451CCA07}" type="presParOf" srcId="{11B4D41B-13AB-4655-84B4-DD4943A2CFFC}" destId="{F76EDBCF-992A-4124-9983-BCC203ED3CF9}" srcOrd="2" destOrd="0" presId="urn:microsoft.com/office/officeart/2005/8/layout/orgChart1"/>
    <dgm:cxn modelId="{8D182F04-73BC-49D8-8959-55E467434948}" type="presParOf" srcId="{E4DE2EE3-8D3C-487D-B7AE-2AE187753033}" destId="{4BBB5A1A-A37D-4574-B73C-83F5912D393A}" srcOrd="2" destOrd="0" presId="urn:microsoft.com/office/officeart/2005/8/layout/orgChart1"/>
    <dgm:cxn modelId="{17DC5C0E-DDCF-4DFA-88BA-E3D88EE37646}" type="presParOf" srcId="{E4DE2EE3-8D3C-487D-B7AE-2AE187753033}" destId="{30FD76EE-5F59-42DF-8C16-FA3C700CEBBA}" srcOrd="3" destOrd="0" presId="urn:microsoft.com/office/officeart/2005/8/layout/orgChart1"/>
    <dgm:cxn modelId="{94352B3F-0CB8-4611-8108-E96311140901}" type="presParOf" srcId="{30FD76EE-5F59-42DF-8C16-FA3C700CEBBA}" destId="{31C90019-5FEB-4ED1-AE2E-EC1B02DEB5C9}" srcOrd="0" destOrd="0" presId="urn:microsoft.com/office/officeart/2005/8/layout/orgChart1"/>
    <dgm:cxn modelId="{E6098589-EF5D-4299-AF9A-269CC6A9A758}" type="presParOf" srcId="{31C90019-5FEB-4ED1-AE2E-EC1B02DEB5C9}" destId="{25FA823F-709C-4997-8C5D-0144BB6E645F}" srcOrd="0" destOrd="0" presId="urn:microsoft.com/office/officeart/2005/8/layout/orgChart1"/>
    <dgm:cxn modelId="{80F2333B-9056-48A3-8374-51B03B02B016}" type="presParOf" srcId="{31C90019-5FEB-4ED1-AE2E-EC1B02DEB5C9}" destId="{9DF62360-C9ED-4A4D-A4A3-A697D47E093F}" srcOrd="1" destOrd="0" presId="urn:microsoft.com/office/officeart/2005/8/layout/orgChart1"/>
    <dgm:cxn modelId="{89A258E7-20B7-4993-881A-4F58F1E75437}" type="presParOf" srcId="{30FD76EE-5F59-42DF-8C16-FA3C700CEBBA}" destId="{1CB56CB3-3388-432D-818A-6E2B7CB995B3}" srcOrd="1" destOrd="0" presId="urn:microsoft.com/office/officeart/2005/8/layout/orgChart1"/>
    <dgm:cxn modelId="{B583CCE3-9833-4A3B-AF95-9CA37D0B2D7B}" type="presParOf" srcId="{30FD76EE-5F59-42DF-8C16-FA3C700CEBBA}" destId="{DEFCAEF5-87FD-461B-8F4D-35C7EBF7B9B8}" srcOrd="2" destOrd="0" presId="urn:microsoft.com/office/officeart/2005/8/layout/orgChart1"/>
    <dgm:cxn modelId="{C16CAAE8-C0C9-48B6-83D7-F1986623317F}" type="presParOf" srcId="{E4DE2EE3-8D3C-487D-B7AE-2AE187753033}" destId="{B13A9915-2061-4F2B-A2BA-ED82BB03F114}" srcOrd="4" destOrd="0" presId="urn:microsoft.com/office/officeart/2005/8/layout/orgChart1"/>
    <dgm:cxn modelId="{F75F61A7-B1D4-4D4A-B87C-5EDDB613C156}" type="presParOf" srcId="{E4DE2EE3-8D3C-487D-B7AE-2AE187753033}" destId="{9430669B-BB4B-4AD6-A065-8B3A6A9E83FB}" srcOrd="5" destOrd="0" presId="urn:microsoft.com/office/officeart/2005/8/layout/orgChart1"/>
    <dgm:cxn modelId="{7C05E4BB-8933-491C-A21D-0CBEE89B38C2}" type="presParOf" srcId="{9430669B-BB4B-4AD6-A065-8B3A6A9E83FB}" destId="{3F71CBC1-B26C-4766-AC93-C6079D6A667F}" srcOrd="0" destOrd="0" presId="urn:microsoft.com/office/officeart/2005/8/layout/orgChart1"/>
    <dgm:cxn modelId="{D4AEEEF9-C0B3-4BCF-9525-13DF96A22E81}" type="presParOf" srcId="{3F71CBC1-B26C-4766-AC93-C6079D6A667F}" destId="{0E54AD4A-AFC5-46E6-B59C-9436604F3A0A}" srcOrd="0" destOrd="0" presId="urn:microsoft.com/office/officeart/2005/8/layout/orgChart1"/>
    <dgm:cxn modelId="{6BCAA093-0608-40F0-8C85-E54DF05AC8C4}" type="presParOf" srcId="{3F71CBC1-B26C-4766-AC93-C6079D6A667F}" destId="{79D8D881-61E1-4554-B2E3-AB3F83960F3F}" srcOrd="1" destOrd="0" presId="urn:microsoft.com/office/officeart/2005/8/layout/orgChart1"/>
    <dgm:cxn modelId="{3D0E7C08-C8F0-405A-941D-DC33C7892F98}" type="presParOf" srcId="{9430669B-BB4B-4AD6-A065-8B3A6A9E83FB}" destId="{EFB2E55E-228D-4439-BF3F-1E1B2AAE4D01}" srcOrd="1" destOrd="0" presId="urn:microsoft.com/office/officeart/2005/8/layout/orgChart1"/>
    <dgm:cxn modelId="{4A94B7FD-A1E8-4894-A518-EF5C158545F2}" type="presParOf" srcId="{9430669B-BB4B-4AD6-A065-8B3A6A9E83FB}" destId="{1CFBF808-1555-40D9-8152-B288C6198A03}" srcOrd="2" destOrd="0" presId="urn:microsoft.com/office/officeart/2005/8/layout/orgChart1"/>
    <dgm:cxn modelId="{E81242B7-E49E-40BF-9887-B080FA7FECBA}" type="presParOf" srcId="{C45EB1A6-20A9-47D9-85E3-786AF9133E23}" destId="{F3E5BEA0-B9E9-426A-98E6-11638EF0044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4D4C7B-E45F-43A2-84B7-40CA00AB39B9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2CA26DB-5CE0-4537-8769-12E7A1BD51FA}">
      <dgm:prSet phldrT="[Текст]"/>
      <dgm:spPr/>
      <dgm:t>
        <a:bodyPr/>
        <a:lstStyle/>
        <a:p>
          <a:r>
            <a:rPr lang="ru-RU" b="1" dirty="0"/>
            <a:t>Классификация требований</a:t>
          </a:r>
        </a:p>
      </dgm:t>
    </dgm:pt>
    <dgm:pt modelId="{8625A26C-CBB6-41E6-A301-A71EEE7EC766}" type="parTrans" cxnId="{B8DB9514-3D7B-4F0F-B2E7-DC802410131D}">
      <dgm:prSet/>
      <dgm:spPr/>
      <dgm:t>
        <a:bodyPr/>
        <a:lstStyle/>
        <a:p>
          <a:endParaRPr lang="ru-RU"/>
        </a:p>
      </dgm:t>
    </dgm:pt>
    <dgm:pt modelId="{2FA1F88B-09F2-4398-BAB2-7BF09916A482}" type="sibTrans" cxnId="{B8DB9514-3D7B-4F0F-B2E7-DC802410131D}">
      <dgm:prSet/>
      <dgm:spPr/>
      <dgm:t>
        <a:bodyPr/>
        <a:lstStyle/>
        <a:p>
          <a:endParaRPr lang="ru-RU"/>
        </a:p>
      </dgm:t>
    </dgm:pt>
    <dgm:pt modelId="{7BBC97BA-7BDC-4904-8C33-E343CBD53C72}">
      <dgm:prSet phldrT="[Текст]"/>
      <dgm:spPr/>
      <dgm:t>
        <a:bodyPr/>
        <a:lstStyle/>
        <a:p>
          <a:r>
            <a:rPr lang="ru-RU" dirty="0"/>
            <a:t>Требования к продукту</a:t>
          </a:r>
        </a:p>
      </dgm:t>
    </dgm:pt>
    <dgm:pt modelId="{0EAA349E-0C81-4342-B764-E02DB6564849}" type="parTrans" cxnId="{CE0E1CB8-4D47-4AB6-9213-99FFDDBD0008}">
      <dgm:prSet/>
      <dgm:spPr/>
      <dgm:t>
        <a:bodyPr/>
        <a:lstStyle/>
        <a:p>
          <a:endParaRPr lang="ru-RU"/>
        </a:p>
      </dgm:t>
    </dgm:pt>
    <dgm:pt modelId="{907F6331-8978-47B0-B109-7A61E31E0B5A}" type="sibTrans" cxnId="{CE0E1CB8-4D47-4AB6-9213-99FFDDBD0008}">
      <dgm:prSet/>
      <dgm:spPr/>
      <dgm:t>
        <a:bodyPr/>
        <a:lstStyle/>
        <a:p>
          <a:endParaRPr lang="ru-RU"/>
        </a:p>
      </dgm:t>
    </dgm:pt>
    <dgm:pt modelId="{F3735D34-1F82-48BD-8E72-BA9AA4D51EB2}">
      <dgm:prSet phldrT="[Текст]"/>
      <dgm:spPr/>
      <dgm:t>
        <a:bodyPr/>
        <a:lstStyle/>
        <a:p>
          <a:r>
            <a:rPr lang="ru-RU" dirty="0"/>
            <a:t>Требования к проекту</a:t>
          </a:r>
        </a:p>
      </dgm:t>
    </dgm:pt>
    <dgm:pt modelId="{147A2AE9-E528-4DA3-91FB-62E731DF86A2}" type="parTrans" cxnId="{9FBF45AB-3362-4868-987F-1E9E96E484DC}">
      <dgm:prSet/>
      <dgm:spPr/>
      <dgm:t>
        <a:bodyPr/>
        <a:lstStyle/>
        <a:p>
          <a:endParaRPr lang="ru-RU"/>
        </a:p>
      </dgm:t>
    </dgm:pt>
    <dgm:pt modelId="{FBD6DE61-0D78-4500-BBBF-BE4E2FA2F95B}" type="sibTrans" cxnId="{9FBF45AB-3362-4868-987F-1E9E96E484DC}">
      <dgm:prSet/>
      <dgm:spPr/>
      <dgm:t>
        <a:bodyPr/>
        <a:lstStyle/>
        <a:p>
          <a:endParaRPr lang="ru-RU"/>
        </a:p>
      </dgm:t>
    </dgm:pt>
    <dgm:pt modelId="{15F29F6F-0AEF-4DA4-9E33-39A2AEF078F9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ru-RU" dirty="0"/>
            <a:t>регламентация процесса Заказчиком позволяет снизить его риски</a:t>
          </a:r>
        </a:p>
      </dgm:t>
    </dgm:pt>
    <dgm:pt modelId="{7E795D91-FE05-4764-AE3E-0462F02C30D3}" type="parTrans" cxnId="{ED943AE6-AE6B-4AC8-99D5-E0643125A966}">
      <dgm:prSet/>
      <dgm:spPr/>
      <dgm:t>
        <a:bodyPr/>
        <a:lstStyle/>
        <a:p>
          <a:endParaRPr lang="ru-RU"/>
        </a:p>
      </dgm:t>
    </dgm:pt>
    <dgm:pt modelId="{6026FE7C-7757-4805-8D40-6333F55E0A77}" type="sibTrans" cxnId="{ED943AE6-AE6B-4AC8-99D5-E0643125A966}">
      <dgm:prSet/>
      <dgm:spPr/>
      <dgm:t>
        <a:bodyPr/>
        <a:lstStyle/>
        <a:p>
          <a:endParaRPr lang="ru-RU"/>
        </a:p>
      </dgm:t>
    </dgm:pt>
    <dgm:pt modelId="{E3F2C260-148B-4423-810D-AE5BB6D32779}">
      <dgm:prSet/>
      <dgm:spPr>
        <a:solidFill>
          <a:srgbClr val="C00000"/>
        </a:solidFill>
      </dgm:spPr>
      <dgm:t>
        <a:bodyPr/>
        <a:lstStyle/>
        <a:p>
          <a:r>
            <a:rPr lang="ru-RU" dirty="0"/>
            <a:t>мероприятия Заказчика по регламентации процесса приводят к дополнительным накладным расходам</a:t>
          </a:r>
        </a:p>
      </dgm:t>
    </dgm:pt>
    <dgm:pt modelId="{1114B08F-99EE-4C98-9982-040555BC982D}" type="parTrans" cxnId="{958818C1-977F-4ED9-9DE7-6CF941E40DE0}">
      <dgm:prSet/>
      <dgm:spPr/>
      <dgm:t>
        <a:bodyPr/>
        <a:lstStyle/>
        <a:p>
          <a:endParaRPr lang="ru-RU"/>
        </a:p>
      </dgm:t>
    </dgm:pt>
    <dgm:pt modelId="{C67D3416-9D8D-4ED8-AB9E-67D5BC0B1139}" type="sibTrans" cxnId="{958818C1-977F-4ED9-9DE7-6CF941E40DE0}">
      <dgm:prSet/>
      <dgm:spPr/>
      <dgm:t>
        <a:bodyPr/>
        <a:lstStyle/>
        <a:p>
          <a:endParaRPr lang="ru-RU"/>
        </a:p>
      </dgm:t>
    </dgm:pt>
    <dgm:pt modelId="{93953911-FEDA-4E10-8EFC-6B8562EFEF98}" type="pres">
      <dgm:prSet presAssocID="{EC4D4C7B-E45F-43A2-84B7-40CA00AB39B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9EE78B7-7F17-412E-ABA7-BA95F449BDC6}" type="pres">
      <dgm:prSet presAssocID="{62CA26DB-5CE0-4537-8769-12E7A1BD51FA}" presName="hierRoot1" presStyleCnt="0">
        <dgm:presLayoutVars>
          <dgm:hierBranch val="init"/>
        </dgm:presLayoutVars>
      </dgm:prSet>
      <dgm:spPr/>
    </dgm:pt>
    <dgm:pt modelId="{CAEB9250-E039-44D7-AC8D-9767BD1CA32D}" type="pres">
      <dgm:prSet presAssocID="{62CA26DB-5CE0-4537-8769-12E7A1BD51FA}" presName="rootComposite1" presStyleCnt="0"/>
      <dgm:spPr/>
    </dgm:pt>
    <dgm:pt modelId="{ADEA9993-4772-45A0-8D28-B8F726ED2FC7}" type="pres">
      <dgm:prSet presAssocID="{62CA26DB-5CE0-4537-8769-12E7A1BD51FA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B73BD52-F3BB-4B01-A27E-CC2806596CFF}" type="pres">
      <dgm:prSet presAssocID="{62CA26DB-5CE0-4537-8769-12E7A1BD51FA}" presName="rootConnector1" presStyleLbl="node1" presStyleIdx="0" presStyleCnt="0"/>
      <dgm:spPr/>
      <dgm:t>
        <a:bodyPr/>
        <a:lstStyle/>
        <a:p>
          <a:endParaRPr lang="ru-RU"/>
        </a:p>
      </dgm:t>
    </dgm:pt>
    <dgm:pt modelId="{97FF2EC9-D966-4410-AE8F-EF97613C6135}" type="pres">
      <dgm:prSet presAssocID="{62CA26DB-5CE0-4537-8769-12E7A1BD51FA}" presName="hierChild2" presStyleCnt="0"/>
      <dgm:spPr/>
    </dgm:pt>
    <dgm:pt modelId="{D0FCF860-B98F-4B1C-8F83-FC1BFD05D203}" type="pres">
      <dgm:prSet presAssocID="{0EAA349E-0C81-4342-B764-E02DB6564849}" presName="Name64" presStyleLbl="parChTrans1D2" presStyleIdx="0" presStyleCnt="2"/>
      <dgm:spPr/>
      <dgm:t>
        <a:bodyPr/>
        <a:lstStyle/>
        <a:p>
          <a:endParaRPr lang="ru-RU"/>
        </a:p>
      </dgm:t>
    </dgm:pt>
    <dgm:pt modelId="{A2748B0F-9C68-4CE4-9F63-BA5F5D5B5EEA}" type="pres">
      <dgm:prSet presAssocID="{7BBC97BA-7BDC-4904-8C33-E343CBD53C72}" presName="hierRoot2" presStyleCnt="0">
        <dgm:presLayoutVars>
          <dgm:hierBranch val="init"/>
        </dgm:presLayoutVars>
      </dgm:prSet>
      <dgm:spPr/>
    </dgm:pt>
    <dgm:pt modelId="{971ECBCB-BC06-49B4-8402-CA27428A8ADC}" type="pres">
      <dgm:prSet presAssocID="{7BBC97BA-7BDC-4904-8C33-E343CBD53C72}" presName="rootComposite" presStyleCnt="0"/>
      <dgm:spPr/>
    </dgm:pt>
    <dgm:pt modelId="{AA11C9B7-2057-4E4C-91C2-F68F866B03FA}" type="pres">
      <dgm:prSet presAssocID="{7BBC97BA-7BDC-4904-8C33-E343CBD53C72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409B12B-FA32-4E9E-A96D-A6FC3F81671F}" type="pres">
      <dgm:prSet presAssocID="{7BBC97BA-7BDC-4904-8C33-E343CBD53C72}" presName="rootConnector" presStyleLbl="node2" presStyleIdx="0" presStyleCnt="2"/>
      <dgm:spPr/>
      <dgm:t>
        <a:bodyPr/>
        <a:lstStyle/>
        <a:p>
          <a:endParaRPr lang="ru-RU"/>
        </a:p>
      </dgm:t>
    </dgm:pt>
    <dgm:pt modelId="{43530FB7-4670-4820-A520-00A954B5924A}" type="pres">
      <dgm:prSet presAssocID="{7BBC97BA-7BDC-4904-8C33-E343CBD53C72}" presName="hierChild4" presStyleCnt="0"/>
      <dgm:spPr/>
    </dgm:pt>
    <dgm:pt modelId="{EF95CF07-CC17-4CED-AA5F-0E0FB8BE6C05}" type="pres">
      <dgm:prSet presAssocID="{7BBC97BA-7BDC-4904-8C33-E343CBD53C72}" presName="hierChild5" presStyleCnt="0"/>
      <dgm:spPr/>
    </dgm:pt>
    <dgm:pt modelId="{077B0485-4BEF-48D7-8C02-EE4820256D5F}" type="pres">
      <dgm:prSet presAssocID="{147A2AE9-E528-4DA3-91FB-62E731DF86A2}" presName="Name64" presStyleLbl="parChTrans1D2" presStyleIdx="1" presStyleCnt="2"/>
      <dgm:spPr/>
      <dgm:t>
        <a:bodyPr/>
        <a:lstStyle/>
        <a:p>
          <a:endParaRPr lang="ru-RU"/>
        </a:p>
      </dgm:t>
    </dgm:pt>
    <dgm:pt modelId="{FAF96EC7-7F3B-4EF1-A9F9-D89B7DDA0EE0}" type="pres">
      <dgm:prSet presAssocID="{F3735D34-1F82-48BD-8E72-BA9AA4D51EB2}" presName="hierRoot2" presStyleCnt="0">
        <dgm:presLayoutVars>
          <dgm:hierBranch val="init"/>
        </dgm:presLayoutVars>
      </dgm:prSet>
      <dgm:spPr/>
    </dgm:pt>
    <dgm:pt modelId="{C318016F-8559-4B35-8B72-3BC6135B344D}" type="pres">
      <dgm:prSet presAssocID="{F3735D34-1F82-48BD-8E72-BA9AA4D51EB2}" presName="rootComposite" presStyleCnt="0"/>
      <dgm:spPr/>
    </dgm:pt>
    <dgm:pt modelId="{615B6BB0-6A3F-40CF-B961-13159F1BBF01}" type="pres">
      <dgm:prSet presAssocID="{F3735D34-1F82-48BD-8E72-BA9AA4D51EB2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CA6DC59-9564-415B-B01F-36B24D2167BF}" type="pres">
      <dgm:prSet presAssocID="{F3735D34-1F82-48BD-8E72-BA9AA4D51EB2}" presName="rootConnector" presStyleLbl="node2" presStyleIdx="1" presStyleCnt="2"/>
      <dgm:spPr/>
      <dgm:t>
        <a:bodyPr/>
        <a:lstStyle/>
        <a:p>
          <a:endParaRPr lang="ru-RU"/>
        </a:p>
      </dgm:t>
    </dgm:pt>
    <dgm:pt modelId="{BEAAF447-1794-459D-BB9B-D2805F79DD21}" type="pres">
      <dgm:prSet presAssocID="{F3735D34-1F82-48BD-8E72-BA9AA4D51EB2}" presName="hierChild4" presStyleCnt="0"/>
      <dgm:spPr/>
    </dgm:pt>
    <dgm:pt modelId="{7A699784-B7B4-4B1C-99FF-6F99BB66A0BB}" type="pres">
      <dgm:prSet presAssocID="{7E795D91-FE05-4764-AE3E-0462F02C30D3}" presName="Name64" presStyleLbl="parChTrans1D3" presStyleIdx="0" presStyleCnt="2"/>
      <dgm:spPr/>
      <dgm:t>
        <a:bodyPr/>
        <a:lstStyle/>
        <a:p>
          <a:endParaRPr lang="ru-RU"/>
        </a:p>
      </dgm:t>
    </dgm:pt>
    <dgm:pt modelId="{59CF3AEF-ECD2-4CFB-9A47-65F8F5AC1449}" type="pres">
      <dgm:prSet presAssocID="{15F29F6F-0AEF-4DA4-9E33-39A2AEF078F9}" presName="hierRoot2" presStyleCnt="0">
        <dgm:presLayoutVars>
          <dgm:hierBranch val="init"/>
        </dgm:presLayoutVars>
      </dgm:prSet>
      <dgm:spPr/>
    </dgm:pt>
    <dgm:pt modelId="{CBAC8BF9-47FB-4638-803A-54C61DE8BE28}" type="pres">
      <dgm:prSet presAssocID="{15F29F6F-0AEF-4DA4-9E33-39A2AEF078F9}" presName="rootComposite" presStyleCnt="0"/>
      <dgm:spPr/>
    </dgm:pt>
    <dgm:pt modelId="{64168EA7-F301-4BA3-8FCA-C14DD59F674D}" type="pres">
      <dgm:prSet presAssocID="{15F29F6F-0AEF-4DA4-9E33-39A2AEF078F9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DF05862-803D-4D6E-82B5-9EC571595299}" type="pres">
      <dgm:prSet presAssocID="{15F29F6F-0AEF-4DA4-9E33-39A2AEF078F9}" presName="rootConnector" presStyleLbl="node3" presStyleIdx="0" presStyleCnt="2"/>
      <dgm:spPr/>
      <dgm:t>
        <a:bodyPr/>
        <a:lstStyle/>
        <a:p>
          <a:endParaRPr lang="ru-RU"/>
        </a:p>
      </dgm:t>
    </dgm:pt>
    <dgm:pt modelId="{057B8E4E-EFDE-4522-A0EE-7BDA43A485E4}" type="pres">
      <dgm:prSet presAssocID="{15F29F6F-0AEF-4DA4-9E33-39A2AEF078F9}" presName="hierChild4" presStyleCnt="0"/>
      <dgm:spPr/>
    </dgm:pt>
    <dgm:pt modelId="{A4E47F7B-7F5A-4E27-A27B-9B3F5F7943FC}" type="pres">
      <dgm:prSet presAssocID="{15F29F6F-0AEF-4DA4-9E33-39A2AEF078F9}" presName="hierChild5" presStyleCnt="0"/>
      <dgm:spPr/>
    </dgm:pt>
    <dgm:pt modelId="{56828F92-FB83-4F0D-BDBB-42BAA112B6CB}" type="pres">
      <dgm:prSet presAssocID="{1114B08F-99EE-4C98-9982-040555BC982D}" presName="Name64" presStyleLbl="parChTrans1D3" presStyleIdx="1" presStyleCnt="2"/>
      <dgm:spPr/>
      <dgm:t>
        <a:bodyPr/>
        <a:lstStyle/>
        <a:p>
          <a:endParaRPr lang="ru-RU"/>
        </a:p>
      </dgm:t>
    </dgm:pt>
    <dgm:pt modelId="{43132DDA-72CF-4868-83C4-E59D387555F5}" type="pres">
      <dgm:prSet presAssocID="{E3F2C260-148B-4423-810D-AE5BB6D32779}" presName="hierRoot2" presStyleCnt="0">
        <dgm:presLayoutVars>
          <dgm:hierBranch val="init"/>
        </dgm:presLayoutVars>
      </dgm:prSet>
      <dgm:spPr/>
    </dgm:pt>
    <dgm:pt modelId="{5489C0D0-AC41-4902-B1A3-E84837711E5B}" type="pres">
      <dgm:prSet presAssocID="{E3F2C260-148B-4423-810D-AE5BB6D32779}" presName="rootComposite" presStyleCnt="0"/>
      <dgm:spPr/>
    </dgm:pt>
    <dgm:pt modelId="{C2CAD995-AE15-47F5-BBC9-9FE340ED5B62}" type="pres">
      <dgm:prSet presAssocID="{E3F2C260-148B-4423-810D-AE5BB6D32779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5BD0847-D556-4149-B60A-9578BB4AA158}" type="pres">
      <dgm:prSet presAssocID="{E3F2C260-148B-4423-810D-AE5BB6D32779}" presName="rootConnector" presStyleLbl="node3" presStyleIdx="1" presStyleCnt="2"/>
      <dgm:spPr/>
      <dgm:t>
        <a:bodyPr/>
        <a:lstStyle/>
        <a:p>
          <a:endParaRPr lang="ru-RU"/>
        </a:p>
      </dgm:t>
    </dgm:pt>
    <dgm:pt modelId="{3BFA4030-AD6B-486D-ADD8-00053F6E01C8}" type="pres">
      <dgm:prSet presAssocID="{E3F2C260-148B-4423-810D-AE5BB6D32779}" presName="hierChild4" presStyleCnt="0"/>
      <dgm:spPr/>
    </dgm:pt>
    <dgm:pt modelId="{2A3DF1AA-8BF6-499E-B145-5E478E5C8202}" type="pres">
      <dgm:prSet presAssocID="{E3F2C260-148B-4423-810D-AE5BB6D32779}" presName="hierChild5" presStyleCnt="0"/>
      <dgm:spPr/>
    </dgm:pt>
    <dgm:pt modelId="{09EAC5A7-3552-4DCD-B38A-C80D7A45B4E8}" type="pres">
      <dgm:prSet presAssocID="{F3735D34-1F82-48BD-8E72-BA9AA4D51EB2}" presName="hierChild5" presStyleCnt="0"/>
      <dgm:spPr/>
    </dgm:pt>
    <dgm:pt modelId="{A8D41983-3275-4D8F-8EF8-FE135993FCE3}" type="pres">
      <dgm:prSet presAssocID="{62CA26DB-5CE0-4537-8769-12E7A1BD51FA}" presName="hierChild3" presStyleCnt="0"/>
      <dgm:spPr/>
    </dgm:pt>
  </dgm:ptLst>
  <dgm:cxnLst>
    <dgm:cxn modelId="{B8DB9514-3D7B-4F0F-B2E7-DC802410131D}" srcId="{EC4D4C7B-E45F-43A2-84B7-40CA00AB39B9}" destId="{62CA26DB-5CE0-4537-8769-12E7A1BD51FA}" srcOrd="0" destOrd="0" parTransId="{8625A26C-CBB6-41E6-A301-A71EEE7EC766}" sibTransId="{2FA1F88B-09F2-4398-BAB2-7BF09916A482}"/>
    <dgm:cxn modelId="{A885B107-327F-4CD0-833E-FDAED0C85A0A}" type="presOf" srcId="{62CA26DB-5CE0-4537-8769-12E7A1BD51FA}" destId="{7B73BD52-F3BB-4B01-A27E-CC2806596CFF}" srcOrd="1" destOrd="0" presId="urn:microsoft.com/office/officeart/2009/3/layout/HorizontalOrganizationChart"/>
    <dgm:cxn modelId="{9FBF45AB-3362-4868-987F-1E9E96E484DC}" srcId="{62CA26DB-5CE0-4537-8769-12E7A1BD51FA}" destId="{F3735D34-1F82-48BD-8E72-BA9AA4D51EB2}" srcOrd="1" destOrd="0" parTransId="{147A2AE9-E528-4DA3-91FB-62E731DF86A2}" sibTransId="{FBD6DE61-0D78-4500-BBBF-BE4E2FA2F95B}"/>
    <dgm:cxn modelId="{74B0E5EB-2BF2-483B-90A8-8F619AE0D39D}" type="presOf" srcId="{F3735D34-1F82-48BD-8E72-BA9AA4D51EB2}" destId="{1CA6DC59-9564-415B-B01F-36B24D2167BF}" srcOrd="1" destOrd="0" presId="urn:microsoft.com/office/officeart/2009/3/layout/HorizontalOrganizationChart"/>
    <dgm:cxn modelId="{63CEBE6F-5222-4F4F-A7A2-A92CFEBD9E2C}" type="presOf" srcId="{0EAA349E-0C81-4342-B764-E02DB6564849}" destId="{D0FCF860-B98F-4B1C-8F83-FC1BFD05D203}" srcOrd="0" destOrd="0" presId="urn:microsoft.com/office/officeart/2009/3/layout/HorizontalOrganizationChart"/>
    <dgm:cxn modelId="{ED943AE6-AE6B-4AC8-99D5-E0643125A966}" srcId="{F3735D34-1F82-48BD-8E72-BA9AA4D51EB2}" destId="{15F29F6F-0AEF-4DA4-9E33-39A2AEF078F9}" srcOrd="0" destOrd="0" parTransId="{7E795D91-FE05-4764-AE3E-0462F02C30D3}" sibTransId="{6026FE7C-7757-4805-8D40-6333F55E0A77}"/>
    <dgm:cxn modelId="{0743F298-BACE-4148-AF20-8B02DED37B37}" type="presOf" srcId="{7E795D91-FE05-4764-AE3E-0462F02C30D3}" destId="{7A699784-B7B4-4B1C-99FF-6F99BB66A0BB}" srcOrd="0" destOrd="0" presId="urn:microsoft.com/office/officeart/2009/3/layout/HorizontalOrganizationChart"/>
    <dgm:cxn modelId="{7B2FA6E8-D26C-4C08-AF72-34CFFD369604}" type="presOf" srcId="{7BBC97BA-7BDC-4904-8C33-E343CBD53C72}" destId="{B409B12B-FA32-4E9E-A96D-A6FC3F81671F}" srcOrd="1" destOrd="0" presId="urn:microsoft.com/office/officeart/2009/3/layout/HorizontalOrganizationChart"/>
    <dgm:cxn modelId="{D27D0642-E50C-4696-BF59-BD39F2BFFD26}" type="presOf" srcId="{7BBC97BA-7BDC-4904-8C33-E343CBD53C72}" destId="{AA11C9B7-2057-4E4C-91C2-F68F866B03FA}" srcOrd="0" destOrd="0" presId="urn:microsoft.com/office/officeart/2009/3/layout/HorizontalOrganizationChart"/>
    <dgm:cxn modelId="{CE0E1CB8-4D47-4AB6-9213-99FFDDBD0008}" srcId="{62CA26DB-5CE0-4537-8769-12E7A1BD51FA}" destId="{7BBC97BA-7BDC-4904-8C33-E343CBD53C72}" srcOrd="0" destOrd="0" parTransId="{0EAA349E-0C81-4342-B764-E02DB6564849}" sibTransId="{907F6331-8978-47B0-B109-7A61E31E0B5A}"/>
    <dgm:cxn modelId="{D6B95799-C6FA-4973-BB2B-D829B9681B29}" type="presOf" srcId="{F3735D34-1F82-48BD-8E72-BA9AA4D51EB2}" destId="{615B6BB0-6A3F-40CF-B961-13159F1BBF01}" srcOrd="0" destOrd="0" presId="urn:microsoft.com/office/officeart/2009/3/layout/HorizontalOrganizationChart"/>
    <dgm:cxn modelId="{DDCE89A5-5CFD-48CB-8929-650CFB28791E}" type="presOf" srcId="{EC4D4C7B-E45F-43A2-84B7-40CA00AB39B9}" destId="{93953911-FEDA-4E10-8EFC-6B8562EFEF98}" srcOrd="0" destOrd="0" presId="urn:microsoft.com/office/officeart/2009/3/layout/HorizontalOrganizationChart"/>
    <dgm:cxn modelId="{BF6A4705-0B9B-4235-87C5-0101840AE647}" type="presOf" srcId="{E3F2C260-148B-4423-810D-AE5BB6D32779}" destId="{35BD0847-D556-4149-B60A-9578BB4AA158}" srcOrd="1" destOrd="0" presId="urn:microsoft.com/office/officeart/2009/3/layout/HorizontalOrganizationChart"/>
    <dgm:cxn modelId="{528187F6-E54F-40DF-BD60-7C4B3BB9A4BC}" type="presOf" srcId="{15F29F6F-0AEF-4DA4-9E33-39A2AEF078F9}" destId="{EDF05862-803D-4D6E-82B5-9EC571595299}" srcOrd="1" destOrd="0" presId="urn:microsoft.com/office/officeart/2009/3/layout/HorizontalOrganizationChart"/>
    <dgm:cxn modelId="{958818C1-977F-4ED9-9DE7-6CF941E40DE0}" srcId="{F3735D34-1F82-48BD-8E72-BA9AA4D51EB2}" destId="{E3F2C260-148B-4423-810D-AE5BB6D32779}" srcOrd="1" destOrd="0" parTransId="{1114B08F-99EE-4C98-9982-040555BC982D}" sibTransId="{C67D3416-9D8D-4ED8-AB9E-67D5BC0B1139}"/>
    <dgm:cxn modelId="{840A1D01-FF8E-4174-9F14-53759BC792C6}" type="presOf" srcId="{1114B08F-99EE-4C98-9982-040555BC982D}" destId="{56828F92-FB83-4F0D-BDBB-42BAA112B6CB}" srcOrd="0" destOrd="0" presId="urn:microsoft.com/office/officeart/2009/3/layout/HorizontalOrganizationChart"/>
    <dgm:cxn modelId="{59D596A4-A06C-4DF3-A9A7-3E2D7DEB4CEB}" type="presOf" srcId="{15F29F6F-0AEF-4DA4-9E33-39A2AEF078F9}" destId="{64168EA7-F301-4BA3-8FCA-C14DD59F674D}" srcOrd="0" destOrd="0" presId="urn:microsoft.com/office/officeart/2009/3/layout/HorizontalOrganizationChart"/>
    <dgm:cxn modelId="{D508056A-19E0-4DCD-94C8-DAAD223AD53E}" type="presOf" srcId="{E3F2C260-148B-4423-810D-AE5BB6D32779}" destId="{C2CAD995-AE15-47F5-BBC9-9FE340ED5B62}" srcOrd="0" destOrd="0" presId="urn:microsoft.com/office/officeart/2009/3/layout/HorizontalOrganizationChart"/>
    <dgm:cxn modelId="{24EEB275-2E54-42A9-97C5-A350CAFF2ACC}" type="presOf" srcId="{147A2AE9-E528-4DA3-91FB-62E731DF86A2}" destId="{077B0485-4BEF-48D7-8C02-EE4820256D5F}" srcOrd="0" destOrd="0" presId="urn:microsoft.com/office/officeart/2009/3/layout/HorizontalOrganizationChart"/>
    <dgm:cxn modelId="{45D6EBE6-3490-4665-87F7-AB1BD04CCBED}" type="presOf" srcId="{62CA26DB-5CE0-4537-8769-12E7A1BD51FA}" destId="{ADEA9993-4772-45A0-8D28-B8F726ED2FC7}" srcOrd="0" destOrd="0" presId="urn:microsoft.com/office/officeart/2009/3/layout/HorizontalOrganizationChart"/>
    <dgm:cxn modelId="{595B79F9-9EAA-4141-8DC2-5CFC365DFDE4}" type="presParOf" srcId="{93953911-FEDA-4E10-8EFC-6B8562EFEF98}" destId="{39EE78B7-7F17-412E-ABA7-BA95F449BDC6}" srcOrd="0" destOrd="0" presId="urn:microsoft.com/office/officeart/2009/3/layout/HorizontalOrganizationChart"/>
    <dgm:cxn modelId="{9A38484F-3745-4BB5-A421-4428957F0DCE}" type="presParOf" srcId="{39EE78B7-7F17-412E-ABA7-BA95F449BDC6}" destId="{CAEB9250-E039-44D7-AC8D-9767BD1CA32D}" srcOrd="0" destOrd="0" presId="urn:microsoft.com/office/officeart/2009/3/layout/HorizontalOrganizationChart"/>
    <dgm:cxn modelId="{C61C2258-1BBB-4769-A329-A8E8E7B9659C}" type="presParOf" srcId="{CAEB9250-E039-44D7-AC8D-9767BD1CA32D}" destId="{ADEA9993-4772-45A0-8D28-B8F726ED2FC7}" srcOrd="0" destOrd="0" presId="urn:microsoft.com/office/officeart/2009/3/layout/HorizontalOrganizationChart"/>
    <dgm:cxn modelId="{D7DDC5DC-19B2-4108-90EF-15874E543148}" type="presParOf" srcId="{CAEB9250-E039-44D7-AC8D-9767BD1CA32D}" destId="{7B73BD52-F3BB-4B01-A27E-CC2806596CFF}" srcOrd="1" destOrd="0" presId="urn:microsoft.com/office/officeart/2009/3/layout/HorizontalOrganizationChart"/>
    <dgm:cxn modelId="{D85F9996-842A-4841-B29F-3529D0A1BB1F}" type="presParOf" srcId="{39EE78B7-7F17-412E-ABA7-BA95F449BDC6}" destId="{97FF2EC9-D966-4410-AE8F-EF97613C6135}" srcOrd="1" destOrd="0" presId="urn:microsoft.com/office/officeart/2009/3/layout/HorizontalOrganizationChart"/>
    <dgm:cxn modelId="{1A1B0351-82C5-4008-9B3D-15DA37EF6D79}" type="presParOf" srcId="{97FF2EC9-D966-4410-AE8F-EF97613C6135}" destId="{D0FCF860-B98F-4B1C-8F83-FC1BFD05D203}" srcOrd="0" destOrd="0" presId="urn:microsoft.com/office/officeart/2009/3/layout/HorizontalOrganizationChart"/>
    <dgm:cxn modelId="{9206C6BB-1885-4954-A7E0-EE8DB7580042}" type="presParOf" srcId="{97FF2EC9-D966-4410-AE8F-EF97613C6135}" destId="{A2748B0F-9C68-4CE4-9F63-BA5F5D5B5EEA}" srcOrd="1" destOrd="0" presId="urn:microsoft.com/office/officeart/2009/3/layout/HorizontalOrganizationChart"/>
    <dgm:cxn modelId="{FA3D1C51-F017-4401-9D9F-CD1D0CD650A0}" type="presParOf" srcId="{A2748B0F-9C68-4CE4-9F63-BA5F5D5B5EEA}" destId="{971ECBCB-BC06-49B4-8402-CA27428A8ADC}" srcOrd="0" destOrd="0" presId="urn:microsoft.com/office/officeart/2009/3/layout/HorizontalOrganizationChart"/>
    <dgm:cxn modelId="{2F6058B3-80F4-4112-8793-F13DDC0928B3}" type="presParOf" srcId="{971ECBCB-BC06-49B4-8402-CA27428A8ADC}" destId="{AA11C9B7-2057-4E4C-91C2-F68F866B03FA}" srcOrd="0" destOrd="0" presId="urn:microsoft.com/office/officeart/2009/3/layout/HorizontalOrganizationChart"/>
    <dgm:cxn modelId="{3A8C3E00-A3A4-4BB7-9C9D-B2A5F67F0D2C}" type="presParOf" srcId="{971ECBCB-BC06-49B4-8402-CA27428A8ADC}" destId="{B409B12B-FA32-4E9E-A96D-A6FC3F81671F}" srcOrd="1" destOrd="0" presId="urn:microsoft.com/office/officeart/2009/3/layout/HorizontalOrganizationChart"/>
    <dgm:cxn modelId="{D5B3043D-EE42-4FAF-B52F-DB63C1B79487}" type="presParOf" srcId="{A2748B0F-9C68-4CE4-9F63-BA5F5D5B5EEA}" destId="{43530FB7-4670-4820-A520-00A954B5924A}" srcOrd="1" destOrd="0" presId="urn:microsoft.com/office/officeart/2009/3/layout/HorizontalOrganizationChart"/>
    <dgm:cxn modelId="{8563B97C-8EF5-4AA8-B85B-031E9BD83930}" type="presParOf" srcId="{A2748B0F-9C68-4CE4-9F63-BA5F5D5B5EEA}" destId="{EF95CF07-CC17-4CED-AA5F-0E0FB8BE6C05}" srcOrd="2" destOrd="0" presId="urn:microsoft.com/office/officeart/2009/3/layout/HorizontalOrganizationChart"/>
    <dgm:cxn modelId="{AB95F0DD-F0D6-4B49-B354-D3CFB0AD022A}" type="presParOf" srcId="{97FF2EC9-D966-4410-AE8F-EF97613C6135}" destId="{077B0485-4BEF-48D7-8C02-EE4820256D5F}" srcOrd="2" destOrd="0" presId="urn:microsoft.com/office/officeart/2009/3/layout/HorizontalOrganizationChart"/>
    <dgm:cxn modelId="{32334B97-1200-4633-ADBF-F2F0FB3DCC80}" type="presParOf" srcId="{97FF2EC9-D966-4410-AE8F-EF97613C6135}" destId="{FAF96EC7-7F3B-4EF1-A9F9-D89B7DDA0EE0}" srcOrd="3" destOrd="0" presId="urn:microsoft.com/office/officeart/2009/3/layout/HorizontalOrganizationChart"/>
    <dgm:cxn modelId="{8B1FC9A1-9339-4F55-9AC6-6FC5654C8062}" type="presParOf" srcId="{FAF96EC7-7F3B-4EF1-A9F9-D89B7DDA0EE0}" destId="{C318016F-8559-4B35-8B72-3BC6135B344D}" srcOrd="0" destOrd="0" presId="urn:microsoft.com/office/officeart/2009/3/layout/HorizontalOrganizationChart"/>
    <dgm:cxn modelId="{3C471D4A-13B1-4404-877B-7BEA30078EAD}" type="presParOf" srcId="{C318016F-8559-4B35-8B72-3BC6135B344D}" destId="{615B6BB0-6A3F-40CF-B961-13159F1BBF01}" srcOrd="0" destOrd="0" presId="urn:microsoft.com/office/officeart/2009/3/layout/HorizontalOrganizationChart"/>
    <dgm:cxn modelId="{14E24586-0B00-49AF-B6AF-978B6D953BA4}" type="presParOf" srcId="{C318016F-8559-4B35-8B72-3BC6135B344D}" destId="{1CA6DC59-9564-415B-B01F-36B24D2167BF}" srcOrd="1" destOrd="0" presId="urn:microsoft.com/office/officeart/2009/3/layout/HorizontalOrganizationChart"/>
    <dgm:cxn modelId="{D0BF6150-4245-4034-B317-4631EBE3B3A8}" type="presParOf" srcId="{FAF96EC7-7F3B-4EF1-A9F9-D89B7DDA0EE0}" destId="{BEAAF447-1794-459D-BB9B-D2805F79DD21}" srcOrd="1" destOrd="0" presId="urn:microsoft.com/office/officeart/2009/3/layout/HorizontalOrganizationChart"/>
    <dgm:cxn modelId="{91163B64-5E6A-41A0-B878-A2B4CB957C2A}" type="presParOf" srcId="{BEAAF447-1794-459D-BB9B-D2805F79DD21}" destId="{7A699784-B7B4-4B1C-99FF-6F99BB66A0BB}" srcOrd="0" destOrd="0" presId="urn:microsoft.com/office/officeart/2009/3/layout/HorizontalOrganizationChart"/>
    <dgm:cxn modelId="{C0468080-F2C1-4BC6-98CB-DF218D3FF697}" type="presParOf" srcId="{BEAAF447-1794-459D-BB9B-D2805F79DD21}" destId="{59CF3AEF-ECD2-4CFB-9A47-65F8F5AC1449}" srcOrd="1" destOrd="0" presId="urn:microsoft.com/office/officeart/2009/3/layout/HorizontalOrganizationChart"/>
    <dgm:cxn modelId="{20AA0362-4662-44BA-935E-323B988069CF}" type="presParOf" srcId="{59CF3AEF-ECD2-4CFB-9A47-65F8F5AC1449}" destId="{CBAC8BF9-47FB-4638-803A-54C61DE8BE28}" srcOrd="0" destOrd="0" presId="urn:microsoft.com/office/officeart/2009/3/layout/HorizontalOrganizationChart"/>
    <dgm:cxn modelId="{833FBEFB-DDD9-4F01-A805-0B4EF41C81E8}" type="presParOf" srcId="{CBAC8BF9-47FB-4638-803A-54C61DE8BE28}" destId="{64168EA7-F301-4BA3-8FCA-C14DD59F674D}" srcOrd="0" destOrd="0" presId="urn:microsoft.com/office/officeart/2009/3/layout/HorizontalOrganizationChart"/>
    <dgm:cxn modelId="{07820836-F392-45A8-BCEB-0E0C5233F858}" type="presParOf" srcId="{CBAC8BF9-47FB-4638-803A-54C61DE8BE28}" destId="{EDF05862-803D-4D6E-82B5-9EC571595299}" srcOrd="1" destOrd="0" presId="urn:microsoft.com/office/officeart/2009/3/layout/HorizontalOrganizationChart"/>
    <dgm:cxn modelId="{F9C0E66D-A124-47C6-818A-98CDDCF828A6}" type="presParOf" srcId="{59CF3AEF-ECD2-4CFB-9A47-65F8F5AC1449}" destId="{057B8E4E-EFDE-4522-A0EE-7BDA43A485E4}" srcOrd="1" destOrd="0" presId="urn:microsoft.com/office/officeart/2009/3/layout/HorizontalOrganizationChart"/>
    <dgm:cxn modelId="{D8E96895-5398-4B17-A473-C58A8CB649FA}" type="presParOf" srcId="{59CF3AEF-ECD2-4CFB-9A47-65F8F5AC1449}" destId="{A4E47F7B-7F5A-4E27-A27B-9B3F5F7943FC}" srcOrd="2" destOrd="0" presId="urn:microsoft.com/office/officeart/2009/3/layout/HorizontalOrganizationChart"/>
    <dgm:cxn modelId="{9755A9A2-34A9-4BBB-9759-494519240383}" type="presParOf" srcId="{BEAAF447-1794-459D-BB9B-D2805F79DD21}" destId="{56828F92-FB83-4F0D-BDBB-42BAA112B6CB}" srcOrd="2" destOrd="0" presId="urn:microsoft.com/office/officeart/2009/3/layout/HorizontalOrganizationChart"/>
    <dgm:cxn modelId="{859AD012-0ECD-498C-B904-2A2F6E8DEFE0}" type="presParOf" srcId="{BEAAF447-1794-459D-BB9B-D2805F79DD21}" destId="{43132DDA-72CF-4868-83C4-E59D387555F5}" srcOrd="3" destOrd="0" presId="urn:microsoft.com/office/officeart/2009/3/layout/HorizontalOrganizationChart"/>
    <dgm:cxn modelId="{A796FFC1-A3A0-4E85-9D60-8FADBD4B6FFF}" type="presParOf" srcId="{43132DDA-72CF-4868-83C4-E59D387555F5}" destId="{5489C0D0-AC41-4902-B1A3-E84837711E5B}" srcOrd="0" destOrd="0" presId="urn:microsoft.com/office/officeart/2009/3/layout/HorizontalOrganizationChart"/>
    <dgm:cxn modelId="{4E7DC661-8E43-44A4-8B0A-D80000DBD839}" type="presParOf" srcId="{5489C0D0-AC41-4902-B1A3-E84837711E5B}" destId="{C2CAD995-AE15-47F5-BBC9-9FE340ED5B62}" srcOrd="0" destOrd="0" presId="urn:microsoft.com/office/officeart/2009/3/layout/HorizontalOrganizationChart"/>
    <dgm:cxn modelId="{81486A9D-D835-45FC-A0FE-B0F23F7357E3}" type="presParOf" srcId="{5489C0D0-AC41-4902-B1A3-E84837711E5B}" destId="{35BD0847-D556-4149-B60A-9578BB4AA158}" srcOrd="1" destOrd="0" presId="urn:microsoft.com/office/officeart/2009/3/layout/HorizontalOrganizationChart"/>
    <dgm:cxn modelId="{5E45EE47-D269-470F-BD67-E1A5DF62F790}" type="presParOf" srcId="{43132DDA-72CF-4868-83C4-E59D387555F5}" destId="{3BFA4030-AD6B-486D-ADD8-00053F6E01C8}" srcOrd="1" destOrd="0" presId="urn:microsoft.com/office/officeart/2009/3/layout/HorizontalOrganizationChart"/>
    <dgm:cxn modelId="{08FFDF03-34F7-4D2B-A879-30FE09058D06}" type="presParOf" srcId="{43132DDA-72CF-4868-83C4-E59D387555F5}" destId="{2A3DF1AA-8BF6-499E-B145-5E478E5C8202}" srcOrd="2" destOrd="0" presId="urn:microsoft.com/office/officeart/2009/3/layout/HorizontalOrganizationChart"/>
    <dgm:cxn modelId="{5C5AFE26-417A-4805-AB56-1ACA47F4572D}" type="presParOf" srcId="{FAF96EC7-7F3B-4EF1-A9F9-D89B7DDA0EE0}" destId="{09EAC5A7-3552-4DCD-B38A-C80D7A45B4E8}" srcOrd="2" destOrd="0" presId="urn:microsoft.com/office/officeart/2009/3/layout/HorizontalOrganizationChart"/>
    <dgm:cxn modelId="{28C2FB9E-C855-4A85-9C19-4E173CB77041}" type="presParOf" srcId="{39EE78B7-7F17-412E-ABA7-BA95F449BDC6}" destId="{A8D41983-3275-4D8F-8EF8-FE135993FCE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B5D051-8916-46A5-A7D6-7F4F8DC2CC2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E5C82CC-46D7-4736-A788-7B8CDBF60FB2}">
      <dgm:prSet phldrT="[Текст]" custT="1"/>
      <dgm:spPr/>
      <dgm:t>
        <a:bodyPr vert="vert270"/>
        <a:lstStyle/>
        <a:p>
          <a:pPr algn="ctr"/>
          <a:r>
            <a:rPr lang="ru-RU" sz="2400" dirty="0"/>
            <a:t>пример формулировки требования к оффшорному проекту</a:t>
          </a:r>
        </a:p>
      </dgm:t>
    </dgm:pt>
    <dgm:pt modelId="{67B3221E-64D6-464C-B1F2-D9D184650BFD}" type="parTrans" cxnId="{593FEDA6-4F95-4A1C-B765-EFCB053E6BC3}">
      <dgm:prSet/>
      <dgm:spPr/>
      <dgm:t>
        <a:bodyPr/>
        <a:lstStyle/>
        <a:p>
          <a:endParaRPr lang="ru-RU"/>
        </a:p>
      </dgm:t>
    </dgm:pt>
    <dgm:pt modelId="{812F309B-B5E7-46BF-89A8-E9A7908E1432}" type="sibTrans" cxnId="{593FEDA6-4F95-4A1C-B765-EFCB053E6BC3}">
      <dgm:prSet/>
      <dgm:spPr/>
      <dgm:t>
        <a:bodyPr/>
        <a:lstStyle/>
        <a:p>
          <a:endParaRPr lang="ru-RU"/>
        </a:p>
      </dgm:t>
    </dgm:pt>
    <dgm:pt modelId="{61C89D0A-C764-4558-8C86-36569750FC2B}">
      <dgm:prSet phldrT="[Текст]"/>
      <dgm:spPr/>
      <dgm:t>
        <a:bodyPr/>
        <a:lstStyle/>
        <a:p>
          <a:r>
            <a:rPr lang="ru-RU" dirty="0"/>
            <a:t>1.	Разработчик представляет Заказчику согласованный план работ c детализацией с точностью до конкретных исполнителей</a:t>
          </a:r>
        </a:p>
      </dgm:t>
    </dgm:pt>
    <dgm:pt modelId="{03D03D0E-D587-4973-89C8-38422D684A60}" type="parTrans" cxnId="{ED4CD0B1-27BF-42C9-BF9A-FDC311AEB92F}">
      <dgm:prSet/>
      <dgm:spPr/>
      <dgm:t>
        <a:bodyPr/>
        <a:lstStyle/>
        <a:p>
          <a:endParaRPr lang="ru-RU"/>
        </a:p>
      </dgm:t>
    </dgm:pt>
    <dgm:pt modelId="{095308E9-3531-447E-AC94-679C1F83CC6D}" type="sibTrans" cxnId="{ED4CD0B1-27BF-42C9-BF9A-FDC311AEB92F}">
      <dgm:prSet/>
      <dgm:spPr/>
      <dgm:t>
        <a:bodyPr/>
        <a:lstStyle/>
        <a:p>
          <a:endParaRPr lang="ru-RU"/>
        </a:p>
      </dgm:t>
    </dgm:pt>
    <dgm:pt modelId="{A26570E5-006E-4D68-AFFB-039C31F44299}">
      <dgm:prSet phldrT="[Текст]"/>
      <dgm:spPr/>
      <dgm:t>
        <a:bodyPr/>
        <a:lstStyle/>
        <a:p>
          <a:r>
            <a:rPr lang="ru-RU" dirty="0"/>
            <a:t>2.	Разработчик осуществляет ежедневные сборки, регрессионное тестирование компонентов разрабатываемого продукта и тестирование продукта в целом</a:t>
          </a:r>
        </a:p>
      </dgm:t>
    </dgm:pt>
    <dgm:pt modelId="{EF5BFF2F-7EEE-4ED6-82A9-E211161F6155}" type="parTrans" cxnId="{90A5FC3E-188C-4431-9AAB-1FC999A837B3}">
      <dgm:prSet/>
      <dgm:spPr/>
      <dgm:t>
        <a:bodyPr/>
        <a:lstStyle/>
        <a:p>
          <a:endParaRPr lang="ru-RU"/>
        </a:p>
      </dgm:t>
    </dgm:pt>
    <dgm:pt modelId="{C8E1CEC6-42E9-4C01-8FFA-872C410A0227}" type="sibTrans" cxnId="{90A5FC3E-188C-4431-9AAB-1FC999A837B3}">
      <dgm:prSet/>
      <dgm:spPr/>
      <dgm:t>
        <a:bodyPr/>
        <a:lstStyle/>
        <a:p>
          <a:endParaRPr lang="ru-RU"/>
        </a:p>
      </dgm:t>
    </dgm:pt>
    <dgm:pt modelId="{AE965A52-29DF-4683-A3F6-8420CA82B622}">
      <dgm:prSet phldrT="[Текст]"/>
      <dgm:spPr/>
      <dgm:t>
        <a:bodyPr/>
        <a:lstStyle/>
        <a:p>
          <a:r>
            <a:rPr lang="ru-RU" dirty="0"/>
            <a:t>3.	Все управленческие и проектные артефакты, исходные коды и тестовые примеры размещаются в режиме </a:t>
          </a:r>
          <a:r>
            <a:rPr lang="ru-RU" dirty="0" err="1"/>
            <a:t>online</a:t>
          </a:r>
          <a:r>
            <a:rPr lang="ru-RU" dirty="0"/>
            <a:t> в интегрированной среде разработки </a:t>
          </a:r>
          <a:r>
            <a:rPr lang="ru-RU" dirty="0" err="1"/>
            <a:t>Rational</a:t>
          </a:r>
          <a:r>
            <a:rPr lang="ru-RU" dirty="0"/>
            <a:t> </a:t>
          </a:r>
          <a:r>
            <a:rPr lang="ru-RU" dirty="0" err="1"/>
            <a:t>ClearCase</a:t>
          </a:r>
          <a:r>
            <a:rPr lang="ru-RU" dirty="0"/>
            <a:t> с возможностью для Заказчика осуществления </a:t>
          </a:r>
          <a:r>
            <a:rPr lang="ru-RU" dirty="0" err="1"/>
            <a:t>online</a:t>
          </a:r>
          <a:r>
            <a:rPr lang="ru-RU" dirty="0"/>
            <a:t>-мониторинга на базе </a:t>
          </a:r>
          <a:r>
            <a:rPr lang="ru-RU" dirty="0" err="1"/>
            <a:t>web</a:t>
          </a:r>
          <a:r>
            <a:rPr lang="ru-RU" dirty="0"/>
            <a:t>-технологий</a:t>
          </a:r>
        </a:p>
      </dgm:t>
    </dgm:pt>
    <dgm:pt modelId="{B1EE629A-7599-40EE-A33D-FFB2B7D2B602}" type="parTrans" cxnId="{040194A3-0A7D-4A7B-907B-68FAA7C2EBF1}">
      <dgm:prSet/>
      <dgm:spPr/>
      <dgm:t>
        <a:bodyPr/>
        <a:lstStyle/>
        <a:p>
          <a:endParaRPr lang="ru-RU"/>
        </a:p>
      </dgm:t>
    </dgm:pt>
    <dgm:pt modelId="{F2FDE9D1-F74A-4223-9531-60846E0A6020}" type="sibTrans" cxnId="{040194A3-0A7D-4A7B-907B-68FAA7C2EBF1}">
      <dgm:prSet/>
      <dgm:spPr/>
      <dgm:t>
        <a:bodyPr/>
        <a:lstStyle/>
        <a:p>
          <a:endParaRPr lang="ru-RU"/>
        </a:p>
      </dgm:t>
    </dgm:pt>
    <dgm:pt modelId="{FA761790-F69C-4199-9FB7-2A3BF154E671}" type="pres">
      <dgm:prSet presAssocID="{AFB5D051-8916-46A5-A7D6-7F4F8DC2CC2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A4D9201C-8400-403A-92D9-8C97FBFFA3C6}" type="pres">
      <dgm:prSet presAssocID="{6E5C82CC-46D7-4736-A788-7B8CDBF60FB2}" presName="thickLine" presStyleLbl="alignNode1" presStyleIdx="0" presStyleCnt="1"/>
      <dgm:spPr/>
    </dgm:pt>
    <dgm:pt modelId="{A01D794D-4D4B-4175-B31B-2CC415C66516}" type="pres">
      <dgm:prSet presAssocID="{6E5C82CC-46D7-4736-A788-7B8CDBF60FB2}" presName="horz1" presStyleCnt="0"/>
      <dgm:spPr/>
    </dgm:pt>
    <dgm:pt modelId="{C9F655F4-F1E9-43D2-9C77-DEEA40CC3623}" type="pres">
      <dgm:prSet presAssocID="{6E5C82CC-46D7-4736-A788-7B8CDBF60FB2}" presName="tx1" presStyleLbl="revTx" presStyleIdx="0" presStyleCnt="4" custScaleX="67006"/>
      <dgm:spPr/>
      <dgm:t>
        <a:bodyPr/>
        <a:lstStyle/>
        <a:p>
          <a:endParaRPr lang="ru-RU"/>
        </a:p>
      </dgm:t>
    </dgm:pt>
    <dgm:pt modelId="{88F95740-4AD1-4F50-A081-1B12B591C772}" type="pres">
      <dgm:prSet presAssocID="{6E5C82CC-46D7-4736-A788-7B8CDBF60FB2}" presName="vert1" presStyleCnt="0"/>
      <dgm:spPr/>
    </dgm:pt>
    <dgm:pt modelId="{BBEB560E-B1F9-4E18-AD7D-40A4D2B34F15}" type="pres">
      <dgm:prSet presAssocID="{61C89D0A-C764-4558-8C86-36569750FC2B}" presName="vertSpace2a" presStyleCnt="0"/>
      <dgm:spPr/>
    </dgm:pt>
    <dgm:pt modelId="{ACA71C06-CF08-4E9D-A9D4-13092917C511}" type="pres">
      <dgm:prSet presAssocID="{61C89D0A-C764-4558-8C86-36569750FC2B}" presName="horz2" presStyleCnt="0"/>
      <dgm:spPr/>
    </dgm:pt>
    <dgm:pt modelId="{70BCC500-EAA1-43AD-AF96-3428F314C8B5}" type="pres">
      <dgm:prSet presAssocID="{61C89D0A-C764-4558-8C86-36569750FC2B}" presName="horzSpace2" presStyleCnt="0"/>
      <dgm:spPr/>
    </dgm:pt>
    <dgm:pt modelId="{B88F7ECC-3390-4929-9106-0C6F8D9EFAA7}" type="pres">
      <dgm:prSet presAssocID="{61C89D0A-C764-4558-8C86-36569750FC2B}" presName="tx2" presStyleLbl="revTx" presStyleIdx="1" presStyleCnt="4"/>
      <dgm:spPr/>
      <dgm:t>
        <a:bodyPr/>
        <a:lstStyle/>
        <a:p>
          <a:endParaRPr lang="ru-RU"/>
        </a:p>
      </dgm:t>
    </dgm:pt>
    <dgm:pt modelId="{FB3BD8E4-4FB7-4865-93A8-19BF625563D8}" type="pres">
      <dgm:prSet presAssocID="{61C89D0A-C764-4558-8C86-36569750FC2B}" presName="vert2" presStyleCnt="0"/>
      <dgm:spPr/>
    </dgm:pt>
    <dgm:pt modelId="{3B25F907-BC37-4434-BFBC-B561B7D99C91}" type="pres">
      <dgm:prSet presAssocID="{61C89D0A-C764-4558-8C86-36569750FC2B}" presName="thinLine2b" presStyleLbl="callout" presStyleIdx="0" presStyleCnt="3"/>
      <dgm:spPr/>
    </dgm:pt>
    <dgm:pt modelId="{8598492E-5475-4F37-9F9F-827B0AEAE028}" type="pres">
      <dgm:prSet presAssocID="{61C89D0A-C764-4558-8C86-36569750FC2B}" presName="vertSpace2b" presStyleCnt="0"/>
      <dgm:spPr/>
    </dgm:pt>
    <dgm:pt modelId="{9A397657-2F46-4559-906F-84E3D1D358E4}" type="pres">
      <dgm:prSet presAssocID="{A26570E5-006E-4D68-AFFB-039C31F44299}" presName="horz2" presStyleCnt="0"/>
      <dgm:spPr/>
    </dgm:pt>
    <dgm:pt modelId="{1FD46554-D3EF-40DB-AF3E-07CC92710E0B}" type="pres">
      <dgm:prSet presAssocID="{A26570E5-006E-4D68-AFFB-039C31F44299}" presName="horzSpace2" presStyleCnt="0"/>
      <dgm:spPr/>
    </dgm:pt>
    <dgm:pt modelId="{08F707BE-82AF-4AB1-A708-E6D4FD942CAE}" type="pres">
      <dgm:prSet presAssocID="{A26570E5-006E-4D68-AFFB-039C31F44299}" presName="tx2" presStyleLbl="revTx" presStyleIdx="2" presStyleCnt="4"/>
      <dgm:spPr/>
      <dgm:t>
        <a:bodyPr/>
        <a:lstStyle/>
        <a:p>
          <a:endParaRPr lang="ru-RU"/>
        </a:p>
      </dgm:t>
    </dgm:pt>
    <dgm:pt modelId="{D8B96D19-3AFF-4001-ABA0-B722228DDB97}" type="pres">
      <dgm:prSet presAssocID="{A26570E5-006E-4D68-AFFB-039C31F44299}" presName="vert2" presStyleCnt="0"/>
      <dgm:spPr/>
    </dgm:pt>
    <dgm:pt modelId="{9089D84D-3C83-4315-AA7B-BC1D51D78F09}" type="pres">
      <dgm:prSet presAssocID="{A26570E5-006E-4D68-AFFB-039C31F44299}" presName="thinLine2b" presStyleLbl="callout" presStyleIdx="1" presStyleCnt="3"/>
      <dgm:spPr/>
    </dgm:pt>
    <dgm:pt modelId="{C7FD4D2C-18B9-49D2-A2EF-DA1D5161A7CA}" type="pres">
      <dgm:prSet presAssocID="{A26570E5-006E-4D68-AFFB-039C31F44299}" presName="vertSpace2b" presStyleCnt="0"/>
      <dgm:spPr/>
    </dgm:pt>
    <dgm:pt modelId="{CB7B2CFE-A0F2-4774-8F22-087FDF4C3EA0}" type="pres">
      <dgm:prSet presAssocID="{AE965A52-29DF-4683-A3F6-8420CA82B622}" presName="horz2" presStyleCnt="0"/>
      <dgm:spPr/>
    </dgm:pt>
    <dgm:pt modelId="{E201AADC-0EB9-4448-A644-602BDDB47458}" type="pres">
      <dgm:prSet presAssocID="{AE965A52-29DF-4683-A3F6-8420CA82B622}" presName="horzSpace2" presStyleCnt="0"/>
      <dgm:spPr/>
    </dgm:pt>
    <dgm:pt modelId="{AD08AF06-819C-4C56-8BE9-A289F14236D4}" type="pres">
      <dgm:prSet presAssocID="{AE965A52-29DF-4683-A3F6-8420CA82B622}" presName="tx2" presStyleLbl="revTx" presStyleIdx="3" presStyleCnt="4"/>
      <dgm:spPr/>
      <dgm:t>
        <a:bodyPr/>
        <a:lstStyle/>
        <a:p>
          <a:endParaRPr lang="ru-RU"/>
        </a:p>
      </dgm:t>
    </dgm:pt>
    <dgm:pt modelId="{C03F5BA2-A08B-4C88-8851-B89E49681C18}" type="pres">
      <dgm:prSet presAssocID="{AE965A52-29DF-4683-A3F6-8420CA82B622}" presName="vert2" presStyleCnt="0"/>
      <dgm:spPr/>
    </dgm:pt>
    <dgm:pt modelId="{D12AD2D4-12B4-4520-B577-D8F46764F9B7}" type="pres">
      <dgm:prSet presAssocID="{AE965A52-29DF-4683-A3F6-8420CA82B622}" presName="thinLine2b" presStyleLbl="callout" presStyleIdx="2" presStyleCnt="3"/>
      <dgm:spPr/>
    </dgm:pt>
    <dgm:pt modelId="{FBBD24B8-7FB8-4808-A1E4-B18D7E83F08A}" type="pres">
      <dgm:prSet presAssocID="{AE965A52-29DF-4683-A3F6-8420CA82B622}" presName="vertSpace2b" presStyleCnt="0"/>
      <dgm:spPr/>
    </dgm:pt>
  </dgm:ptLst>
  <dgm:cxnLst>
    <dgm:cxn modelId="{CB4E727E-AA1F-459D-AD3E-EFF85D21F834}" type="presOf" srcId="{AFB5D051-8916-46A5-A7D6-7F4F8DC2CC26}" destId="{FA761790-F69C-4199-9FB7-2A3BF154E671}" srcOrd="0" destOrd="0" presId="urn:microsoft.com/office/officeart/2008/layout/LinedList"/>
    <dgm:cxn modelId="{593FEDA6-4F95-4A1C-B765-EFCB053E6BC3}" srcId="{AFB5D051-8916-46A5-A7D6-7F4F8DC2CC26}" destId="{6E5C82CC-46D7-4736-A788-7B8CDBF60FB2}" srcOrd="0" destOrd="0" parTransId="{67B3221E-64D6-464C-B1F2-D9D184650BFD}" sibTransId="{812F309B-B5E7-46BF-89A8-E9A7908E1432}"/>
    <dgm:cxn modelId="{040194A3-0A7D-4A7B-907B-68FAA7C2EBF1}" srcId="{6E5C82CC-46D7-4736-A788-7B8CDBF60FB2}" destId="{AE965A52-29DF-4683-A3F6-8420CA82B622}" srcOrd="2" destOrd="0" parTransId="{B1EE629A-7599-40EE-A33D-FFB2B7D2B602}" sibTransId="{F2FDE9D1-F74A-4223-9531-60846E0A6020}"/>
    <dgm:cxn modelId="{90A5FC3E-188C-4431-9AAB-1FC999A837B3}" srcId="{6E5C82CC-46D7-4736-A788-7B8CDBF60FB2}" destId="{A26570E5-006E-4D68-AFFB-039C31F44299}" srcOrd="1" destOrd="0" parTransId="{EF5BFF2F-7EEE-4ED6-82A9-E211161F6155}" sibTransId="{C8E1CEC6-42E9-4C01-8FFA-872C410A0227}"/>
    <dgm:cxn modelId="{D3E7CD1D-69FF-467D-801E-B0D9149325D5}" type="presOf" srcId="{6E5C82CC-46D7-4736-A788-7B8CDBF60FB2}" destId="{C9F655F4-F1E9-43D2-9C77-DEEA40CC3623}" srcOrd="0" destOrd="0" presId="urn:microsoft.com/office/officeart/2008/layout/LinedList"/>
    <dgm:cxn modelId="{ED4CD0B1-27BF-42C9-BF9A-FDC311AEB92F}" srcId="{6E5C82CC-46D7-4736-A788-7B8CDBF60FB2}" destId="{61C89D0A-C764-4558-8C86-36569750FC2B}" srcOrd="0" destOrd="0" parTransId="{03D03D0E-D587-4973-89C8-38422D684A60}" sibTransId="{095308E9-3531-447E-AC94-679C1F83CC6D}"/>
    <dgm:cxn modelId="{E1CE214F-C92F-4E25-9310-3613B35D2C1F}" type="presOf" srcId="{A26570E5-006E-4D68-AFFB-039C31F44299}" destId="{08F707BE-82AF-4AB1-A708-E6D4FD942CAE}" srcOrd="0" destOrd="0" presId="urn:microsoft.com/office/officeart/2008/layout/LinedList"/>
    <dgm:cxn modelId="{A702B62A-1007-42D1-9AE3-31778CB244A2}" type="presOf" srcId="{AE965A52-29DF-4683-A3F6-8420CA82B622}" destId="{AD08AF06-819C-4C56-8BE9-A289F14236D4}" srcOrd="0" destOrd="0" presId="urn:microsoft.com/office/officeart/2008/layout/LinedList"/>
    <dgm:cxn modelId="{1F5B88E7-649C-4E42-8CB0-09AD8ED29709}" type="presOf" srcId="{61C89D0A-C764-4558-8C86-36569750FC2B}" destId="{B88F7ECC-3390-4929-9106-0C6F8D9EFAA7}" srcOrd="0" destOrd="0" presId="urn:microsoft.com/office/officeart/2008/layout/LinedList"/>
    <dgm:cxn modelId="{B7ADBB2B-C88A-41FC-A78F-F328817E12C5}" type="presParOf" srcId="{FA761790-F69C-4199-9FB7-2A3BF154E671}" destId="{A4D9201C-8400-403A-92D9-8C97FBFFA3C6}" srcOrd="0" destOrd="0" presId="urn:microsoft.com/office/officeart/2008/layout/LinedList"/>
    <dgm:cxn modelId="{7D4B88A8-4F75-45F8-81BB-8FE8BC607C38}" type="presParOf" srcId="{FA761790-F69C-4199-9FB7-2A3BF154E671}" destId="{A01D794D-4D4B-4175-B31B-2CC415C66516}" srcOrd="1" destOrd="0" presId="urn:microsoft.com/office/officeart/2008/layout/LinedList"/>
    <dgm:cxn modelId="{545625FD-DCDD-466F-B079-2D0DC1A4B376}" type="presParOf" srcId="{A01D794D-4D4B-4175-B31B-2CC415C66516}" destId="{C9F655F4-F1E9-43D2-9C77-DEEA40CC3623}" srcOrd="0" destOrd="0" presId="urn:microsoft.com/office/officeart/2008/layout/LinedList"/>
    <dgm:cxn modelId="{22F4EB49-CD90-44B6-8981-5FBBF5AFDA62}" type="presParOf" srcId="{A01D794D-4D4B-4175-B31B-2CC415C66516}" destId="{88F95740-4AD1-4F50-A081-1B12B591C772}" srcOrd="1" destOrd="0" presId="urn:microsoft.com/office/officeart/2008/layout/LinedList"/>
    <dgm:cxn modelId="{F1A07348-145C-43AE-8E8A-AB572A5F5770}" type="presParOf" srcId="{88F95740-4AD1-4F50-A081-1B12B591C772}" destId="{BBEB560E-B1F9-4E18-AD7D-40A4D2B34F15}" srcOrd="0" destOrd="0" presId="urn:microsoft.com/office/officeart/2008/layout/LinedList"/>
    <dgm:cxn modelId="{948B2ECA-F1CF-48BA-9CC2-461D81B637D4}" type="presParOf" srcId="{88F95740-4AD1-4F50-A081-1B12B591C772}" destId="{ACA71C06-CF08-4E9D-A9D4-13092917C511}" srcOrd="1" destOrd="0" presId="urn:microsoft.com/office/officeart/2008/layout/LinedList"/>
    <dgm:cxn modelId="{63D18893-C8D2-45F7-853C-53F472E56127}" type="presParOf" srcId="{ACA71C06-CF08-4E9D-A9D4-13092917C511}" destId="{70BCC500-EAA1-43AD-AF96-3428F314C8B5}" srcOrd="0" destOrd="0" presId="urn:microsoft.com/office/officeart/2008/layout/LinedList"/>
    <dgm:cxn modelId="{13C1D198-F113-4D35-AC63-22263EFE4891}" type="presParOf" srcId="{ACA71C06-CF08-4E9D-A9D4-13092917C511}" destId="{B88F7ECC-3390-4929-9106-0C6F8D9EFAA7}" srcOrd="1" destOrd="0" presId="urn:microsoft.com/office/officeart/2008/layout/LinedList"/>
    <dgm:cxn modelId="{A38ADF3C-0619-411A-9558-78BBCC328C9C}" type="presParOf" srcId="{ACA71C06-CF08-4E9D-A9D4-13092917C511}" destId="{FB3BD8E4-4FB7-4865-93A8-19BF625563D8}" srcOrd="2" destOrd="0" presId="urn:microsoft.com/office/officeart/2008/layout/LinedList"/>
    <dgm:cxn modelId="{F46B1963-6C93-4607-867A-9CE61FEE5FEF}" type="presParOf" srcId="{88F95740-4AD1-4F50-A081-1B12B591C772}" destId="{3B25F907-BC37-4434-BFBC-B561B7D99C91}" srcOrd="2" destOrd="0" presId="urn:microsoft.com/office/officeart/2008/layout/LinedList"/>
    <dgm:cxn modelId="{292FDDF3-FFFD-4211-88C6-7489BF48D3B4}" type="presParOf" srcId="{88F95740-4AD1-4F50-A081-1B12B591C772}" destId="{8598492E-5475-4F37-9F9F-827B0AEAE028}" srcOrd="3" destOrd="0" presId="urn:microsoft.com/office/officeart/2008/layout/LinedList"/>
    <dgm:cxn modelId="{877E0A64-A047-454E-A0FF-DD98A4F15FE1}" type="presParOf" srcId="{88F95740-4AD1-4F50-A081-1B12B591C772}" destId="{9A397657-2F46-4559-906F-84E3D1D358E4}" srcOrd="4" destOrd="0" presId="urn:microsoft.com/office/officeart/2008/layout/LinedList"/>
    <dgm:cxn modelId="{AC140D1E-6DB9-48C1-9771-6D47C6CE72F9}" type="presParOf" srcId="{9A397657-2F46-4559-906F-84E3D1D358E4}" destId="{1FD46554-D3EF-40DB-AF3E-07CC92710E0B}" srcOrd="0" destOrd="0" presId="urn:microsoft.com/office/officeart/2008/layout/LinedList"/>
    <dgm:cxn modelId="{A4D69AB1-848A-4BA5-A577-2843F43B353B}" type="presParOf" srcId="{9A397657-2F46-4559-906F-84E3D1D358E4}" destId="{08F707BE-82AF-4AB1-A708-E6D4FD942CAE}" srcOrd="1" destOrd="0" presId="urn:microsoft.com/office/officeart/2008/layout/LinedList"/>
    <dgm:cxn modelId="{EEC06058-57AE-4CED-A395-2E1F98024637}" type="presParOf" srcId="{9A397657-2F46-4559-906F-84E3D1D358E4}" destId="{D8B96D19-3AFF-4001-ABA0-B722228DDB97}" srcOrd="2" destOrd="0" presId="urn:microsoft.com/office/officeart/2008/layout/LinedList"/>
    <dgm:cxn modelId="{757F1BC2-E22E-4913-AEF7-26D2E7660D99}" type="presParOf" srcId="{88F95740-4AD1-4F50-A081-1B12B591C772}" destId="{9089D84D-3C83-4315-AA7B-BC1D51D78F09}" srcOrd="5" destOrd="0" presId="urn:microsoft.com/office/officeart/2008/layout/LinedList"/>
    <dgm:cxn modelId="{A8089B19-0CFA-49EB-92B6-497419F7425E}" type="presParOf" srcId="{88F95740-4AD1-4F50-A081-1B12B591C772}" destId="{C7FD4D2C-18B9-49D2-A2EF-DA1D5161A7CA}" srcOrd="6" destOrd="0" presId="urn:microsoft.com/office/officeart/2008/layout/LinedList"/>
    <dgm:cxn modelId="{E50F7228-174B-4691-9695-2F3A6E334EAC}" type="presParOf" srcId="{88F95740-4AD1-4F50-A081-1B12B591C772}" destId="{CB7B2CFE-A0F2-4774-8F22-087FDF4C3EA0}" srcOrd="7" destOrd="0" presId="urn:microsoft.com/office/officeart/2008/layout/LinedList"/>
    <dgm:cxn modelId="{B2F4D79D-2A21-4D82-9EE1-FEF512E33610}" type="presParOf" srcId="{CB7B2CFE-A0F2-4774-8F22-087FDF4C3EA0}" destId="{E201AADC-0EB9-4448-A644-602BDDB47458}" srcOrd="0" destOrd="0" presId="urn:microsoft.com/office/officeart/2008/layout/LinedList"/>
    <dgm:cxn modelId="{0E2F69B4-90A8-43C2-9D7A-B99D7E04A954}" type="presParOf" srcId="{CB7B2CFE-A0F2-4774-8F22-087FDF4C3EA0}" destId="{AD08AF06-819C-4C56-8BE9-A289F14236D4}" srcOrd="1" destOrd="0" presId="urn:microsoft.com/office/officeart/2008/layout/LinedList"/>
    <dgm:cxn modelId="{4D671988-300E-4258-945C-D9623EB88828}" type="presParOf" srcId="{CB7B2CFE-A0F2-4774-8F22-087FDF4C3EA0}" destId="{C03F5BA2-A08B-4C88-8851-B89E49681C18}" srcOrd="2" destOrd="0" presId="urn:microsoft.com/office/officeart/2008/layout/LinedList"/>
    <dgm:cxn modelId="{F31A9B7E-B805-4143-8DDE-4E2A64CC9C6E}" type="presParOf" srcId="{88F95740-4AD1-4F50-A081-1B12B591C772}" destId="{D12AD2D4-12B4-4520-B577-D8F46764F9B7}" srcOrd="8" destOrd="0" presId="urn:microsoft.com/office/officeart/2008/layout/LinedList"/>
    <dgm:cxn modelId="{0791584D-005C-4AC2-BB58-BDDCF6D08126}" type="presParOf" srcId="{88F95740-4AD1-4F50-A081-1B12B591C772}" destId="{FBBD24B8-7FB8-4808-A1E4-B18D7E83F08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26E833D-94A6-4597-B5D7-4480DD341C3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3B497D6E-F31D-430B-AC03-FB3FAE2EA705}">
      <dgm:prSet phldrT="[Текст]" custT="1"/>
      <dgm:spPr/>
      <dgm:t>
        <a:bodyPr/>
        <a:lstStyle/>
        <a:p>
          <a:r>
            <a:rPr lang="ru-RU" sz="1600" dirty="0"/>
            <a:t>бизнес-требования</a:t>
          </a:r>
        </a:p>
        <a:p>
          <a:r>
            <a:rPr lang="ru-RU" sz="1600" dirty="0"/>
            <a:t>(</a:t>
          </a:r>
          <a:r>
            <a:rPr lang="ru-RU" sz="1600" dirty="0" err="1"/>
            <a:t>business</a:t>
          </a:r>
          <a:r>
            <a:rPr lang="ru-RU" sz="1600" dirty="0"/>
            <a:t> </a:t>
          </a:r>
          <a:r>
            <a:rPr lang="ru-RU" sz="1600" dirty="0" err="1"/>
            <a:t>requirements</a:t>
          </a:r>
          <a:r>
            <a:rPr lang="ru-RU" sz="1600" dirty="0"/>
            <a:t>)</a:t>
          </a:r>
        </a:p>
      </dgm:t>
    </dgm:pt>
    <dgm:pt modelId="{36C1EBD2-89AF-4E44-8026-782D6D7D2F31}" type="parTrans" cxnId="{E25739FC-7876-4DCB-B485-045D4C3AF677}">
      <dgm:prSet/>
      <dgm:spPr/>
      <dgm:t>
        <a:bodyPr/>
        <a:lstStyle/>
        <a:p>
          <a:endParaRPr lang="ru-RU"/>
        </a:p>
      </dgm:t>
    </dgm:pt>
    <dgm:pt modelId="{72B145C3-4B98-4265-B961-6E167069B5C3}" type="sibTrans" cxnId="{E25739FC-7876-4DCB-B485-045D4C3AF677}">
      <dgm:prSet/>
      <dgm:spPr/>
      <dgm:t>
        <a:bodyPr/>
        <a:lstStyle/>
        <a:p>
          <a:endParaRPr lang="ru-RU"/>
        </a:p>
      </dgm:t>
    </dgm:pt>
    <dgm:pt modelId="{EDDBCF0B-AB08-4B4E-919A-5A24084C98A8}">
      <dgm:prSet phldrT="[Текст]" custT="1"/>
      <dgm:spPr/>
      <dgm:t>
        <a:bodyPr/>
        <a:lstStyle/>
        <a:p>
          <a:r>
            <a:rPr lang="ru-RU" sz="1600" dirty="0"/>
            <a:t>требования пользователей</a:t>
          </a:r>
        </a:p>
        <a:p>
          <a:r>
            <a:rPr lang="ru-RU" sz="1600" dirty="0"/>
            <a:t>(</a:t>
          </a:r>
          <a:r>
            <a:rPr lang="en-US" sz="1600" dirty="0"/>
            <a:t>user requirements)</a:t>
          </a:r>
          <a:endParaRPr lang="ru-RU" sz="1600" dirty="0"/>
        </a:p>
      </dgm:t>
    </dgm:pt>
    <dgm:pt modelId="{7C68CF38-2648-4359-BDE1-34F1567930EC}" type="parTrans" cxnId="{26288251-749F-4782-A82F-61FF205B63CA}">
      <dgm:prSet/>
      <dgm:spPr/>
      <dgm:t>
        <a:bodyPr/>
        <a:lstStyle/>
        <a:p>
          <a:endParaRPr lang="ru-RU"/>
        </a:p>
      </dgm:t>
    </dgm:pt>
    <dgm:pt modelId="{F99E91C3-CE0F-4E63-995F-A7F99F092EA6}" type="sibTrans" cxnId="{26288251-749F-4782-A82F-61FF205B63CA}">
      <dgm:prSet/>
      <dgm:spPr/>
      <dgm:t>
        <a:bodyPr/>
        <a:lstStyle/>
        <a:p>
          <a:endParaRPr lang="ru-RU"/>
        </a:p>
      </dgm:t>
    </dgm:pt>
    <dgm:pt modelId="{1B982D1B-BEA5-4466-B8DC-42FC51510459}">
      <dgm:prSet phldrT="[Текст]" custT="1"/>
      <dgm:spPr/>
      <dgm:t>
        <a:bodyPr/>
        <a:lstStyle/>
        <a:p>
          <a:r>
            <a:rPr lang="ru-RU" sz="1600" dirty="0"/>
            <a:t>функциональные требования</a:t>
          </a:r>
        </a:p>
        <a:p>
          <a:r>
            <a:rPr lang="ru-RU" sz="1600" dirty="0"/>
            <a:t>(</a:t>
          </a:r>
          <a:r>
            <a:rPr lang="ru-RU" sz="1600" dirty="0" err="1"/>
            <a:t>functional</a:t>
          </a:r>
          <a:r>
            <a:rPr lang="ru-RU" sz="1600" dirty="0"/>
            <a:t> </a:t>
          </a:r>
          <a:r>
            <a:rPr lang="ru-RU" sz="1600" dirty="0" err="1"/>
            <a:t>requirements</a:t>
          </a:r>
          <a:r>
            <a:rPr lang="ru-RU" sz="1600" dirty="0"/>
            <a:t>)</a:t>
          </a:r>
        </a:p>
      </dgm:t>
    </dgm:pt>
    <dgm:pt modelId="{57D7717B-A852-4871-B726-69F062A88AD0}" type="parTrans" cxnId="{21F59008-B9D4-4F50-9C64-2C1FC484FE50}">
      <dgm:prSet/>
      <dgm:spPr/>
      <dgm:t>
        <a:bodyPr/>
        <a:lstStyle/>
        <a:p>
          <a:endParaRPr lang="ru-RU"/>
        </a:p>
      </dgm:t>
    </dgm:pt>
    <dgm:pt modelId="{4DD9312A-417C-484C-980C-DE5861DC378A}" type="sibTrans" cxnId="{21F59008-B9D4-4F50-9C64-2C1FC484FE50}">
      <dgm:prSet/>
      <dgm:spPr/>
      <dgm:t>
        <a:bodyPr/>
        <a:lstStyle/>
        <a:p>
          <a:endParaRPr lang="ru-RU"/>
        </a:p>
      </dgm:t>
    </dgm:pt>
    <dgm:pt modelId="{3EF808AE-FE4F-4FF7-8EF3-7D1612F43887}" type="pres">
      <dgm:prSet presAssocID="{926E833D-94A6-4597-B5D7-4480DD341C37}" presName="compositeShape" presStyleCnt="0">
        <dgm:presLayoutVars>
          <dgm:dir/>
          <dgm:resizeHandles/>
        </dgm:presLayoutVars>
      </dgm:prSet>
      <dgm:spPr/>
    </dgm:pt>
    <dgm:pt modelId="{EFAA5D56-DE8A-4347-ABC1-8C35003034AD}" type="pres">
      <dgm:prSet presAssocID="{926E833D-94A6-4597-B5D7-4480DD341C37}" presName="pyramid" presStyleLbl="node1" presStyleIdx="0" presStyleCnt="1" custScaleX="187622"/>
      <dgm:spPr/>
    </dgm:pt>
    <dgm:pt modelId="{C235218D-1C20-48F9-86C7-5830B5E55FD6}" type="pres">
      <dgm:prSet presAssocID="{926E833D-94A6-4597-B5D7-4480DD341C37}" presName="theList" presStyleCnt="0"/>
      <dgm:spPr/>
    </dgm:pt>
    <dgm:pt modelId="{2290B125-A3A3-48C4-8722-404D906FA713}" type="pres">
      <dgm:prSet presAssocID="{3B497D6E-F31D-430B-AC03-FB3FAE2EA705}" presName="aNode" presStyleLbl="fgAcc1" presStyleIdx="0" presStyleCnt="3" custScaleX="1470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9D21CC-39E4-425B-8ED0-9F652948BA52}" type="pres">
      <dgm:prSet presAssocID="{3B497D6E-F31D-430B-AC03-FB3FAE2EA705}" presName="aSpace" presStyleCnt="0"/>
      <dgm:spPr/>
    </dgm:pt>
    <dgm:pt modelId="{72FFFBC2-10BE-45E4-B49C-8E1D1ACD5091}" type="pres">
      <dgm:prSet presAssocID="{EDDBCF0B-AB08-4B4E-919A-5A24084C98A8}" presName="aNode" presStyleLbl="fgAcc1" presStyleIdx="1" presStyleCnt="3" custScaleX="1470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C4912C-8655-4D8B-A347-F094F5E8E7BD}" type="pres">
      <dgm:prSet presAssocID="{EDDBCF0B-AB08-4B4E-919A-5A24084C98A8}" presName="aSpace" presStyleCnt="0"/>
      <dgm:spPr/>
    </dgm:pt>
    <dgm:pt modelId="{6B452DA8-0DBB-4590-B380-76BE591B195C}" type="pres">
      <dgm:prSet presAssocID="{1B982D1B-BEA5-4466-B8DC-42FC51510459}" presName="aNode" presStyleLbl="fgAcc1" presStyleIdx="2" presStyleCnt="3" custScaleX="1470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4FF132-27F1-4018-B953-58482AA3AF2F}" type="pres">
      <dgm:prSet presAssocID="{1B982D1B-BEA5-4466-B8DC-42FC51510459}" presName="aSpace" presStyleCnt="0"/>
      <dgm:spPr/>
    </dgm:pt>
  </dgm:ptLst>
  <dgm:cxnLst>
    <dgm:cxn modelId="{21F59008-B9D4-4F50-9C64-2C1FC484FE50}" srcId="{926E833D-94A6-4597-B5D7-4480DD341C37}" destId="{1B982D1B-BEA5-4466-B8DC-42FC51510459}" srcOrd="2" destOrd="0" parTransId="{57D7717B-A852-4871-B726-69F062A88AD0}" sibTransId="{4DD9312A-417C-484C-980C-DE5861DC378A}"/>
    <dgm:cxn modelId="{E25739FC-7876-4DCB-B485-045D4C3AF677}" srcId="{926E833D-94A6-4597-B5D7-4480DD341C37}" destId="{3B497D6E-F31D-430B-AC03-FB3FAE2EA705}" srcOrd="0" destOrd="0" parTransId="{36C1EBD2-89AF-4E44-8026-782D6D7D2F31}" sibTransId="{72B145C3-4B98-4265-B961-6E167069B5C3}"/>
    <dgm:cxn modelId="{BFEF5F5A-2CC9-4716-B8B9-6D50D458C434}" type="presOf" srcId="{1B982D1B-BEA5-4466-B8DC-42FC51510459}" destId="{6B452DA8-0DBB-4590-B380-76BE591B195C}" srcOrd="0" destOrd="0" presId="urn:microsoft.com/office/officeart/2005/8/layout/pyramid2"/>
    <dgm:cxn modelId="{CE779E03-46DB-4818-AC68-4645ECD5E3B9}" type="presOf" srcId="{3B497D6E-F31D-430B-AC03-FB3FAE2EA705}" destId="{2290B125-A3A3-48C4-8722-404D906FA713}" srcOrd="0" destOrd="0" presId="urn:microsoft.com/office/officeart/2005/8/layout/pyramid2"/>
    <dgm:cxn modelId="{26288251-749F-4782-A82F-61FF205B63CA}" srcId="{926E833D-94A6-4597-B5D7-4480DD341C37}" destId="{EDDBCF0B-AB08-4B4E-919A-5A24084C98A8}" srcOrd="1" destOrd="0" parTransId="{7C68CF38-2648-4359-BDE1-34F1567930EC}" sibTransId="{F99E91C3-CE0F-4E63-995F-A7F99F092EA6}"/>
    <dgm:cxn modelId="{12856D99-CDAD-4A3B-9C4B-DDDDB1D02ABB}" type="presOf" srcId="{EDDBCF0B-AB08-4B4E-919A-5A24084C98A8}" destId="{72FFFBC2-10BE-45E4-B49C-8E1D1ACD5091}" srcOrd="0" destOrd="0" presId="urn:microsoft.com/office/officeart/2005/8/layout/pyramid2"/>
    <dgm:cxn modelId="{7273AA34-0D55-40EC-931F-5D0B4E21A349}" type="presOf" srcId="{926E833D-94A6-4597-B5D7-4480DD341C37}" destId="{3EF808AE-FE4F-4FF7-8EF3-7D1612F43887}" srcOrd="0" destOrd="0" presId="urn:microsoft.com/office/officeart/2005/8/layout/pyramid2"/>
    <dgm:cxn modelId="{736BCF04-DC38-4E06-BA7F-FA8E662AA6A0}" type="presParOf" srcId="{3EF808AE-FE4F-4FF7-8EF3-7D1612F43887}" destId="{EFAA5D56-DE8A-4347-ABC1-8C35003034AD}" srcOrd="0" destOrd="0" presId="urn:microsoft.com/office/officeart/2005/8/layout/pyramid2"/>
    <dgm:cxn modelId="{F77301DF-CBD4-4496-B628-BBE01BA4B402}" type="presParOf" srcId="{3EF808AE-FE4F-4FF7-8EF3-7D1612F43887}" destId="{C235218D-1C20-48F9-86C7-5830B5E55FD6}" srcOrd="1" destOrd="0" presId="urn:microsoft.com/office/officeart/2005/8/layout/pyramid2"/>
    <dgm:cxn modelId="{CB6894B8-C8BB-4488-96DA-631CC2605DD8}" type="presParOf" srcId="{C235218D-1C20-48F9-86C7-5830B5E55FD6}" destId="{2290B125-A3A3-48C4-8722-404D906FA713}" srcOrd="0" destOrd="0" presId="urn:microsoft.com/office/officeart/2005/8/layout/pyramid2"/>
    <dgm:cxn modelId="{6D65AC25-2B8C-4574-B0C5-64582F039DCB}" type="presParOf" srcId="{C235218D-1C20-48F9-86C7-5830B5E55FD6}" destId="{AC9D21CC-39E4-425B-8ED0-9F652948BA52}" srcOrd="1" destOrd="0" presId="urn:microsoft.com/office/officeart/2005/8/layout/pyramid2"/>
    <dgm:cxn modelId="{6D69C5DF-2B5C-498B-866C-C1EFC092ED2D}" type="presParOf" srcId="{C235218D-1C20-48F9-86C7-5830B5E55FD6}" destId="{72FFFBC2-10BE-45E4-B49C-8E1D1ACD5091}" srcOrd="2" destOrd="0" presId="urn:microsoft.com/office/officeart/2005/8/layout/pyramid2"/>
    <dgm:cxn modelId="{C6FAEC5A-903E-4623-A42D-A44F864975E4}" type="presParOf" srcId="{C235218D-1C20-48F9-86C7-5830B5E55FD6}" destId="{EBC4912C-8655-4D8B-A347-F094F5E8E7BD}" srcOrd="3" destOrd="0" presId="urn:microsoft.com/office/officeart/2005/8/layout/pyramid2"/>
    <dgm:cxn modelId="{9A534273-68AD-40C1-AA15-66FDED93D07E}" type="presParOf" srcId="{C235218D-1C20-48F9-86C7-5830B5E55FD6}" destId="{6B452DA8-0DBB-4590-B380-76BE591B195C}" srcOrd="4" destOrd="0" presId="urn:microsoft.com/office/officeart/2005/8/layout/pyramid2"/>
    <dgm:cxn modelId="{342DF1CD-70AA-4AE3-AAFC-EF48E8C9135C}" type="presParOf" srcId="{C235218D-1C20-48F9-86C7-5830B5E55FD6}" destId="{804FF132-27F1-4018-B953-58482AA3AF2F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A66303B-0835-4BB1-B478-CE6E4DE4F5D1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AA6DE6D-4650-4CA4-9B80-5692A1B2EDA3}">
      <dgm:prSet phldrT="[Текст]"/>
      <dgm:spPr/>
      <dgm:t>
        <a:bodyPr/>
        <a:lstStyle/>
        <a:p>
          <a:r>
            <a:rPr lang="ru-RU" dirty="0"/>
            <a:t>Системные требования</a:t>
          </a:r>
        </a:p>
      </dgm:t>
    </dgm:pt>
    <dgm:pt modelId="{8BE4F2CC-496D-4711-AF7C-E43D67E975C3}" type="parTrans" cxnId="{7E1FF8D4-FEFC-4862-B063-7ECF1AC208FF}">
      <dgm:prSet/>
      <dgm:spPr/>
      <dgm:t>
        <a:bodyPr/>
        <a:lstStyle/>
        <a:p>
          <a:endParaRPr lang="ru-RU"/>
        </a:p>
      </dgm:t>
    </dgm:pt>
    <dgm:pt modelId="{C6C77E2E-5699-4325-AB25-D5D8AB263B39}" type="sibTrans" cxnId="{7E1FF8D4-FEFC-4862-B063-7ECF1AC208FF}">
      <dgm:prSet/>
      <dgm:spPr/>
      <dgm:t>
        <a:bodyPr/>
        <a:lstStyle/>
        <a:p>
          <a:endParaRPr lang="ru-RU"/>
        </a:p>
      </dgm:t>
    </dgm:pt>
    <dgm:pt modelId="{C6A9DF83-3C25-4DBC-9BCA-DAD6ECC20820}">
      <dgm:prSet phldrT="[Текст]" custT="1"/>
      <dgm:spPr/>
      <dgm:t>
        <a:bodyPr/>
        <a:lstStyle/>
        <a:p>
          <a:r>
            <a:rPr lang="ru-RU" sz="1500" dirty="0"/>
            <a:t>высокоуровневые требования к продукту, которые содержат многие подсистемы, то есть системе</a:t>
          </a:r>
        </a:p>
      </dgm:t>
    </dgm:pt>
    <dgm:pt modelId="{6F39CEED-BA7B-4EDC-A58C-38BBAE6D69D0}" type="parTrans" cxnId="{975CE012-58BC-4399-BA13-18982B0F37EC}">
      <dgm:prSet/>
      <dgm:spPr/>
      <dgm:t>
        <a:bodyPr/>
        <a:lstStyle/>
        <a:p>
          <a:endParaRPr lang="ru-RU"/>
        </a:p>
      </dgm:t>
    </dgm:pt>
    <dgm:pt modelId="{B0FB1D8F-1509-4342-83E8-8C5D64E1B689}" type="sibTrans" cxnId="{975CE012-58BC-4399-BA13-18982B0F37EC}">
      <dgm:prSet/>
      <dgm:spPr/>
      <dgm:t>
        <a:bodyPr/>
        <a:lstStyle/>
        <a:p>
          <a:endParaRPr lang="ru-RU"/>
        </a:p>
      </dgm:t>
    </dgm:pt>
    <dgm:pt modelId="{98BD5D5C-4124-416C-977E-6938ABA56394}">
      <dgm:prSet phldrT="[Текст]" custT="1"/>
      <dgm:spPr/>
      <dgm:t>
        <a:bodyPr/>
        <a:lstStyle/>
        <a:p>
          <a:r>
            <a:rPr lang="ru-RU" sz="1500" dirty="0"/>
            <a:t>комбинация взаимодействующих элементов, созданная для достижения определенных целей; может включать аппаратные средства, программное обеспечение, встроенное ПО, другие средства, людей, информацию, техники (подходы), службы и другие поддерживающие элементы </a:t>
          </a:r>
          <a:r>
            <a:rPr lang="ru-RU" sz="1400" i="1" dirty="0"/>
            <a:t>(</a:t>
          </a:r>
          <a:r>
            <a:rPr lang="en-US" sz="1400" i="1" dirty="0"/>
            <a:t>INCOSE</a:t>
          </a:r>
          <a:r>
            <a:rPr lang="ru-RU" sz="1400" i="1" dirty="0"/>
            <a:t>)</a:t>
          </a:r>
          <a:endParaRPr lang="ru-RU" sz="1500" i="1" dirty="0"/>
        </a:p>
      </dgm:t>
    </dgm:pt>
    <dgm:pt modelId="{2A1FF4FE-3BF7-4982-9E2B-8BF327769AAA}" type="parTrans" cxnId="{8B1E8B0D-5A61-4746-9A7C-F40AA9B7D875}">
      <dgm:prSet/>
      <dgm:spPr/>
      <dgm:t>
        <a:bodyPr/>
        <a:lstStyle/>
        <a:p>
          <a:endParaRPr lang="ru-RU"/>
        </a:p>
      </dgm:t>
    </dgm:pt>
    <dgm:pt modelId="{1BC5450F-ED72-4442-AA06-20448D0454F5}" type="sibTrans" cxnId="{8B1E8B0D-5A61-4746-9A7C-F40AA9B7D875}">
      <dgm:prSet/>
      <dgm:spPr/>
      <dgm:t>
        <a:bodyPr/>
        <a:lstStyle/>
        <a:p>
          <a:endParaRPr lang="ru-RU"/>
        </a:p>
      </dgm:t>
    </dgm:pt>
    <dgm:pt modelId="{F267A191-15D6-433A-B385-7FF78A1467E1}">
      <dgm:prSet phldrT="[Текст]" custT="1"/>
      <dgm:spPr/>
      <dgm:t>
        <a:bodyPr/>
        <a:lstStyle/>
        <a:p>
          <a:r>
            <a:rPr lang="ru-RU" sz="1500" dirty="0"/>
            <a:t>требования, выдвигаемые прикладной программной системой (в частности - информационной) к среде своего функционирования (системной, аппаратной)</a:t>
          </a:r>
        </a:p>
      </dgm:t>
    </dgm:pt>
    <dgm:pt modelId="{533247BA-8953-4169-95BA-5D96D5801DBD}" type="parTrans" cxnId="{17A57CD6-C65B-45F7-BB4F-EB220B1A9E3F}">
      <dgm:prSet/>
      <dgm:spPr/>
      <dgm:t>
        <a:bodyPr/>
        <a:lstStyle/>
        <a:p>
          <a:endParaRPr lang="ru-RU"/>
        </a:p>
      </dgm:t>
    </dgm:pt>
    <dgm:pt modelId="{7CA478DE-C8DD-4095-B424-D949C9085B28}" type="sibTrans" cxnId="{17A57CD6-C65B-45F7-BB4F-EB220B1A9E3F}">
      <dgm:prSet/>
      <dgm:spPr/>
      <dgm:t>
        <a:bodyPr/>
        <a:lstStyle/>
        <a:p>
          <a:endParaRPr lang="ru-RU"/>
        </a:p>
      </dgm:t>
    </dgm:pt>
    <dgm:pt modelId="{DFFD3D0C-8FE0-48FF-9667-3176A5194781}" type="pres">
      <dgm:prSet presAssocID="{9A66303B-0835-4BB1-B478-CE6E4DE4F5D1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8C91A258-C09A-482B-9F17-7CEE8E976E8C}" type="pres">
      <dgm:prSet presAssocID="{9AA6DE6D-4650-4CA4-9B80-5692A1B2EDA3}" presName="thickLine" presStyleLbl="alignNode1" presStyleIdx="0" presStyleCnt="1"/>
      <dgm:spPr/>
    </dgm:pt>
    <dgm:pt modelId="{EB15459B-53DC-4C23-B7E8-68601FC19CFD}" type="pres">
      <dgm:prSet presAssocID="{9AA6DE6D-4650-4CA4-9B80-5692A1B2EDA3}" presName="horz1" presStyleCnt="0"/>
      <dgm:spPr/>
    </dgm:pt>
    <dgm:pt modelId="{240AF710-64FE-43CF-9D13-324D70FF456B}" type="pres">
      <dgm:prSet presAssocID="{9AA6DE6D-4650-4CA4-9B80-5692A1B2EDA3}" presName="tx1" presStyleLbl="revTx" presStyleIdx="0" presStyleCnt="4"/>
      <dgm:spPr/>
      <dgm:t>
        <a:bodyPr/>
        <a:lstStyle/>
        <a:p>
          <a:endParaRPr lang="ru-RU"/>
        </a:p>
      </dgm:t>
    </dgm:pt>
    <dgm:pt modelId="{7FDFB357-4392-4C96-ABAA-178EFABF25BC}" type="pres">
      <dgm:prSet presAssocID="{9AA6DE6D-4650-4CA4-9B80-5692A1B2EDA3}" presName="vert1" presStyleCnt="0"/>
      <dgm:spPr/>
    </dgm:pt>
    <dgm:pt modelId="{D2A7C0C6-045B-4375-92BD-6BF2E2BDC836}" type="pres">
      <dgm:prSet presAssocID="{C6A9DF83-3C25-4DBC-9BCA-DAD6ECC20820}" presName="vertSpace2a" presStyleCnt="0"/>
      <dgm:spPr/>
    </dgm:pt>
    <dgm:pt modelId="{AF0A0289-5C05-47F5-BE6F-B3A699E8FC0B}" type="pres">
      <dgm:prSet presAssocID="{C6A9DF83-3C25-4DBC-9BCA-DAD6ECC20820}" presName="horz2" presStyleCnt="0"/>
      <dgm:spPr/>
    </dgm:pt>
    <dgm:pt modelId="{D2AE00DD-83B5-4D0D-B595-EB15F90A37B9}" type="pres">
      <dgm:prSet presAssocID="{C6A9DF83-3C25-4DBC-9BCA-DAD6ECC20820}" presName="horzSpace2" presStyleCnt="0"/>
      <dgm:spPr/>
    </dgm:pt>
    <dgm:pt modelId="{C9EB082B-FFDF-4E7A-91DE-CC14BD67A0A9}" type="pres">
      <dgm:prSet presAssocID="{C6A9DF83-3C25-4DBC-9BCA-DAD6ECC20820}" presName="tx2" presStyleLbl="revTx" presStyleIdx="1" presStyleCnt="4"/>
      <dgm:spPr/>
      <dgm:t>
        <a:bodyPr/>
        <a:lstStyle/>
        <a:p>
          <a:endParaRPr lang="ru-RU"/>
        </a:p>
      </dgm:t>
    </dgm:pt>
    <dgm:pt modelId="{64F2865B-55FC-4F4F-9DA0-9F3C4FCC0A0C}" type="pres">
      <dgm:prSet presAssocID="{C6A9DF83-3C25-4DBC-9BCA-DAD6ECC20820}" presName="vert2" presStyleCnt="0"/>
      <dgm:spPr/>
    </dgm:pt>
    <dgm:pt modelId="{0C6A76C8-8429-4567-AB7D-66925AD77615}" type="pres">
      <dgm:prSet presAssocID="{C6A9DF83-3C25-4DBC-9BCA-DAD6ECC20820}" presName="thinLine2b" presStyleLbl="callout" presStyleIdx="0" presStyleCnt="3"/>
      <dgm:spPr/>
    </dgm:pt>
    <dgm:pt modelId="{79A10B01-B5BC-480E-91B7-721E3482ADB7}" type="pres">
      <dgm:prSet presAssocID="{C6A9DF83-3C25-4DBC-9BCA-DAD6ECC20820}" presName="vertSpace2b" presStyleCnt="0"/>
      <dgm:spPr/>
    </dgm:pt>
    <dgm:pt modelId="{F05CA01B-FE15-4BCC-9A47-66B2E268F7C4}" type="pres">
      <dgm:prSet presAssocID="{98BD5D5C-4124-416C-977E-6938ABA56394}" presName="horz2" presStyleCnt="0"/>
      <dgm:spPr/>
    </dgm:pt>
    <dgm:pt modelId="{F3FF444E-F6C6-40CC-B80D-810D60A8DEDC}" type="pres">
      <dgm:prSet presAssocID="{98BD5D5C-4124-416C-977E-6938ABA56394}" presName="horzSpace2" presStyleCnt="0"/>
      <dgm:spPr/>
    </dgm:pt>
    <dgm:pt modelId="{7302DC92-3101-48C1-89A1-97ACD4DFAFA0}" type="pres">
      <dgm:prSet presAssocID="{98BD5D5C-4124-416C-977E-6938ABA56394}" presName="tx2" presStyleLbl="revTx" presStyleIdx="2" presStyleCnt="4"/>
      <dgm:spPr/>
      <dgm:t>
        <a:bodyPr/>
        <a:lstStyle/>
        <a:p>
          <a:endParaRPr lang="ru-RU"/>
        </a:p>
      </dgm:t>
    </dgm:pt>
    <dgm:pt modelId="{A9ACE987-1FE8-41F4-8795-75887ABF265D}" type="pres">
      <dgm:prSet presAssocID="{98BD5D5C-4124-416C-977E-6938ABA56394}" presName="vert2" presStyleCnt="0"/>
      <dgm:spPr/>
    </dgm:pt>
    <dgm:pt modelId="{53204C90-1ADD-424C-88C8-74DFABF02148}" type="pres">
      <dgm:prSet presAssocID="{98BD5D5C-4124-416C-977E-6938ABA56394}" presName="thinLine2b" presStyleLbl="callout" presStyleIdx="1" presStyleCnt="3"/>
      <dgm:spPr/>
    </dgm:pt>
    <dgm:pt modelId="{FE7B9F13-4285-4FE1-B129-19639DCDA798}" type="pres">
      <dgm:prSet presAssocID="{98BD5D5C-4124-416C-977E-6938ABA56394}" presName="vertSpace2b" presStyleCnt="0"/>
      <dgm:spPr/>
    </dgm:pt>
    <dgm:pt modelId="{793AE00A-29D2-40BF-B5A8-5B0CD75490FA}" type="pres">
      <dgm:prSet presAssocID="{F267A191-15D6-433A-B385-7FF78A1467E1}" presName="horz2" presStyleCnt="0"/>
      <dgm:spPr/>
    </dgm:pt>
    <dgm:pt modelId="{079C4991-8384-40F4-B101-3C5C03803E18}" type="pres">
      <dgm:prSet presAssocID="{F267A191-15D6-433A-B385-7FF78A1467E1}" presName="horzSpace2" presStyleCnt="0"/>
      <dgm:spPr/>
    </dgm:pt>
    <dgm:pt modelId="{6E0216F9-FEDD-45D7-AFEC-BB910E44A86F}" type="pres">
      <dgm:prSet presAssocID="{F267A191-15D6-433A-B385-7FF78A1467E1}" presName="tx2" presStyleLbl="revTx" presStyleIdx="3" presStyleCnt="4"/>
      <dgm:spPr/>
      <dgm:t>
        <a:bodyPr/>
        <a:lstStyle/>
        <a:p>
          <a:endParaRPr lang="ru-RU"/>
        </a:p>
      </dgm:t>
    </dgm:pt>
    <dgm:pt modelId="{DBAB7AFB-C72F-4264-AF9A-D5C4C4636FBA}" type="pres">
      <dgm:prSet presAssocID="{F267A191-15D6-433A-B385-7FF78A1467E1}" presName="vert2" presStyleCnt="0"/>
      <dgm:spPr/>
    </dgm:pt>
    <dgm:pt modelId="{28963643-E9E8-4752-B257-8D7DA0DD2C92}" type="pres">
      <dgm:prSet presAssocID="{F267A191-15D6-433A-B385-7FF78A1467E1}" presName="thinLine2b" presStyleLbl="callout" presStyleIdx="2" presStyleCnt="3"/>
      <dgm:spPr/>
    </dgm:pt>
    <dgm:pt modelId="{C9B09AA8-BC28-4124-B666-EBEC19067D28}" type="pres">
      <dgm:prSet presAssocID="{F267A191-15D6-433A-B385-7FF78A1467E1}" presName="vertSpace2b" presStyleCnt="0"/>
      <dgm:spPr/>
    </dgm:pt>
  </dgm:ptLst>
  <dgm:cxnLst>
    <dgm:cxn modelId="{17A57CD6-C65B-45F7-BB4F-EB220B1A9E3F}" srcId="{9AA6DE6D-4650-4CA4-9B80-5692A1B2EDA3}" destId="{F267A191-15D6-433A-B385-7FF78A1467E1}" srcOrd="2" destOrd="0" parTransId="{533247BA-8953-4169-95BA-5D96D5801DBD}" sibTransId="{7CA478DE-C8DD-4095-B424-D949C9085B28}"/>
    <dgm:cxn modelId="{12511E44-4C76-4954-A1A4-73F9ABD8CC28}" type="presOf" srcId="{9A66303B-0835-4BB1-B478-CE6E4DE4F5D1}" destId="{DFFD3D0C-8FE0-48FF-9667-3176A5194781}" srcOrd="0" destOrd="0" presId="urn:microsoft.com/office/officeart/2008/layout/LinedList"/>
    <dgm:cxn modelId="{13A5E308-B001-433D-9C9C-BDF831BF9A2D}" type="presOf" srcId="{98BD5D5C-4124-416C-977E-6938ABA56394}" destId="{7302DC92-3101-48C1-89A1-97ACD4DFAFA0}" srcOrd="0" destOrd="0" presId="urn:microsoft.com/office/officeart/2008/layout/LinedList"/>
    <dgm:cxn modelId="{975CE012-58BC-4399-BA13-18982B0F37EC}" srcId="{9AA6DE6D-4650-4CA4-9B80-5692A1B2EDA3}" destId="{C6A9DF83-3C25-4DBC-9BCA-DAD6ECC20820}" srcOrd="0" destOrd="0" parTransId="{6F39CEED-BA7B-4EDC-A58C-38BBAE6D69D0}" sibTransId="{B0FB1D8F-1509-4342-83E8-8C5D64E1B689}"/>
    <dgm:cxn modelId="{29E257DE-3B88-478F-B119-B509B480AFE3}" type="presOf" srcId="{F267A191-15D6-433A-B385-7FF78A1467E1}" destId="{6E0216F9-FEDD-45D7-AFEC-BB910E44A86F}" srcOrd="0" destOrd="0" presId="urn:microsoft.com/office/officeart/2008/layout/LinedList"/>
    <dgm:cxn modelId="{1A711C5E-22E9-43F3-ABC7-C916DDF3CBEC}" type="presOf" srcId="{9AA6DE6D-4650-4CA4-9B80-5692A1B2EDA3}" destId="{240AF710-64FE-43CF-9D13-324D70FF456B}" srcOrd="0" destOrd="0" presId="urn:microsoft.com/office/officeart/2008/layout/LinedList"/>
    <dgm:cxn modelId="{9D22205E-C938-47A5-B185-50D461F4E63B}" type="presOf" srcId="{C6A9DF83-3C25-4DBC-9BCA-DAD6ECC20820}" destId="{C9EB082B-FFDF-4E7A-91DE-CC14BD67A0A9}" srcOrd="0" destOrd="0" presId="urn:microsoft.com/office/officeart/2008/layout/LinedList"/>
    <dgm:cxn modelId="{8B1E8B0D-5A61-4746-9A7C-F40AA9B7D875}" srcId="{9AA6DE6D-4650-4CA4-9B80-5692A1B2EDA3}" destId="{98BD5D5C-4124-416C-977E-6938ABA56394}" srcOrd="1" destOrd="0" parTransId="{2A1FF4FE-3BF7-4982-9E2B-8BF327769AAA}" sibTransId="{1BC5450F-ED72-4442-AA06-20448D0454F5}"/>
    <dgm:cxn modelId="{7E1FF8D4-FEFC-4862-B063-7ECF1AC208FF}" srcId="{9A66303B-0835-4BB1-B478-CE6E4DE4F5D1}" destId="{9AA6DE6D-4650-4CA4-9B80-5692A1B2EDA3}" srcOrd="0" destOrd="0" parTransId="{8BE4F2CC-496D-4711-AF7C-E43D67E975C3}" sibTransId="{C6C77E2E-5699-4325-AB25-D5D8AB263B39}"/>
    <dgm:cxn modelId="{81AFDC48-C47E-49BA-B7B4-A07A52D1D502}" type="presParOf" srcId="{DFFD3D0C-8FE0-48FF-9667-3176A5194781}" destId="{8C91A258-C09A-482B-9F17-7CEE8E976E8C}" srcOrd="0" destOrd="0" presId="urn:microsoft.com/office/officeart/2008/layout/LinedList"/>
    <dgm:cxn modelId="{457C8F21-02C4-42B3-89AD-4372F9AE03CF}" type="presParOf" srcId="{DFFD3D0C-8FE0-48FF-9667-3176A5194781}" destId="{EB15459B-53DC-4C23-B7E8-68601FC19CFD}" srcOrd="1" destOrd="0" presId="urn:microsoft.com/office/officeart/2008/layout/LinedList"/>
    <dgm:cxn modelId="{5E869CC0-FBB6-4256-97F9-64C4A6D3F5C1}" type="presParOf" srcId="{EB15459B-53DC-4C23-B7E8-68601FC19CFD}" destId="{240AF710-64FE-43CF-9D13-324D70FF456B}" srcOrd="0" destOrd="0" presId="urn:microsoft.com/office/officeart/2008/layout/LinedList"/>
    <dgm:cxn modelId="{6B4AB39A-E7C7-407F-BD77-58AFF5AA669F}" type="presParOf" srcId="{EB15459B-53DC-4C23-B7E8-68601FC19CFD}" destId="{7FDFB357-4392-4C96-ABAA-178EFABF25BC}" srcOrd="1" destOrd="0" presId="urn:microsoft.com/office/officeart/2008/layout/LinedList"/>
    <dgm:cxn modelId="{43AB1F3A-DA00-4E01-9030-307787F854C8}" type="presParOf" srcId="{7FDFB357-4392-4C96-ABAA-178EFABF25BC}" destId="{D2A7C0C6-045B-4375-92BD-6BF2E2BDC836}" srcOrd="0" destOrd="0" presId="urn:microsoft.com/office/officeart/2008/layout/LinedList"/>
    <dgm:cxn modelId="{5550AFD2-88D4-4DEC-A508-F84CA37E606F}" type="presParOf" srcId="{7FDFB357-4392-4C96-ABAA-178EFABF25BC}" destId="{AF0A0289-5C05-47F5-BE6F-B3A699E8FC0B}" srcOrd="1" destOrd="0" presId="urn:microsoft.com/office/officeart/2008/layout/LinedList"/>
    <dgm:cxn modelId="{00764671-99C0-4F4F-801A-28F01D83F84E}" type="presParOf" srcId="{AF0A0289-5C05-47F5-BE6F-B3A699E8FC0B}" destId="{D2AE00DD-83B5-4D0D-B595-EB15F90A37B9}" srcOrd="0" destOrd="0" presId="urn:microsoft.com/office/officeart/2008/layout/LinedList"/>
    <dgm:cxn modelId="{75320468-D9A6-4AA8-A469-B6E5F91D4C27}" type="presParOf" srcId="{AF0A0289-5C05-47F5-BE6F-B3A699E8FC0B}" destId="{C9EB082B-FFDF-4E7A-91DE-CC14BD67A0A9}" srcOrd="1" destOrd="0" presId="urn:microsoft.com/office/officeart/2008/layout/LinedList"/>
    <dgm:cxn modelId="{0E1252AD-233E-4144-9CCF-30F46BC39FFA}" type="presParOf" srcId="{AF0A0289-5C05-47F5-BE6F-B3A699E8FC0B}" destId="{64F2865B-55FC-4F4F-9DA0-9F3C4FCC0A0C}" srcOrd="2" destOrd="0" presId="urn:microsoft.com/office/officeart/2008/layout/LinedList"/>
    <dgm:cxn modelId="{AC8B343D-6843-498D-8913-A7623892DDAF}" type="presParOf" srcId="{7FDFB357-4392-4C96-ABAA-178EFABF25BC}" destId="{0C6A76C8-8429-4567-AB7D-66925AD77615}" srcOrd="2" destOrd="0" presId="urn:microsoft.com/office/officeart/2008/layout/LinedList"/>
    <dgm:cxn modelId="{C5DB2E4A-1F65-4C7F-BB40-84A65527F85D}" type="presParOf" srcId="{7FDFB357-4392-4C96-ABAA-178EFABF25BC}" destId="{79A10B01-B5BC-480E-91B7-721E3482ADB7}" srcOrd="3" destOrd="0" presId="urn:microsoft.com/office/officeart/2008/layout/LinedList"/>
    <dgm:cxn modelId="{86222C34-6839-4D2E-A34F-BDF5A0A91E90}" type="presParOf" srcId="{7FDFB357-4392-4C96-ABAA-178EFABF25BC}" destId="{F05CA01B-FE15-4BCC-9A47-66B2E268F7C4}" srcOrd="4" destOrd="0" presId="urn:microsoft.com/office/officeart/2008/layout/LinedList"/>
    <dgm:cxn modelId="{BAB6DB92-37F6-4D6E-8C17-58AE21C307DA}" type="presParOf" srcId="{F05CA01B-FE15-4BCC-9A47-66B2E268F7C4}" destId="{F3FF444E-F6C6-40CC-B80D-810D60A8DEDC}" srcOrd="0" destOrd="0" presId="urn:microsoft.com/office/officeart/2008/layout/LinedList"/>
    <dgm:cxn modelId="{0437A3F6-CE5D-44F8-9C46-B6CC6A570A63}" type="presParOf" srcId="{F05CA01B-FE15-4BCC-9A47-66B2E268F7C4}" destId="{7302DC92-3101-48C1-89A1-97ACD4DFAFA0}" srcOrd="1" destOrd="0" presId="urn:microsoft.com/office/officeart/2008/layout/LinedList"/>
    <dgm:cxn modelId="{2807EC4E-BAEC-4538-B113-DAFB49304019}" type="presParOf" srcId="{F05CA01B-FE15-4BCC-9A47-66B2E268F7C4}" destId="{A9ACE987-1FE8-41F4-8795-75887ABF265D}" srcOrd="2" destOrd="0" presId="urn:microsoft.com/office/officeart/2008/layout/LinedList"/>
    <dgm:cxn modelId="{655A3801-2603-4D77-B2F4-3708977998D2}" type="presParOf" srcId="{7FDFB357-4392-4C96-ABAA-178EFABF25BC}" destId="{53204C90-1ADD-424C-88C8-74DFABF02148}" srcOrd="5" destOrd="0" presId="urn:microsoft.com/office/officeart/2008/layout/LinedList"/>
    <dgm:cxn modelId="{4375C158-249F-46B9-8EEE-AE83CB504182}" type="presParOf" srcId="{7FDFB357-4392-4C96-ABAA-178EFABF25BC}" destId="{FE7B9F13-4285-4FE1-B129-19639DCDA798}" srcOrd="6" destOrd="0" presId="urn:microsoft.com/office/officeart/2008/layout/LinedList"/>
    <dgm:cxn modelId="{54E0F4F6-66EC-4BEA-AD33-75301DEB911C}" type="presParOf" srcId="{7FDFB357-4392-4C96-ABAA-178EFABF25BC}" destId="{793AE00A-29D2-40BF-B5A8-5B0CD75490FA}" srcOrd="7" destOrd="0" presId="urn:microsoft.com/office/officeart/2008/layout/LinedList"/>
    <dgm:cxn modelId="{9FDC30E4-8BE7-44A0-9930-50AC9A5E0776}" type="presParOf" srcId="{793AE00A-29D2-40BF-B5A8-5B0CD75490FA}" destId="{079C4991-8384-40F4-B101-3C5C03803E18}" srcOrd="0" destOrd="0" presId="urn:microsoft.com/office/officeart/2008/layout/LinedList"/>
    <dgm:cxn modelId="{125D440E-E93A-407D-B4EE-F1928A5D9C4E}" type="presParOf" srcId="{793AE00A-29D2-40BF-B5A8-5B0CD75490FA}" destId="{6E0216F9-FEDD-45D7-AFEC-BB910E44A86F}" srcOrd="1" destOrd="0" presId="urn:microsoft.com/office/officeart/2008/layout/LinedList"/>
    <dgm:cxn modelId="{D788E445-7FCA-42BD-A992-F0FE7B69DBDA}" type="presParOf" srcId="{793AE00A-29D2-40BF-B5A8-5B0CD75490FA}" destId="{DBAB7AFB-C72F-4264-AF9A-D5C4C4636FBA}" srcOrd="2" destOrd="0" presId="urn:microsoft.com/office/officeart/2008/layout/LinedList"/>
    <dgm:cxn modelId="{E667AF4B-824D-4A6A-9FC9-5DBA70C7407D}" type="presParOf" srcId="{7FDFB357-4392-4C96-ABAA-178EFABF25BC}" destId="{28963643-E9E8-4752-B257-8D7DA0DD2C92}" srcOrd="8" destOrd="0" presId="urn:microsoft.com/office/officeart/2008/layout/LinedList"/>
    <dgm:cxn modelId="{70C6C1BF-6AB7-45AF-9B1C-A7AEC7F9741F}" type="presParOf" srcId="{7FDFB357-4392-4C96-ABAA-178EFABF25BC}" destId="{C9B09AA8-BC28-4124-B666-EBEC19067D28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3AA5E2-1AB3-4C3B-9F3E-BCB6D5EB6F1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95110E4-C17A-40FD-8068-4556409EE973}">
      <dgm:prSet phldrT="[Текст]" custT="1"/>
      <dgm:spPr/>
      <dgm:t>
        <a:bodyPr/>
        <a:lstStyle/>
        <a:p>
          <a:r>
            <a:rPr lang="ru-RU" sz="1800" dirty="0"/>
            <a:t>Требования</a:t>
          </a:r>
        </a:p>
      </dgm:t>
    </dgm:pt>
    <dgm:pt modelId="{C1B3221A-D6EB-4D81-8FE7-E0DE5C6697A7}" type="parTrans" cxnId="{AB52B311-238F-4946-87F2-DB6722A27938}">
      <dgm:prSet/>
      <dgm:spPr/>
      <dgm:t>
        <a:bodyPr/>
        <a:lstStyle/>
        <a:p>
          <a:endParaRPr lang="ru-RU"/>
        </a:p>
      </dgm:t>
    </dgm:pt>
    <dgm:pt modelId="{0E025A27-54CC-423E-9019-B2DB859F557A}" type="sibTrans" cxnId="{AB52B311-238F-4946-87F2-DB6722A27938}">
      <dgm:prSet/>
      <dgm:spPr/>
      <dgm:t>
        <a:bodyPr/>
        <a:lstStyle/>
        <a:p>
          <a:endParaRPr lang="ru-RU"/>
        </a:p>
      </dgm:t>
    </dgm:pt>
    <dgm:pt modelId="{1A15F42C-8862-4CC8-8ACA-8B605BBFA8E0}">
      <dgm:prSet phldrT="[Текст]" custT="1"/>
      <dgm:spPr/>
      <dgm:t>
        <a:bodyPr/>
        <a:lstStyle/>
        <a:p>
          <a:r>
            <a:rPr lang="ru-RU" sz="1050" dirty="0"/>
            <a:t>Функциональные</a:t>
          </a:r>
        </a:p>
      </dgm:t>
    </dgm:pt>
    <dgm:pt modelId="{3F35F332-B76C-46A7-AE2F-B4628DCDAF14}" type="parTrans" cxnId="{3273A65C-DEB5-4D9F-92B6-567136AAAC79}">
      <dgm:prSet/>
      <dgm:spPr/>
      <dgm:t>
        <a:bodyPr/>
        <a:lstStyle/>
        <a:p>
          <a:endParaRPr lang="ru-RU"/>
        </a:p>
      </dgm:t>
    </dgm:pt>
    <dgm:pt modelId="{D51466CD-A66F-4E7D-8275-96F19C484FFD}" type="sibTrans" cxnId="{3273A65C-DEB5-4D9F-92B6-567136AAAC79}">
      <dgm:prSet/>
      <dgm:spPr/>
      <dgm:t>
        <a:bodyPr/>
        <a:lstStyle/>
        <a:p>
          <a:endParaRPr lang="ru-RU"/>
        </a:p>
      </dgm:t>
    </dgm:pt>
    <dgm:pt modelId="{681D69CE-2E2C-4A5B-B210-1FA5F5A63D58}">
      <dgm:prSet phldrT="[Текст]" custT="1"/>
      <dgm:spPr/>
      <dgm:t>
        <a:bodyPr/>
        <a:lstStyle/>
        <a:p>
          <a:r>
            <a:rPr lang="ru-RU" sz="1050" dirty="0"/>
            <a:t>Нефункциональные</a:t>
          </a:r>
        </a:p>
      </dgm:t>
    </dgm:pt>
    <dgm:pt modelId="{3F966054-13E3-4045-ACDD-99D0847A70FD}" type="parTrans" cxnId="{727D987D-A270-4FBE-91F6-CEB485A5A4BD}">
      <dgm:prSet/>
      <dgm:spPr/>
      <dgm:t>
        <a:bodyPr/>
        <a:lstStyle/>
        <a:p>
          <a:endParaRPr lang="ru-RU"/>
        </a:p>
      </dgm:t>
    </dgm:pt>
    <dgm:pt modelId="{559F6357-7F37-4024-8E4F-5DA722F481A2}" type="sibTrans" cxnId="{727D987D-A270-4FBE-91F6-CEB485A5A4BD}">
      <dgm:prSet/>
      <dgm:spPr/>
      <dgm:t>
        <a:bodyPr/>
        <a:lstStyle/>
        <a:p>
          <a:endParaRPr lang="ru-RU"/>
        </a:p>
      </dgm:t>
    </dgm:pt>
    <dgm:pt modelId="{2E120361-6E24-438F-A260-710ACBF61900}">
      <dgm:prSet custT="1"/>
      <dgm:spPr/>
      <dgm:t>
        <a:bodyPr/>
        <a:lstStyle/>
        <a:p>
          <a:r>
            <a:rPr lang="ru-RU" sz="1050" dirty="0"/>
            <a:t>Внешние интерфейсы (</a:t>
          </a:r>
          <a:r>
            <a:rPr lang="en-US" sz="1050" dirty="0"/>
            <a:t>External Interfaces)</a:t>
          </a:r>
          <a:endParaRPr lang="ru-RU" sz="1050" dirty="0"/>
        </a:p>
      </dgm:t>
    </dgm:pt>
    <dgm:pt modelId="{10466FDF-5569-4313-A63B-874D61406EBF}" type="parTrans" cxnId="{5865D77B-CA5A-42D9-BFA1-FD5B08200469}">
      <dgm:prSet/>
      <dgm:spPr/>
      <dgm:t>
        <a:bodyPr/>
        <a:lstStyle/>
        <a:p>
          <a:endParaRPr lang="ru-RU"/>
        </a:p>
      </dgm:t>
    </dgm:pt>
    <dgm:pt modelId="{E831C4A0-05D3-4C82-8B52-B07BCD387844}" type="sibTrans" cxnId="{5865D77B-CA5A-42D9-BFA1-FD5B08200469}">
      <dgm:prSet/>
      <dgm:spPr/>
      <dgm:t>
        <a:bodyPr/>
        <a:lstStyle/>
        <a:p>
          <a:endParaRPr lang="ru-RU"/>
        </a:p>
      </dgm:t>
    </dgm:pt>
    <dgm:pt modelId="{BE5FDA55-F4E1-4118-81DB-E5422F8C238B}">
      <dgm:prSet custT="1"/>
      <dgm:spPr/>
      <dgm:t>
        <a:bodyPr/>
        <a:lstStyle/>
        <a:p>
          <a:r>
            <a:rPr lang="ru-RU" sz="1050" dirty="0"/>
            <a:t>Атрибуты качества (</a:t>
          </a:r>
          <a:r>
            <a:rPr lang="ru-RU" sz="1050" dirty="0" err="1"/>
            <a:t>Quality</a:t>
          </a:r>
          <a:r>
            <a:rPr lang="ru-RU" sz="1050" dirty="0"/>
            <a:t> </a:t>
          </a:r>
          <a:r>
            <a:rPr lang="ru-RU" sz="1050" dirty="0" err="1"/>
            <a:t>Attributes</a:t>
          </a:r>
          <a:r>
            <a:rPr lang="ru-RU" sz="1050" dirty="0"/>
            <a:t>)</a:t>
          </a:r>
        </a:p>
      </dgm:t>
    </dgm:pt>
    <dgm:pt modelId="{00E1BE89-FBBA-4B1C-AABC-5FB5E531B996}" type="parTrans" cxnId="{13A11B16-7DB0-43F3-AF9A-FD84450A729C}">
      <dgm:prSet/>
      <dgm:spPr/>
      <dgm:t>
        <a:bodyPr/>
        <a:lstStyle/>
        <a:p>
          <a:endParaRPr lang="ru-RU"/>
        </a:p>
      </dgm:t>
    </dgm:pt>
    <dgm:pt modelId="{323EFA0A-267C-4957-AD15-768621B0EED0}" type="sibTrans" cxnId="{13A11B16-7DB0-43F3-AF9A-FD84450A729C}">
      <dgm:prSet/>
      <dgm:spPr/>
      <dgm:t>
        <a:bodyPr/>
        <a:lstStyle/>
        <a:p>
          <a:endParaRPr lang="ru-RU"/>
        </a:p>
      </dgm:t>
    </dgm:pt>
    <dgm:pt modelId="{4AECB8D2-1940-4CBE-B2E0-1E59C98DC99B}">
      <dgm:prSet custT="1"/>
      <dgm:spPr/>
      <dgm:t>
        <a:bodyPr/>
        <a:lstStyle/>
        <a:p>
          <a:r>
            <a:rPr lang="ru-RU" sz="1050"/>
            <a:t>Ограничения (Constraints)</a:t>
          </a:r>
          <a:endParaRPr lang="ru-RU" sz="1050" dirty="0"/>
        </a:p>
      </dgm:t>
    </dgm:pt>
    <dgm:pt modelId="{51470725-83CF-4788-90A6-0D8B8A0ECAB9}" type="parTrans" cxnId="{816AA0ED-FB1B-41C8-A656-EF1E57974690}">
      <dgm:prSet/>
      <dgm:spPr/>
      <dgm:t>
        <a:bodyPr/>
        <a:lstStyle/>
        <a:p>
          <a:endParaRPr lang="ru-RU"/>
        </a:p>
      </dgm:t>
    </dgm:pt>
    <dgm:pt modelId="{5FE33C27-64E6-4EF6-99F5-46459B3AA240}" type="sibTrans" cxnId="{816AA0ED-FB1B-41C8-A656-EF1E57974690}">
      <dgm:prSet/>
      <dgm:spPr/>
      <dgm:t>
        <a:bodyPr/>
        <a:lstStyle/>
        <a:p>
          <a:endParaRPr lang="ru-RU"/>
        </a:p>
      </dgm:t>
    </dgm:pt>
    <dgm:pt modelId="{448CFB58-5DCC-45B1-BC38-1A4F259A5505}">
      <dgm:prSet custT="1"/>
      <dgm:spPr/>
      <dgm:t>
        <a:bodyPr/>
        <a:lstStyle/>
        <a:p>
          <a:r>
            <a:rPr lang="ru-RU" sz="1050" dirty="0"/>
            <a:t>Применимость</a:t>
          </a:r>
        </a:p>
      </dgm:t>
    </dgm:pt>
    <dgm:pt modelId="{28C9CAA2-AC3D-4397-AB6E-28D8EE04C7F8}" type="parTrans" cxnId="{826479CF-80BB-4A5B-B624-93B5C1857482}">
      <dgm:prSet/>
      <dgm:spPr/>
      <dgm:t>
        <a:bodyPr/>
        <a:lstStyle/>
        <a:p>
          <a:endParaRPr lang="ru-RU"/>
        </a:p>
      </dgm:t>
    </dgm:pt>
    <dgm:pt modelId="{0D0BAD9B-3BB7-4417-947B-97B2203DD1D1}" type="sibTrans" cxnId="{826479CF-80BB-4A5B-B624-93B5C1857482}">
      <dgm:prSet/>
      <dgm:spPr/>
      <dgm:t>
        <a:bodyPr/>
        <a:lstStyle/>
        <a:p>
          <a:endParaRPr lang="ru-RU"/>
        </a:p>
      </dgm:t>
    </dgm:pt>
    <dgm:pt modelId="{A423E548-4321-471F-9264-D8A1E010D233}">
      <dgm:prSet custT="1"/>
      <dgm:spPr/>
      <dgm:t>
        <a:bodyPr/>
        <a:lstStyle/>
        <a:p>
          <a:r>
            <a:rPr lang="ru-RU" sz="1050"/>
            <a:t>Надежность</a:t>
          </a:r>
          <a:endParaRPr lang="ru-RU" sz="1050" dirty="0"/>
        </a:p>
      </dgm:t>
    </dgm:pt>
    <dgm:pt modelId="{5ED05EA3-8A78-4F40-9658-5BE1D2A90986}" type="parTrans" cxnId="{906CE64D-5F4A-4A4E-9037-74C70E4E6C9A}">
      <dgm:prSet/>
      <dgm:spPr/>
      <dgm:t>
        <a:bodyPr/>
        <a:lstStyle/>
        <a:p>
          <a:endParaRPr lang="ru-RU"/>
        </a:p>
      </dgm:t>
    </dgm:pt>
    <dgm:pt modelId="{767CFBE0-2A4E-470C-8C84-F6E5806A15E1}" type="sibTrans" cxnId="{906CE64D-5F4A-4A4E-9037-74C70E4E6C9A}">
      <dgm:prSet/>
      <dgm:spPr/>
      <dgm:t>
        <a:bodyPr/>
        <a:lstStyle/>
        <a:p>
          <a:endParaRPr lang="ru-RU"/>
        </a:p>
      </dgm:t>
    </dgm:pt>
    <dgm:pt modelId="{A38C31C0-A231-4C33-BB79-F4530916DEF8}">
      <dgm:prSet custT="1"/>
      <dgm:spPr/>
      <dgm:t>
        <a:bodyPr/>
        <a:lstStyle/>
        <a:p>
          <a:r>
            <a:rPr lang="ru-RU" sz="1050" dirty="0"/>
            <a:t>Производительность</a:t>
          </a:r>
        </a:p>
      </dgm:t>
    </dgm:pt>
    <dgm:pt modelId="{657E83CA-975B-4B7D-8641-AB49A0340FBB}" type="parTrans" cxnId="{1F60D629-0AB3-434A-81F1-15514BCC2953}">
      <dgm:prSet/>
      <dgm:spPr/>
      <dgm:t>
        <a:bodyPr/>
        <a:lstStyle/>
        <a:p>
          <a:endParaRPr lang="ru-RU"/>
        </a:p>
      </dgm:t>
    </dgm:pt>
    <dgm:pt modelId="{788259FB-7FAF-43C4-A917-EB792731E388}" type="sibTrans" cxnId="{1F60D629-0AB3-434A-81F1-15514BCC2953}">
      <dgm:prSet/>
      <dgm:spPr/>
      <dgm:t>
        <a:bodyPr/>
        <a:lstStyle/>
        <a:p>
          <a:endParaRPr lang="ru-RU"/>
        </a:p>
      </dgm:t>
    </dgm:pt>
    <dgm:pt modelId="{BA006A8B-9059-45B3-B4E0-DB8D1BC4A06B}" type="pres">
      <dgm:prSet presAssocID="{7A3AA5E2-1AB3-4C3B-9F3E-BCB6D5EB6F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9516693C-AE22-4DE2-AFA9-BE5653977A38}" type="pres">
      <dgm:prSet presAssocID="{F95110E4-C17A-40FD-8068-4556409EE973}" presName="hierRoot1" presStyleCnt="0"/>
      <dgm:spPr/>
    </dgm:pt>
    <dgm:pt modelId="{8DE57065-9DBD-4681-A868-F8593C51ED24}" type="pres">
      <dgm:prSet presAssocID="{F95110E4-C17A-40FD-8068-4556409EE973}" presName="composite" presStyleCnt="0"/>
      <dgm:spPr/>
    </dgm:pt>
    <dgm:pt modelId="{31B4EDE2-526A-4702-B378-7EE50382EC1A}" type="pres">
      <dgm:prSet presAssocID="{F95110E4-C17A-40FD-8068-4556409EE973}" presName="background" presStyleLbl="node0" presStyleIdx="0" presStyleCnt="1"/>
      <dgm:spPr/>
    </dgm:pt>
    <dgm:pt modelId="{5948B92B-007E-440C-88A7-22AEC3EF1C91}" type="pres">
      <dgm:prSet presAssocID="{F95110E4-C17A-40FD-8068-4556409EE973}" presName="text" presStyleLbl="fgAcc0" presStyleIdx="0" presStyleCnt="1" custScaleX="19379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654C3E2-FE38-4858-AFC7-D6F90EC9D5FC}" type="pres">
      <dgm:prSet presAssocID="{F95110E4-C17A-40FD-8068-4556409EE973}" presName="hierChild2" presStyleCnt="0"/>
      <dgm:spPr/>
    </dgm:pt>
    <dgm:pt modelId="{337393DC-A8C9-4136-8145-E49233B339B3}" type="pres">
      <dgm:prSet presAssocID="{3F35F332-B76C-46A7-AE2F-B4628DCDAF14}" presName="Name10" presStyleLbl="parChTrans1D2" presStyleIdx="0" presStyleCnt="2"/>
      <dgm:spPr/>
      <dgm:t>
        <a:bodyPr/>
        <a:lstStyle/>
        <a:p>
          <a:endParaRPr lang="ru-RU"/>
        </a:p>
      </dgm:t>
    </dgm:pt>
    <dgm:pt modelId="{DA926EBD-93D1-44E5-9B22-C76E0722976A}" type="pres">
      <dgm:prSet presAssocID="{1A15F42C-8862-4CC8-8ACA-8B605BBFA8E0}" presName="hierRoot2" presStyleCnt="0"/>
      <dgm:spPr/>
    </dgm:pt>
    <dgm:pt modelId="{8B3B6F40-91B5-46B8-9488-C1B392969E92}" type="pres">
      <dgm:prSet presAssocID="{1A15F42C-8862-4CC8-8ACA-8B605BBFA8E0}" presName="composite2" presStyleCnt="0"/>
      <dgm:spPr/>
    </dgm:pt>
    <dgm:pt modelId="{C48BEDFC-0DCC-4C5F-8E15-8037220FC5A3}" type="pres">
      <dgm:prSet presAssocID="{1A15F42C-8862-4CC8-8ACA-8B605BBFA8E0}" presName="background2" presStyleLbl="node2" presStyleIdx="0" presStyleCnt="2"/>
      <dgm:spPr/>
    </dgm:pt>
    <dgm:pt modelId="{AED9AE2C-6AFF-49E5-8A7F-08E6D2D45F49}" type="pres">
      <dgm:prSet presAssocID="{1A15F42C-8862-4CC8-8ACA-8B605BBFA8E0}" presName="text2" presStyleLbl="fgAcc2" presStyleIdx="0" presStyleCnt="2" custScaleX="139141" custLinFactX="-14781" custLinFactNeighborX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272C778-F3AD-4D0E-A7AC-F15A41439369}" type="pres">
      <dgm:prSet presAssocID="{1A15F42C-8862-4CC8-8ACA-8B605BBFA8E0}" presName="hierChild3" presStyleCnt="0"/>
      <dgm:spPr/>
    </dgm:pt>
    <dgm:pt modelId="{E9C3B52A-5FCE-4683-B336-765785E70D09}" type="pres">
      <dgm:prSet presAssocID="{3F966054-13E3-4045-ACDD-99D0847A70FD}" presName="Name10" presStyleLbl="parChTrans1D2" presStyleIdx="1" presStyleCnt="2"/>
      <dgm:spPr/>
      <dgm:t>
        <a:bodyPr/>
        <a:lstStyle/>
        <a:p>
          <a:endParaRPr lang="ru-RU"/>
        </a:p>
      </dgm:t>
    </dgm:pt>
    <dgm:pt modelId="{D558A75D-35D3-4CA3-809E-91580BBEE14A}" type="pres">
      <dgm:prSet presAssocID="{681D69CE-2E2C-4A5B-B210-1FA5F5A63D58}" presName="hierRoot2" presStyleCnt="0"/>
      <dgm:spPr/>
    </dgm:pt>
    <dgm:pt modelId="{C66CEF41-3FF3-4C79-A759-270CF4034EF3}" type="pres">
      <dgm:prSet presAssocID="{681D69CE-2E2C-4A5B-B210-1FA5F5A63D58}" presName="composite2" presStyleCnt="0"/>
      <dgm:spPr/>
    </dgm:pt>
    <dgm:pt modelId="{977EDC14-29B9-4BA1-9E6F-5B90D3E66C38}" type="pres">
      <dgm:prSet presAssocID="{681D69CE-2E2C-4A5B-B210-1FA5F5A63D58}" presName="background2" presStyleLbl="node2" presStyleIdx="1" presStyleCnt="2"/>
      <dgm:spPr/>
    </dgm:pt>
    <dgm:pt modelId="{18CA162E-711A-4E19-829C-EBC086C1F9CF}" type="pres">
      <dgm:prSet presAssocID="{681D69CE-2E2C-4A5B-B210-1FA5F5A63D58}" presName="text2" presStyleLbl="fgAcc2" presStyleIdx="1" presStyleCnt="2" custScaleX="13914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CA0B636-8F97-42D1-B571-CCD3805A21C4}" type="pres">
      <dgm:prSet presAssocID="{681D69CE-2E2C-4A5B-B210-1FA5F5A63D58}" presName="hierChild3" presStyleCnt="0"/>
      <dgm:spPr/>
    </dgm:pt>
    <dgm:pt modelId="{0B763940-8FB9-4547-AE1A-5BB68483571C}" type="pres">
      <dgm:prSet presAssocID="{10466FDF-5569-4313-A63B-874D61406EBF}" presName="Name17" presStyleLbl="parChTrans1D3" presStyleIdx="0" presStyleCnt="3"/>
      <dgm:spPr/>
      <dgm:t>
        <a:bodyPr/>
        <a:lstStyle/>
        <a:p>
          <a:endParaRPr lang="ru-RU"/>
        </a:p>
      </dgm:t>
    </dgm:pt>
    <dgm:pt modelId="{2EA4349F-3ED6-40C5-BA93-3A3AFCD7BC49}" type="pres">
      <dgm:prSet presAssocID="{2E120361-6E24-438F-A260-710ACBF61900}" presName="hierRoot3" presStyleCnt="0"/>
      <dgm:spPr/>
    </dgm:pt>
    <dgm:pt modelId="{8C247FA2-F258-4EFF-84E8-9596FF44F950}" type="pres">
      <dgm:prSet presAssocID="{2E120361-6E24-438F-A260-710ACBF61900}" presName="composite3" presStyleCnt="0"/>
      <dgm:spPr/>
    </dgm:pt>
    <dgm:pt modelId="{1465461F-875E-4486-8F47-D740D0BFF833}" type="pres">
      <dgm:prSet presAssocID="{2E120361-6E24-438F-A260-710ACBF61900}" presName="background3" presStyleLbl="node3" presStyleIdx="0" presStyleCnt="3"/>
      <dgm:spPr/>
    </dgm:pt>
    <dgm:pt modelId="{D62ED82D-CBFB-47D1-9F25-6723488E65E9}" type="pres">
      <dgm:prSet presAssocID="{2E120361-6E24-438F-A260-710ACBF61900}" presName="text3" presStyleLbl="fgAcc3" presStyleIdx="0" presStyleCnt="3" custScaleX="139141" custLinFactX="-14781" custLinFactNeighborX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4FB7A97-5FCB-4BDA-960D-0DBD360143E3}" type="pres">
      <dgm:prSet presAssocID="{2E120361-6E24-438F-A260-710ACBF61900}" presName="hierChild4" presStyleCnt="0"/>
      <dgm:spPr/>
    </dgm:pt>
    <dgm:pt modelId="{AF59561F-A623-453A-A7F8-423949C5AFB8}" type="pres">
      <dgm:prSet presAssocID="{00E1BE89-FBBA-4B1C-AABC-5FB5E531B996}" presName="Name17" presStyleLbl="parChTrans1D3" presStyleIdx="1" presStyleCnt="3"/>
      <dgm:spPr/>
      <dgm:t>
        <a:bodyPr/>
        <a:lstStyle/>
        <a:p>
          <a:endParaRPr lang="ru-RU"/>
        </a:p>
      </dgm:t>
    </dgm:pt>
    <dgm:pt modelId="{7DC625E7-E82E-45B0-8D94-41A23904B250}" type="pres">
      <dgm:prSet presAssocID="{BE5FDA55-F4E1-4118-81DB-E5422F8C238B}" presName="hierRoot3" presStyleCnt="0"/>
      <dgm:spPr/>
    </dgm:pt>
    <dgm:pt modelId="{34E31F82-075E-4BB1-85D6-E99414621ED0}" type="pres">
      <dgm:prSet presAssocID="{BE5FDA55-F4E1-4118-81DB-E5422F8C238B}" presName="composite3" presStyleCnt="0"/>
      <dgm:spPr/>
    </dgm:pt>
    <dgm:pt modelId="{9AFD049F-5287-4D40-98D4-42B01C9BFA5A}" type="pres">
      <dgm:prSet presAssocID="{BE5FDA55-F4E1-4118-81DB-E5422F8C238B}" presName="background3" presStyleLbl="node3" presStyleIdx="1" presStyleCnt="3"/>
      <dgm:spPr/>
    </dgm:pt>
    <dgm:pt modelId="{3E8477EF-A6D9-459C-B895-7E63446AC4B3}" type="pres">
      <dgm:prSet presAssocID="{BE5FDA55-F4E1-4118-81DB-E5422F8C238B}" presName="text3" presStyleLbl="fgAcc3" presStyleIdx="1" presStyleCnt="3" custScaleX="13914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5F03DE7-3E3F-4667-8318-3B70CC8101B7}" type="pres">
      <dgm:prSet presAssocID="{BE5FDA55-F4E1-4118-81DB-E5422F8C238B}" presName="hierChild4" presStyleCnt="0"/>
      <dgm:spPr/>
    </dgm:pt>
    <dgm:pt modelId="{38A81DC8-1666-48D3-BDA6-422D5E7E6B8E}" type="pres">
      <dgm:prSet presAssocID="{28C9CAA2-AC3D-4397-AB6E-28D8EE04C7F8}" presName="Name23" presStyleLbl="parChTrans1D4" presStyleIdx="0" presStyleCnt="3"/>
      <dgm:spPr/>
      <dgm:t>
        <a:bodyPr/>
        <a:lstStyle/>
        <a:p>
          <a:endParaRPr lang="ru-RU"/>
        </a:p>
      </dgm:t>
    </dgm:pt>
    <dgm:pt modelId="{8EE27556-3308-465E-AEC9-AE29550FE8B7}" type="pres">
      <dgm:prSet presAssocID="{448CFB58-5DCC-45B1-BC38-1A4F259A5505}" presName="hierRoot4" presStyleCnt="0"/>
      <dgm:spPr/>
    </dgm:pt>
    <dgm:pt modelId="{D700495F-4AC3-4AC7-9AC8-C0D3C08DF999}" type="pres">
      <dgm:prSet presAssocID="{448CFB58-5DCC-45B1-BC38-1A4F259A5505}" presName="composite4" presStyleCnt="0"/>
      <dgm:spPr/>
    </dgm:pt>
    <dgm:pt modelId="{8E76DD3E-7B08-49AC-839E-12D8AD2BF1AF}" type="pres">
      <dgm:prSet presAssocID="{448CFB58-5DCC-45B1-BC38-1A4F259A5505}" presName="background4" presStyleLbl="node4" presStyleIdx="0" presStyleCnt="3"/>
      <dgm:spPr/>
    </dgm:pt>
    <dgm:pt modelId="{7B791A2A-6CC2-409A-B895-9B1A5A884364}" type="pres">
      <dgm:prSet presAssocID="{448CFB58-5DCC-45B1-BC38-1A4F259A5505}" presName="text4" presStyleLbl="fgAcc4" presStyleIdx="0" presStyleCnt="3" custScaleX="139141" custLinFactX="-14781" custLinFactNeighborX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B17A356-55B0-413A-B03F-4A7798E19EC0}" type="pres">
      <dgm:prSet presAssocID="{448CFB58-5DCC-45B1-BC38-1A4F259A5505}" presName="hierChild5" presStyleCnt="0"/>
      <dgm:spPr/>
    </dgm:pt>
    <dgm:pt modelId="{50DB7462-D79C-4700-AB9A-9C8169898930}" type="pres">
      <dgm:prSet presAssocID="{5ED05EA3-8A78-4F40-9658-5BE1D2A90986}" presName="Name23" presStyleLbl="parChTrans1D4" presStyleIdx="1" presStyleCnt="3"/>
      <dgm:spPr/>
      <dgm:t>
        <a:bodyPr/>
        <a:lstStyle/>
        <a:p>
          <a:endParaRPr lang="ru-RU"/>
        </a:p>
      </dgm:t>
    </dgm:pt>
    <dgm:pt modelId="{2487CFA5-01FC-4B8B-BED1-5EC116666D08}" type="pres">
      <dgm:prSet presAssocID="{A423E548-4321-471F-9264-D8A1E010D233}" presName="hierRoot4" presStyleCnt="0"/>
      <dgm:spPr/>
    </dgm:pt>
    <dgm:pt modelId="{74C3D29F-370C-408E-86FD-51D0BCD51AEF}" type="pres">
      <dgm:prSet presAssocID="{A423E548-4321-471F-9264-D8A1E010D233}" presName="composite4" presStyleCnt="0"/>
      <dgm:spPr/>
    </dgm:pt>
    <dgm:pt modelId="{1A945DA0-B910-40F0-B697-61092908CA37}" type="pres">
      <dgm:prSet presAssocID="{A423E548-4321-471F-9264-D8A1E010D233}" presName="background4" presStyleLbl="node4" presStyleIdx="1" presStyleCnt="3"/>
      <dgm:spPr/>
    </dgm:pt>
    <dgm:pt modelId="{E13BC693-8819-4BF3-A65E-4AD231797A45}" type="pres">
      <dgm:prSet presAssocID="{A423E548-4321-471F-9264-D8A1E010D233}" presName="text4" presStyleLbl="fgAcc4" presStyleIdx="1" presStyleCnt="3" custScaleX="13914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6DA0B18-37AE-4694-A1A5-56F242A10E31}" type="pres">
      <dgm:prSet presAssocID="{A423E548-4321-471F-9264-D8A1E010D233}" presName="hierChild5" presStyleCnt="0"/>
      <dgm:spPr/>
    </dgm:pt>
    <dgm:pt modelId="{57E86237-A0E4-462F-A54B-D9E76EA86C92}" type="pres">
      <dgm:prSet presAssocID="{657E83CA-975B-4B7D-8641-AB49A0340FBB}" presName="Name23" presStyleLbl="parChTrans1D4" presStyleIdx="2" presStyleCnt="3"/>
      <dgm:spPr/>
      <dgm:t>
        <a:bodyPr/>
        <a:lstStyle/>
        <a:p>
          <a:endParaRPr lang="ru-RU"/>
        </a:p>
      </dgm:t>
    </dgm:pt>
    <dgm:pt modelId="{84EE8667-89FF-439B-8E56-C42537A3E81F}" type="pres">
      <dgm:prSet presAssocID="{A38C31C0-A231-4C33-BB79-F4530916DEF8}" presName="hierRoot4" presStyleCnt="0"/>
      <dgm:spPr/>
    </dgm:pt>
    <dgm:pt modelId="{7368C44A-0BDB-4379-A7F7-3C15D9830B08}" type="pres">
      <dgm:prSet presAssocID="{A38C31C0-A231-4C33-BB79-F4530916DEF8}" presName="composite4" presStyleCnt="0"/>
      <dgm:spPr/>
    </dgm:pt>
    <dgm:pt modelId="{AECBE646-376E-4FFC-9D48-DDE97517B219}" type="pres">
      <dgm:prSet presAssocID="{A38C31C0-A231-4C33-BB79-F4530916DEF8}" presName="background4" presStyleLbl="node4" presStyleIdx="2" presStyleCnt="3"/>
      <dgm:spPr/>
    </dgm:pt>
    <dgm:pt modelId="{96D5A840-AAFC-4FB1-8016-5F3A00334E1D}" type="pres">
      <dgm:prSet presAssocID="{A38C31C0-A231-4C33-BB79-F4530916DEF8}" presName="text4" presStyleLbl="fgAcc4" presStyleIdx="2" presStyleCnt="3" custScaleX="139141" custLinFactX="6731" custLinFactNeighborX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D078E4C-09B8-4E7C-95CD-C03890471D86}" type="pres">
      <dgm:prSet presAssocID="{A38C31C0-A231-4C33-BB79-F4530916DEF8}" presName="hierChild5" presStyleCnt="0"/>
      <dgm:spPr/>
    </dgm:pt>
    <dgm:pt modelId="{86C08150-0C2B-4C9C-B546-FA847311F549}" type="pres">
      <dgm:prSet presAssocID="{51470725-83CF-4788-90A6-0D8B8A0ECAB9}" presName="Name17" presStyleLbl="parChTrans1D3" presStyleIdx="2" presStyleCnt="3"/>
      <dgm:spPr/>
      <dgm:t>
        <a:bodyPr/>
        <a:lstStyle/>
        <a:p>
          <a:endParaRPr lang="ru-RU"/>
        </a:p>
      </dgm:t>
    </dgm:pt>
    <dgm:pt modelId="{D988B8FB-78EF-4763-B879-BF3C4CB09EDF}" type="pres">
      <dgm:prSet presAssocID="{4AECB8D2-1940-4CBE-B2E0-1E59C98DC99B}" presName="hierRoot3" presStyleCnt="0"/>
      <dgm:spPr/>
    </dgm:pt>
    <dgm:pt modelId="{C857029F-9033-4AEA-9619-E1E2AD38D53C}" type="pres">
      <dgm:prSet presAssocID="{4AECB8D2-1940-4CBE-B2E0-1E59C98DC99B}" presName="composite3" presStyleCnt="0"/>
      <dgm:spPr/>
    </dgm:pt>
    <dgm:pt modelId="{BAFC4043-B17C-49F8-91FF-8A57F62CAFAE}" type="pres">
      <dgm:prSet presAssocID="{4AECB8D2-1940-4CBE-B2E0-1E59C98DC99B}" presName="background3" presStyleLbl="node3" presStyleIdx="2" presStyleCnt="3"/>
      <dgm:spPr/>
    </dgm:pt>
    <dgm:pt modelId="{334A7014-3343-4D7C-AA59-B9C687E40C3F}" type="pres">
      <dgm:prSet presAssocID="{4AECB8D2-1940-4CBE-B2E0-1E59C98DC99B}" presName="text3" presStyleLbl="fgAcc3" presStyleIdx="2" presStyleCnt="3" custScaleX="139141" custLinFactX="6731" custLinFactNeighborX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70C8861-4161-4937-BE62-FE6A710C3372}" type="pres">
      <dgm:prSet presAssocID="{4AECB8D2-1940-4CBE-B2E0-1E59C98DC99B}" presName="hierChild4" presStyleCnt="0"/>
      <dgm:spPr/>
    </dgm:pt>
  </dgm:ptLst>
  <dgm:cxnLst>
    <dgm:cxn modelId="{2956A254-2011-46E0-BD07-4BADA98DE13D}" type="presOf" srcId="{7A3AA5E2-1AB3-4C3B-9F3E-BCB6D5EB6F16}" destId="{BA006A8B-9059-45B3-B4E0-DB8D1BC4A06B}" srcOrd="0" destOrd="0" presId="urn:microsoft.com/office/officeart/2005/8/layout/hierarchy1"/>
    <dgm:cxn modelId="{A1EC16A7-5737-4AC2-910F-95305F9811EC}" type="presOf" srcId="{F95110E4-C17A-40FD-8068-4556409EE973}" destId="{5948B92B-007E-440C-88A7-22AEC3EF1C91}" srcOrd="0" destOrd="0" presId="urn:microsoft.com/office/officeart/2005/8/layout/hierarchy1"/>
    <dgm:cxn modelId="{1924DABF-8BA5-4947-A56F-48F7E4B796FE}" type="presOf" srcId="{681D69CE-2E2C-4A5B-B210-1FA5F5A63D58}" destId="{18CA162E-711A-4E19-829C-EBC086C1F9CF}" srcOrd="0" destOrd="0" presId="urn:microsoft.com/office/officeart/2005/8/layout/hierarchy1"/>
    <dgm:cxn modelId="{461B17F0-132E-4983-9231-2BA0E2D310F1}" type="presOf" srcId="{2E120361-6E24-438F-A260-710ACBF61900}" destId="{D62ED82D-CBFB-47D1-9F25-6723488E65E9}" srcOrd="0" destOrd="0" presId="urn:microsoft.com/office/officeart/2005/8/layout/hierarchy1"/>
    <dgm:cxn modelId="{9AD0D440-D4B7-4C4A-B974-4B82376D0E5E}" type="presOf" srcId="{4AECB8D2-1940-4CBE-B2E0-1E59C98DC99B}" destId="{334A7014-3343-4D7C-AA59-B9C687E40C3F}" srcOrd="0" destOrd="0" presId="urn:microsoft.com/office/officeart/2005/8/layout/hierarchy1"/>
    <dgm:cxn modelId="{8EAD5E66-EAE4-4985-94FE-6590EE8F73C3}" type="presOf" srcId="{A38C31C0-A231-4C33-BB79-F4530916DEF8}" destId="{96D5A840-AAFC-4FB1-8016-5F3A00334E1D}" srcOrd="0" destOrd="0" presId="urn:microsoft.com/office/officeart/2005/8/layout/hierarchy1"/>
    <dgm:cxn modelId="{03B0D77C-D702-409F-9E03-7141D625542C}" type="presOf" srcId="{657E83CA-975B-4B7D-8641-AB49A0340FBB}" destId="{57E86237-A0E4-462F-A54B-D9E76EA86C92}" srcOrd="0" destOrd="0" presId="urn:microsoft.com/office/officeart/2005/8/layout/hierarchy1"/>
    <dgm:cxn modelId="{127A0B94-AE2D-4F6F-AC73-B2AAF9E6CC34}" type="presOf" srcId="{3F966054-13E3-4045-ACDD-99D0847A70FD}" destId="{E9C3B52A-5FCE-4683-B336-765785E70D09}" srcOrd="0" destOrd="0" presId="urn:microsoft.com/office/officeart/2005/8/layout/hierarchy1"/>
    <dgm:cxn modelId="{E0ACD577-EC22-475A-8E40-A1F216769CF9}" type="presOf" srcId="{BE5FDA55-F4E1-4118-81DB-E5422F8C238B}" destId="{3E8477EF-A6D9-459C-B895-7E63446AC4B3}" srcOrd="0" destOrd="0" presId="urn:microsoft.com/office/officeart/2005/8/layout/hierarchy1"/>
    <dgm:cxn modelId="{727D987D-A270-4FBE-91F6-CEB485A5A4BD}" srcId="{F95110E4-C17A-40FD-8068-4556409EE973}" destId="{681D69CE-2E2C-4A5B-B210-1FA5F5A63D58}" srcOrd="1" destOrd="0" parTransId="{3F966054-13E3-4045-ACDD-99D0847A70FD}" sibTransId="{559F6357-7F37-4024-8E4F-5DA722F481A2}"/>
    <dgm:cxn modelId="{9781E3A8-720E-4A88-978C-CF68DBE525C0}" type="presOf" srcId="{448CFB58-5DCC-45B1-BC38-1A4F259A5505}" destId="{7B791A2A-6CC2-409A-B895-9B1A5A884364}" srcOrd="0" destOrd="0" presId="urn:microsoft.com/office/officeart/2005/8/layout/hierarchy1"/>
    <dgm:cxn modelId="{720C8177-A603-4326-A4F8-E783AC96835A}" type="presOf" srcId="{00E1BE89-FBBA-4B1C-AABC-5FB5E531B996}" destId="{AF59561F-A623-453A-A7F8-423949C5AFB8}" srcOrd="0" destOrd="0" presId="urn:microsoft.com/office/officeart/2005/8/layout/hierarchy1"/>
    <dgm:cxn modelId="{3273A65C-DEB5-4D9F-92B6-567136AAAC79}" srcId="{F95110E4-C17A-40FD-8068-4556409EE973}" destId="{1A15F42C-8862-4CC8-8ACA-8B605BBFA8E0}" srcOrd="0" destOrd="0" parTransId="{3F35F332-B76C-46A7-AE2F-B4628DCDAF14}" sibTransId="{D51466CD-A66F-4E7D-8275-96F19C484FFD}"/>
    <dgm:cxn modelId="{826479CF-80BB-4A5B-B624-93B5C1857482}" srcId="{BE5FDA55-F4E1-4118-81DB-E5422F8C238B}" destId="{448CFB58-5DCC-45B1-BC38-1A4F259A5505}" srcOrd="0" destOrd="0" parTransId="{28C9CAA2-AC3D-4397-AB6E-28D8EE04C7F8}" sibTransId="{0D0BAD9B-3BB7-4417-947B-97B2203DD1D1}"/>
    <dgm:cxn modelId="{C15DE572-E4FE-4BA9-AF8D-988F9DD7EB19}" type="presOf" srcId="{3F35F332-B76C-46A7-AE2F-B4628DCDAF14}" destId="{337393DC-A8C9-4136-8145-E49233B339B3}" srcOrd="0" destOrd="0" presId="urn:microsoft.com/office/officeart/2005/8/layout/hierarchy1"/>
    <dgm:cxn modelId="{816AA0ED-FB1B-41C8-A656-EF1E57974690}" srcId="{681D69CE-2E2C-4A5B-B210-1FA5F5A63D58}" destId="{4AECB8D2-1940-4CBE-B2E0-1E59C98DC99B}" srcOrd="2" destOrd="0" parTransId="{51470725-83CF-4788-90A6-0D8B8A0ECAB9}" sibTransId="{5FE33C27-64E6-4EF6-99F5-46459B3AA240}"/>
    <dgm:cxn modelId="{AB52B311-238F-4946-87F2-DB6722A27938}" srcId="{7A3AA5E2-1AB3-4C3B-9F3E-BCB6D5EB6F16}" destId="{F95110E4-C17A-40FD-8068-4556409EE973}" srcOrd="0" destOrd="0" parTransId="{C1B3221A-D6EB-4D81-8FE7-E0DE5C6697A7}" sibTransId="{0E025A27-54CC-423E-9019-B2DB859F557A}"/>
    <dgm:cxn modelId="{FFCA5E48-B5D0-415F-B460-1E130C3666F9}" type="presOf" srcId="{A423E548-4321-471F-9264-D8A1E010D233}" destId="{E13BC693-8819-4BF3-A65E-4AD231797A45}" srcOrd="0" destOrd="0" presId="urn:microsoft.com/office/officeart/2005/8/layout/hierarchy1"/>
    <dgm:cxn modelId="{11E4FCD1-F364-438B-AC44-827040EEDEB9}" type="presOf" srcId="{51470725-83CF-4788-90A6-0D8B8A0ECAB9}" destId="{86C08150-0C2B-4C9C-B546-FA847311F549}" srcOrd="0" destOrd="0" presId="urn:microsoft.com/office/officeart/2005/8/layout/hierarchy1"/>
    <dgm:cxn modelId="{906CE64D-5F4A-4A4E-9037-74C70E4E6C9A}" srcId="{BE5FDA55-F4E1-4118-81DB-E5422F8C238B}" destId="{A423E548-4321-471F-9264-D8A1E010D233}" srcOrd="1" destOrd="0" parTransId="{5ED05EA3-8A78-4F40-9658-5BE1D2A90986}" sibTransId="{767CFBE0-2A4E-470C-8C84-F6E5806A15E1}"/>
    <dgm:cxn modelId="{0F65C9AC-7052-4784-B9B6-AD2FA9949E88}" type="presOf" srcId="{10466FDF-5569-4313-A63B-874D61406EBF}" destId="{0B763940-8FB9-4547-AE1A-5BB68483571C}" srcOrd="0" destOrd="0" presId="urn:microsoft.com/office/officeart/2005/8/layout/hierarchy1"/>
    <dgm:cxn modelId="{389D6414-A84F-4F5A-B57E-745925A91A00}" type="presOf" srcId="{28C9CAA2-AC3D-4397-AB6E-28D8EE04C7F8}" destId="{38A81DC8-1666-48D3-BDA6-422D5E7E6B8E}" srcOrd="0" destOrd="0" presId="urn:microsoft.com/office/officeart/2005/8/layout/hierarchy1"/>
    <dgm:cxn modelId="{1F60D629-0AB3-434A-81F1-15514BCC2953}" srcId="{BE5FDA55-F4E1-4118-81DB-E5422F8C238B}" destId="{A38C31C0-A231-4C33-BB79-F4530916DEF8}" srcOrd="2" destOrd="0" parTransId="{657E83CA-975B-4B7D-8641-AB49A0340FBB}" sibTransId="{788259FB-7FAF-43C4-A917-EB792731E388}"/>
    <dgm:cxn modelId="{92217AC5-6497-4B29-B499-839984185B61}" type="presOf" srcId="{1A15F42C-8862-4CC8-8ACA-8B605BBFA8E0}" destId="{AED9AE2C-6AFF-49E5-8A7F-08E6D2D45F49}" srcOrd="0" destOrd="0" presId="urn:microsoft.com/office/officeart/2005/8/layout/hierarchy1"/>
    <dgm:cxn modelId="{5865D77B-CA5A-42D9-BFA1-FD5B08200469}" srcId="{681D69CE-2E2C-4A5B-B210-1FA5F5A63D58}" destId="{2E120361-6E24-438F-A260-710ACBF61900}" srcOrd="0" destOrd="0" parTransId="{10466FDF-5569-4313-A63B-874D61406EBF}" sibTransId="{E831C4A0-05D3-4C82-8B52-B07BCD387844}"/>
    <dgm:cxn modelId="{F40453D1-02A6-4A18-B4C9-06521603690E}" type="presOf" srcId="{5ED05EA3-8A78-4F40-9658-5BE1D2A90986}" destId="{50DB7462-D79C-4700-AB9A-9C8169898930}" srcOrd="0" destOrd="0" presId="urn:microsoft.com/office/officeart/2005/8/layout/hierarchy1"/>
    <dgm:cxn modelId="{13A11B16-7DB0-43F3-AF9A-FD84450A729C}" srcId="{681D69CE-2E2C-4A5B-B210-1FA5F5A63D58}" destId="{BE5FDA55-F4E1-4118-81DB-E5422F8C238B}" srcOrd="1" destOrd="0" parTransId="{00E1BE89-FBBA-4B1C-AABC-5FB5E531B996}" sibTransId="{323EFA0A-267C-4957-AD15-768621B0EED0}"/>
    <dgm:cxn modelId="{3FE38870-674B-4E82-AE4C-1A816B90EC2F}" type="presParOf" srcId="{BA006A8B-9059-45B3-B4E0-DB8D1BC4A06B}" destId="{9516693C-AE22-4DE2-AFA9-BE5653977A38}" srcOrd="0" destOrd="0" presId="urn:microsoft.com/office/officeart/2005/8/layout/hierarchy1"/>
    <dgm:cxn modelId="{9A79A34E-A598-4DA5-8281-E3578032E06F}" type="presParOf" srcId="{9516693C-AE22-4DE2-AFA9-BE5653977A38}" destId="{8DE57065-9DBD-4681-A868-F8593C51ED24}" srcOrd="0" destOrd="0" presId="urn:microsoft.com/office/officeart/2005/8/layout/hierarchy1"/>
    <dgm:cxn modelId="{F5D045D2-8525-4022-9000-D9EF90454403}" type="presParOf" srcId="{8DE57065-9DBD-4681-A868-F8593C51ED24}" destId="{31B4EDE2-526A-4702-B378-7EE50382EC1A}" srcOrd="0" destOrd="0" presId="urn:microsoft.com/office/officeart/2005/8/layout/hierarchy1"/>
    <dgm:cxn modelId="{13C0C882-7157-4D05-9DC9-BE3554B2D429}" type="presParOf" srcId="{8DE57065-9DBD-4681-A868-F8593C51ED24}" destId="{5948B92B-007E-440C-88A7-22AEC3EF1C91}" srcOrd="1" destOrd="0" presId="urn:microsoft.com/office/officeart/2005/8/layout/hierarchy1"/>
    <dgm:cxn modelId="{8161B4C0-54BF-47CA-8C19-13DE5AA27581}" type="presParOf" srcId="{9516693C-AE22-4DE2-AFA9-BE5653977A38}" destId="{4654C3E2-FE38-4858-AFC7-D6F90EC9D5FC}" srcOrd="1" destOrd="0" presId="urn:microsoft.com/office/officeart/2005/8/layout/hierarchy1"/>
    <dgm:cxn modelId="{C2B1B5DD-9167-47C5-A416-CAC8A6900A37}" type="presParOf" srcId="{4654C3E2-FE38-4858-AFC7-D6F90EC9D5FC}" destId="{337393DC-A8C9-4136-8145-E49233B339B3}" srcOrd="0" destOrd="0" presId="urn:microsoft.com/office/officeart/2005/8/layout/hierarchy1"/>
    <dgm:cxn modelId="{2246CEB5-D507-41C5-AEF7-6E072FACE7D7}" type="presParOf" srcId="{4654C3E2-FE38-4858-AFC7-D6F90EC9D5FC}" destId="{DA926EBD-93D1-44E5-9B22-C76E0722976A}" srcOrd="1" destOrd="0" presId="urn:microsoft.com/office/officeart/2005/8/layout/hierarchy1"/>
    <dgm:cxn modelId="{AE24B95B-C876-47E7-89E7-0DFC82158D64}" type="presParOf" srcId="{DA926EBD-93D1-44E5-9B22-C76E0722976A}" destId="{8B3B6F40-91B5-46B8-9488-C1B392969E92}" srcOrd="0" destOrd="0" presId="urn:microsoft.com/office/officeart/2005/8/layout/hierarchy1"/>
    <dgm:cxn modelId="{5B1B941A-9BF8-4808-A78B-81C05DB86715}" type="presParOf" srcId="{8B3B6F40-91B5-46B8-9488-C1B392969E92}" destId="{C48BEDFC-0DCC-4C5F-8E15-8037220FC5A3}" srcOrd="0" destOrd="0" presId="urn:microsoft.com/office/officeart/2005/8/layout/hierarchy1"/>
    <dgm:cxn modelId="{43C8AC59-D749-44FE-BA95-80B60C29572A}" type="presParOf" srcId="{8B3B6F40-91B5-46B8-9488-C1B392969E92}" destId="{AED9AE2C-6AFF-49E5-8A7F-08E6D2D45F49}" srcOrd="1" destOrd="0" presId="urn:microsoft.com/office/officeart/2005/8/layout/hierarchy1"/>
    <dgm:cxn modelId="{2831D22D-3C7F-4662-89F5-60A2F217A575}" type="presParOf" srcId="{DA926EBD-93D1-44E5-9B22-C76E0722976A}" destId="{9272C778-F3AD-4D0E-A7AC-F15A41439369}" srcOrd="1" destOrd="0" presId="urn:microsoft.com/office/officeart/2005/8/layout/hierarchy1"/>
    <dgm:cxn modelId="{0CAC5FCF-56E5-4AF5-B0F1-2951EC292048}" type="presParOf" srcId="{4654C3E2-FE38-4858-AFC7-D6F90EC9D5FC}" destId="{E9C3B52A-5FCE-4683-B336-765785E70D09}" srcOrd="2" destOrd="0" presId="urn:microsoft.com/office/officeart/2005/8/layout/hierarchy1"/>
    <dgm:cxn modelId="{CFFB96CB-783E-43E1-ADED-C4904A942445}" type="presParOf" srcId="{4654C3E2-FE38-4858-AFC7-D6F90EC9D5FC}" destId="{D558A75D-35D3-4CA3-809E-91580BBEE14A}" srcOrd="3" destOrd="0" presId="urn:microsoft.com/office/officeart/2005/8/layout/hierarchy1"/>
    <dgm:cxn modelId="{DF819068-F742-4DBA-9870-31D07C6F6A51}" type="presParOf" srcId="{D558A75D-35D3-4CA3-809E-91580BBEE14A}" destId="{C66CEF41-3FF3-4C79-A759-270CF4034EF3}" srcOrd="0" destOrd="0" presId="urn:microsoft.com/office/officeart/2005/8/layout/hierarchy1"/>
    <dgm:cxn modelId="{F8FC6461-EBE7-4872-A1E0-605E73399A38}" type="presParOf" srcId="{C66CEF41-3FF3-4C79-A759-270CF4034EF3}" destId="{977EDC14-29B9-4BA1-9E6F-5B90D3E66C38}" srcOrd="0" destOrd="0" presId="urn:microsoft.com/office/officeart/2005/8/layout/hierarchy1"/>
    <dgm:cxn modelId="{B2DDCE19-491F-4886-ACB0-7B632CE19C3D}" type="presParOf" srcId="{C66CEF41-3FF3-4C79-A759-270CF4034EF3}" destId="{18CA162E-711A-4E19-829C-EBC086C1F9CF}" srcOrd="1" destOrd="0" presId="urn:microsoft.com/office/officeart/2005/8/layout/hierarchy1"/>
    <dgm:cxn modelId="{73D9DA67-2366-423A-8EF4-C409F56027FE}" type="presParOf" srcId="{D558A75D-35D3-4CA3-809E-91580BBEE14A}" destId="{ACA0B636-8F97-42D1-B571-CCD3805A21C4}" srcOrd="1" destOrd="0" presId="urn:microsoft.com/office/officeart/2005/8/layout/hierarchy1"/>
    <dgm:cxn modelId="{DCA6C504-55AE-4F08-AA25-F4739121DD1C}" type="presParOf" srcId="{ACA0B636-8F97-42D1-B571-CCD3805A21C4}" destId="{0B763940-8FB9-4547-AE1A-5BB68483571C}" srcOrd="0" destOrd="0" presId="urn:microsoft.com/office/officeart/2005/8/layout/hierarchy1"/>
    <dgm:cxn modelId="{CCCC783A-C81E-4CD6-BC9B-90755EA84DE5}" type="presParOf" srcId="{ACA0B636-8F97-42D1-B571-CCD3805A21C4}" destId="{2EA4349F-3ED6-40C5-BA93-3A3AFCD7BC49}" srcOrd="1" destOrd="0" presId="urn:microsoft.com/office/officeart/2005/8/layout/hierarchy1"/>
    <dgm:cxn modelId="{E96941B3-7246-4DF0-B4E6-73C99FABF181}" type="presParOf" srcId="{2EA4349F-3ED6-40C5-BA93-3A3AFCD7BC49}" destId="{8C247FA2-F258-4EFF-84E8-9596FF44F950}" srcOrd="0" destOrd="0" presId="urn:microsoft.com/office/officeart/2005/8/layout/hierarchy1"/>
    <dgm:cxn modelId="{74F8BE2E-780E-4416-9A06-286D4F223D53}" type="presParOf" srcId="{8C247FA2-F258-4EFF-84E8-9596FF44F950}" destId="{1465461F-875E-4486-8F47-D740D0BFF833}" srcOrd="0" destOrd="0" presId="urn:microsoft.com/office/officeart/2005/8/layout/hierarchy1"/>
    <dgm:cxn modelId="{AE632D01-2844-4AC2-A121-05FA61D5DB9B}" type="presParOf" srcId="{8C247FA2-F258-4EFF-84E8-9596FF44F950}" destId="{D62ED82D-CBFB-47D1-9F25-6723488E65E9}" srcOrd="1" destOrd="0" presId="urn:microsoft.com/office/officeart/2005/8/layout/hierarchy1"/>
    <dgm:cxn modelId="{5BAF668D-7EFF-4D50-9722-23C22ACF8FE0}" type="presParOf" srcId="{2EA4349F-3ED6-40C5-BA93-3A3AFCD7BC49}" destId="{D4FB7A97-5FCB-4BDA-960D-0DBD360143E3}" srcOrd="1" destOrd="0" presId="urn:microsoft.com/office/officeart/2005/8/layout/hierarchy1"/>
    <dgm:cxn modelId="{3A1B743F-200D-43CD-8C0F-AA3D11A26B2F}" type="presParOf" srcId="{ACA0B636-8F97-42D1-B571-CCD3805A21C4}" destId="{AF59561F-A623-453A-A7F8-423949C5AFB8}" srcOrd="2" destOrd="0" presId="urn:microsoft.com/office/officeart/2005/8/layout/hierarchy1"/>
    <dgm:cxn modelId="{61DFC44A-27A4-47AE-BDF1-FE3E51544AE0}" type="presParOf" srcId="{ACA0B636-8F97-42D1-B571-CCD3805A21C4}" destId="{7DC625E7-E82E-45B0-8D94-41A23904B250}" srcOrd="3" destOrd="0" presId="urn:microsoft.com/office/officeart/2005/8/layout/hierarchy1"/>
    <dgm:cxn modelId="{4E3FE9F6-81D7-4EBB-BC91-42E78D247760}" type="presParOf" srcId="{7DC625E7-E82E-45B0-8D94-41A23904B250}" destId="{34E31F82-075E-4BB1-85D6-E99414621ED0}" srcOrd="0" destOrd="0" presId="urn:microsoft.com/office/officeart/2005/8/layout/hierarchy1"/>
    <dgm:cxn modelId="{E18F3F1B-87FC-4242-96B4-03C79CD12D7F}" type="presParOf" srcId="{34E31F82-075E-4BB1-85D6-E99414621ED0}" destId="{9AFD049F-5287-4D40-98D4-42B01C9BFA5A}" srcOrd="0" destOrd="0" presId="urn:microsoft.com/office/officeart/2005/8/layout/hierarchy1"/>
    <dgm:cxn modelId="{A1326AB1-8B22-4AB9-9565-ABDD38A5B88F}" type="presParOf" srcId="{34E31F82-075E-4BB1-85D6-E99414621ED0}" destId="{3E8477EF-A6D9-459C-B895-7E63446AC4B3}" srcOrd="1" destOrd="0" presId="urn:microsoft.com/office/officeart/2005/8/layout/hierarchy1"/>
    <dgm:cxn modelId="{6959072C-4351-46DE-B925-B5314B7220A5}" type="presParOf" srcId="{7DC625E7-E82E-45B0-8D94-41A23904B250}" destId="{D5F03DE7-3E3F-4667-8318-3B70CC8101B7}" srcOrd="1" destOrd="0" presId="urn:microsoft.com/office/officeart/2005/8/layout/hierarchy1"/>
    <dgm:cxn modelId="{FE7B61E8-3762-4BAE-840C-2C8CF511D761}" type="presParOf" srcId="{D5F03DE7-3E3F-4667-8318-3B70CC8101B7}" destId="{38A81DC8-1666-48D3-BDA6-422D5E7E6B8E}" srcOrd="0" destOrd="0" presId="urn:microsoft.com/office/officeart/2005/8/layout/hierarchy1"/>
    <dgm:cxn modelId="{79897EE1-7276-43B0-8A8A-125230F4384E}" type="presParOf" srcId="{D5F03DE7-3E3F-4667-8318-3B70CC8101B7}" destId="{8EE27556-3308-465E-AEC9-AE29550FE8B7}" srcOrd="1" destOrd="0" presId="urn:microsoft.com/office/officeart/2005/8/layout/hierarchy1"/>
    <dgm:cxn modelId="{12AD93A9-82B6-4B67-8307-3A53624BE99E}" type="presParOf" srcId="{8EE27556-3308-465E-AEC9-AE29550FE8B7}" destId="{D700495F-4AC3-4AC7-9AC8-C0D3C08DF999}" srcOrd="0" destOrd="0" presId="urn:microsoft.com/office/officeart/2005/8/layout/hierarchy1"/>
    <dgm:cxn modelId="{5501B921-21D9-4C6D-871C-FAF9ABA88101}" type="presParOf" srcId="{D700495F-4AC3-4AC7-9AC8-C0D3C08DF999}" destId="{8E76DD3E-7B08-49AC-839E-12D8AD2BF1AF}" srcOrd="0" destOrd="0" presId="urn:microsoft.com/office/officeart/2005/8/layout/hierarchy1"/>
    <dgm:cxn modelId="{91DE73B7-AB7D-4F07-BB56-746FF3E16A95}" type="presParOf" srcId="{D700495F-4AC3-4AC7-9AC8-C0D3C08DF999}" destId="{7B791A2A-6CC2-409A-B895-9B1A5A884364}" srcOrd="1" destOrd="0" presId="urn:microsoft.com/office/officeart/2005/8/layout/hierarchy1"/>
    <dgm:cxn modelId="{E72F95E3-9EF9-4AD6-9E96-4E2AA190E5E3}" type="presParOf" srcId="{8EE27556-3308-465E-AEC9-AE29550FE8B7}" destId="{4B17A356-55B0-413A-B03F-4A7798E19EC0}" srcOrd="1" destOrd="0" presId="urn:microsoft.com/office/officeart/2005/8/layout/hierarchy1"/>
    <dgm:cxn modelId="{2495FAD2-4444-4EE1-BC38-32ABDA297ACC}" type="presParOf" srcId="{D5F03DE7-3E3F-4667-8318-3B70CC8101B7}" destId="{50DB7462-D79C-4700-AB9A-9C8169898930}" srcOrd="2" destOrd="0" presId="urn:microsoft.com/office/officeart/2005/8/layout/hierarchy1"/>
    <dgm:cxn modelId="{4149C34D-AD68-495A-AAC2-834623CF1218}" type="presParOf" srcId="{D5F03DE7-3E3F-4667-8318-3B70CC8101B7}" destId="{2487CFA5-01FC-4B8B-BED1-5EC116666D08}" srcOrd="3" destOrd="0" presId="urn:microsoft.com/office/officeart/2005/8/layout/hierarchy1"/>
    <dgm:cxn modelId="{6B417F6C-6251-465F-86E5-1112E0754436}" type="presParOf" srcId="{2487CFA5-01FC-4B8B-BED1-5EC116666D08}" destId="{74C3D29F-370C-408E-86FD-51D0BCD51AEF}" srcOrd="0" destOrd="0" presId="urn:microsoft.com/office/officeart/2005/8/layout/hierarchy1"/>
    <dgm:cxn modelId="{DC9AC4E3-B259-450E-817E-2B27A3C561E8}" type="presParOf" srcId="{74C3D29F-370C-408E-86FD-51D0BCD51AEF}" destId="{1A945DA0-B910-40F0-B697-61092908CA37}" srcOrd="0" destOrd="0" presId="urn:microsoft.com/office/officeart/2005/8/layout/hierarchy1"/>
    <dgm:cxn modelId="{49DF15EE-99AA-4D4C-88AF-8A87BE0538BF}" type="presParOf" srcId="{74C3D29F-370C-408E-86FD-51D0BCD51AEF}" destId="{E13BC693-8819-4BF3-A65E-4AD231797A45}" srcOrd="1" destOrd="0" presId="urn:microsoft.com/office/officeart/2005/8/layout/hierarchy1"/>
    <dgm:cxn modelId="{F82EFB13-EDFB-4573-9779-90C1FDC0D653}" type="presParOf" srcId="{2487CFA5-01FC-4B8B-BED1-5EC116666D08}" destId="{46DA0B18-37AE-4694-A1A5-56F242A10E31}" srcOrd="1" destOrd="0" presId="urn:microsoft.com/office/officeart/2005/8/layout/hierarchy1"/>
    <dgm:cxn modelId="{605711FD-F16C-4200-8C1E-52BA7D5DDD7F}" type="presParOf" srcId="{D5F03DE7-3E3F-4667-8318-3B70CC8101B7}" destId="{57E86237-A0E4-462F-A54B-D9E76EA86C92}" srcOrd="4" destOrd="0" presId="urn:microsoft.com/office/officeart/2005/8/layout/hierarchy1"/>
    <dgm:cxn modelId="{12A1D4B1-C29F-44A1-95D7-A8DFBC1BD1FE}" type="presParOf" srcId="{D5F03DE7-3E3F-4667-8318-3B70CC8101B7}" destId="{84EE8667-89FF-439B-8E56-C42537A3E81F}" srcOrd="5" destOrd="0" presId="urn:microsoft.com/office/officeart/2005/8/layout/hierarchy1"/>
    <dgm:cxn modelId="{B59256C7-064A-4802-8477-67A355C046C1}" type="presParOf" srcId="{84EE8667-89FF-439B-8E56-C42537A3E81F}" destId="{7368C44A-0BDB-4379-A7F7-3C15D9830B08}" srcOrd="0" destOrd="0" presId="urn:microsoft.com/office/officeart/2005/8/layout/hierarchy1"/>
    <dgm:cxn modelId="{B4CA3F33-ED13-41D5-90F3-D07BC1E1FE39}" type="presParOf" srcId="{7368C44A-0BDB-4379-A7F7-3C15D9830B08}" destId="{AECBE646-376E-4FFC-9D48-DDE97517B219}" srcOrd="0" destOrd="0" presId="urn:microsoft.com/office/officeart/2005/8/layout/hierarchy1"/>
    <dgm:cxn modelId="{DC8FCB07-ACCF-4F1E-9434-E1C8DC93A369}" type="presParOf" srcId="{7368C44A-0BDB-4379-A7F7-3C15D9830B08}" destId="{96D5A840-AAFC-4FB1-8016-5F3A00334E1D}" srcOrd="1" destOrd="0" presId="urn:microsoft.com/office/officeart/2005/8/layout/hierarchy1"/>
    <dgm:cxn modelId="{705406CC-B2D0-4ABC-A670-EEE901092C3B}" type="presParOf" srcId="{84EE8667-89FF-439B-8E56-C42537A3E81F}" destId="{FD078E4C-09B8-4E7C-95CD-C03890471D86}" srcOrd="1" destOrd="0" presId="urn:microsoft.com/office/officeart/2005/8/layout/hierarchy1"/>
    <dgm:cxn modelId="{8355263A-E128-4FB8-B007-74F77F6D8D33}" type="presParOf" srcId="{ACA0B636-8F97-42D1-B571-CCD3805A21C4}" destId="{86C08150-0C2B-4C9C-B546-FA847311F549}" srcOrd="4" destOrd="0" presId="urn:microsoft.com/office/officeart/2005/8/layout/hierarchy1"/>
    <dgm:cxn modelId="{33AE5B0A-B41B-4D3A-A3FD-A0C068EF21EF}" type="presParOf" srcId="{ACA0B636-8F97-42D1-B571-CCD3805A21C4}" destId="{D988B8FB-78EF-4763-B879-BF3C4CB09EDF}" srcOrd="5" destOrd="0" presId="urn:microsoft.com/office/officeart/2005/8/layout/hierarchy1"/>
    <dgm:cxn modelId="{B5F817F8-0A3D-41DD-8D2F-3BAC2AAE5160}" type="presParOf" srcId="{D988B8FB-78EF-4763-B879-BF3C4CB09EDF}" destId="{C857029F-9033-4AEA-9619-E1E2AD38D53C}" srcOrd="0" destOrd="0" presId="urn:microsoft.com/office/officeart/2005/8/layout/hierarchy1"/>
    <dgm:cxn modelId="{5FB4CEA7-4002-4DFB-B4B1-77293D259E77}" type="presParOf" srcId="{C857029F-9033-4AEA-9619-E1E2AD38D53C}" destId="{BAFC4043-B17C-49F8-91FF-8A57F62CAFAE}" srcOrd="0" destOrd="0" presId="urn:microsoft.com/office/officeart/2005/8/layout/hierarchy1"/>
    <dgm:cxn modelId="{376E51F9-C521-44A0-BDB9-27A2E9E1767A}" type="presParOf" srcId="{C857029F-9033-4AEA-9619-E1E2AD38D53C}" destId="{334A7014-3343-4D7C-AA59-B9C687E40C3F}" srcOrd="1" destOrd="0" presId="urn:microsoft.com/office/officeart/2005/8/layout/hierarchy1"/>
    <dgm:cxn modelId="{E09E25CF-D468-4562-BB56-DDC6047D5377}" type="presParOf" srcId="{D988B8FB-78EF-4763-B879-BF3C4CB09EDF}" destId="{370C8861-4161-4937-BE62-FE6A710C33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B4AF4BE-CE29-4B46-859B-187AFD9064EA}" type="doc">
      <dgm:prSet loTypeId="urn:microsoft.com/office/officeart/2005/8/layout/arrow6" loCatId="relationship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4D7A5BE0-367E-411F-9395-1A7A32D1C333}">
      <dgm:prSet phldrT="[Текст]"/>
      <dgm:spPr/>
      <dgm:t>
        <a:bodyPr/>
        <a:lstStyle/>
        <a:p>
          <a:r>
            <a:rPr lang="ru-RU" dirty="0" smtClean="0"/>
            <a:t>Анализ Требований стоит в начале цепочки работ разработки Автоматизированных Информационных Систем, результаты Анализа Требований во многом определяют успех проекта</a:t>
          </a:r>
          <a:endParaRPr lang="ru-RU" dirty="0"/>
        </a:p>
      </dgm:t>
    </dgm:pt>
    <dgm:pt modelId="{5594AC03-2D9A-453D-968A-385CD76BA455}" type="parTrans" cxnId="{CCE245B8-FC30-425F-9F2A-29384484D73C}">
      <dgm:prSet/>
      <dgm:spPr/>
      <dgm:t>
        <a:bodyPr/>
        <a:lstStyle/>
        <a:p>
          <a:endParaRPr lang="ru-RU"/>
        </a:p>
      </dgm:t>
    </dgm:pt>
    <dgm:pt modelId="{E3094E22-DF6F-490D-A16A-9E259A92A7C5}" type="sibTrans" cxnId="{CCE245B8-FC30-425F-9F2A-29384484D73C}">
      <dgm:prSet/>
      <dgm:spPr/>
      <dgm:t>
        <a:bodyPr/>
        <a:lstStyle/>
        <a:p>
          <a:endParaRPr lang="ru-RU"/>
        </a:p>
      </dgm:t>
    </dgm:pt>
    <dgm:pt modelId="{A1785E58-36CD-46A9-B387-8182B1D2564E}">
      <dgm:prSet/>
      <dgm:spPr/>
      <dgm:t>
        <a:bodyPr/>
        <a:lstStyle/>
        <a:p>
          <a:r>
            <a:rPr lang="ru-RU" dirty="0" smtClean="0"/>
            <a:t>Роль работ, связанных вязанные с бизнес-анализом и бизнес-моделированием не столь очевидна и принимается далеко не всеми методологиями</a:t>
          </a:r>
          <a:endParaRPr lang="ru-RU" dirty="0"/>
        </a:p>
      </dgm:t>
    </dgm:pt>
    <dgm:pt modelId="{65C1CCCF-7C9A-4D89-9288-BC3EBCAF9F79}" type="parTrans" cxnId="{CDB05BEE-7821-403F-80A6-199C4AF64BF7}">
      <dgm:prSet/>
      <dgm:spPr/>
      <dgm:t>
        <a:bodyPr/>
        <a:lstStyle/>
        <a:p>
          <a:endParaRPr lang="ru-RU"/>
        </a:p>
      </dgm:t>
    </dgm:pt>
    <dgm:pt modelId="{3B78843C-4F92-47BD-8D0E-8C53614C8ECF}" type="sibTrans" cxnId="{CDB05BEE-7821-403F-80A6-199C4AF64BF7}">
      <dgm:prSet/>
      <dgm:spPr/>
      <dgm:t>
        <a:bodyPr/>
        <a:lstStyle/>
        <a:p>
          <a:endParaRPr lang="ru-RU"/>
        </a:p>
      </dgm:t>
    </dgm:pt>
    <dgm:pt modelId="{E25883AC-4AB8-4153-B84E-541A90ED7041}" type="pres">
      <dgm:prSet presAssocID="{4B4AF4BE-CE29-4B46-859B-187AFD9064EA}" presName="compositeShape" presStyleCnt="0">
        <dgm:presLayoutVars>
          <dgm:chMax val="2"/>
          <dgm:dir/>
          <dgm:resizeHandles val="exact"/>
        </dgm:presLayoutVars>
      </dgm:prSet>
      <dgm:spPr/>
    </dgm:pt>
    <dgm:pt modelId="{E895881E-999B-45F3-8097-FD0E5C8A8A58}" type="pres">
      <dgm:prSet presAssocID="{4B4AF4BE-CE29-4B46-859B-187AFD9064EA}" presName="ribbon" presStyleLbl="node1" presStyleIdx="0" presStyleCnt="1" custScaleY="128274"/>
      <dgm:spPr/>
    </dgm:pt>
    <dgm:pt modelId="{AEBC52FB-90F2-4207-841B-2FC5F801AF58}" type="pres">
      <dgm:prSet presAssocID="{4B4AF4BE-CE29-4B46-859B-187AFD9064E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E80D4DC-938D-44F1-9593-D0E281FF01E8}" type="pres">
      <dgm:prSet presAssocID="{4B4AF4BE-CE29-4B46-859B-187AFD9064EA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178CBBA-D02B-4FA7-8571-0A72B01CDFF1}" type="presOf" srcId="{4B4AF4BE-CE29-4B46-859B-187AFD9064EA}" destId="{E25883AC-4AB8-4153-B84E-541A90ED7041}" srcOrd="0" destOrd="0" presId="urn:microsoft.com/office/officeart/2005/8/layout/arrow6"/>
    <dgm:cxn modelId="{CE9FE33D-C1DE-4AED-8479-8F8D218A75B4}" type="presOf" srcId="{4D7A5BE0-367E-411F-9395-1A7A32D1C333}" destId="{AEBC52FB-90F2-4207-841B-2FC5F801AF58}" srcOrd="0" destOrd="0" presId="urn:microsoft.com/office/officeart/2005/8/layout/arrow6"/>
    <dgm:cxn modelId="{CCE245B8-FC30-425F-9F2A-29384484D73C}" srcId="{4B4AF4BE-CE29-4B46-859B-187AFD9064EA}" destId="{4D7A5BE0-367E-411F-9395-1A7A32D1C333}" srcOrd="0" destOrd="0" parTransId="{5594AC03-2D9A-453D-968A-385CD76BA455}" sibTransId="{E3094E22-DF6F-490D-A16A-9E259A92A7C5}"/>
    <dgm:cxn modelId="{624593CA-0EFE-4AA1-BC08-1429574003C0}" type="presOf" srcId="{A1785E58-36CD-46A9-B387-8182B1D2564E}" destId="{5E80D4DC-938D-44F1-9593-D0E281FF01E8}" srcOrd="0" destOrd="0" presId="urn:microsoft.com/office/officeart/2005/8/layout/arrow6"/>
    <dgm:cxn modelId="{CDB05BEE-7821-403F-80A6-199C4AF64BF7}" srcId="{4B4AF4BE-CE29-4B46-859B-187AFD9064EA}" destId="{A1785E58-36CD-46A9-B387-8182B1D2564E}" srcOrd="1" destOrd="0" parTransId="{65C1CCCF-7C9A-4D89-9288-BC3EBCAF9F79}" sibTransId="{3B78843C-4F92-47BD-8D0E-8C53614C8ECF}"/>
    <dgm:cxn modelId="{D268D696-F1A5-4308-A67E-92DBB54BD921}" type="presParOf" srcId="{E25883AC-4AB8-4153-B84E-541A90ED7041}" destId="{E895881E-999B-45F3-8097-FD0E5C8A8A58}" srcOrd="0" destOrd="0" presId="urn:microsoft.com/office/officeart/2005/8/layout/arrow6"/>
    <dgm:cxn modelId="{FCA278A7-D2C0-4F17-A2A2-B12369AA7D40}" type="presParOf" srcId="{E25883AC-4AB8-4153-B84E-541A90ED7041}" destId="{AEBC52FB-90F2-4207-841B-2FC5F801AF58}" srcOrd="1" destOrd="0" presId="urn:microsoft.com/office/officeart/2005/8/layout/arrow6"/>
    <dgm:cxn modelId="{AE265387-6642-4D1F-B617-BF6B1D31B0EE}" type="presParOf" srcId="{E25883AC-4AB8-4153-B84E-541A90ED7041}" destId="{5E80D4DC-938D-44F1-9593-D0E281FF01E8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8445ECF-E930-48CF-B85A-DA13B8B638F4}" type="doc">
      <dgm:prSet loTypeId="urn:microsoft.com/office/officeart/2008/layout/RadialCluster" loCatId="relationship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ru-RU"/>
        </a:p>
      </dgm:t>
    </dgm:pt>
    <dgm:pt modelId="{C3F442A5-8B9A-4CDF-AAD1-80D96925BA81}">
      <dgm:prSet phldrT="[Текст]"/>
      <dgm:spPr/>
      <dgm:t>
        <a:bodyPr/>
        <a:lstStyle/>
        <a:p>
          <a:r>
            <a:rPr lang="ru-RU" dirty="0" smtClean="0"/>
            <a:t>Анализируя модель проблемной области, в ней можно вычленить</a:t>
          </a:r>
          <a:endParaRPr lang="ru-RU" dirty="0"/>
        </a:p>
      </dgm:t>
    </dgm:pt>
    <dgm:pt modelId="{F516E275-1781-4752-A4E6-5C44DF0E8009}" type="parTrans" cxnId="{63B66FEB-B9EC-40FD-96B5-A46C1CF4BC09}">
      <dgm:prSet/>
      <dgm:spPr/>
      <dgm:t>
        <a:bodyPr/>
        <a:lstStyle/>
        <a:p>
          <a:endParaRPr lang="ru-RU"/>
        </a:p>
      </dgm:t>
    </dgm:pt>
    <dgm:pt modelId="{DAEEDCEF-0A3F-4D7F-A610-4A90FA6D1340}" type="sibTrans" cxnId="{63B66FEB-B9EC-40FD-96B5-A46C1CF4BC09}">
      <dgm:prSet/>
      <dgm:spPr/>
      <dgm:t>
        <a:bodyPr/>
        <a:lstStyle/>
        <a:p>
          <a:endParaRPr lang="ru-RU"/>
        </a:p>
      </dgm:t>
    </dgm:pt>
    <dgm:pt modelId="{5DB5E9EC-3837-47BC-9240-F10B02151BA4}">
      <dgm:prSet phldrT="[Текст]"/>
      <dgm:spPr/>
      <dgm:t>
        <a:bodyPr/>
        <a:lstStyle/>
        <a:p>
          <a:r>
            <a:rPr lang="ru-RU" dirty="0" smtClean="0"/>
            <a:t>с одной стороны, задачи и функции, реализуемые внутри ОС и функции коммуникации ОС и среды</a:t>
          </a:r>
          <a:endParaRPr lang="ru-RU" dirty="0"/>
        </a:p>
      </dgm:t>
    </dgm:pt>
    <dgm:pt modelId="{228A5651-288C-4ADB-BC6A-994F277829C8}" type="parTrans" cxnId="{1420618C-B80B-4F20-B42D-0072994130FB}">
      <dgm:prSet/>
      <dgm:spPr/>
      <dgm:t>
        <a:bodyPr/>
        <a:lstStyle/>
        <a:p>
          <a:endParaRPr lang="ru-RU"/>
        </a:p>
      </dgm:t>
    </dgm:pt>
    <dgm:pt modelId="{D6F39369-F9C1-48DF-ACDE-D4C3FA982644}" type="sibTrans" cxnId="{1420618C-B80B-4F20-B42D-0072994130FB}">
      <dgm:prSet/>
      <dgm:spPr/>
      <dgm:t>
        <a:bodyPr/>
        <a:lstStyle/>
        <a:p>
          <a:endParaRPr lang="ru-RU"/>
        </a:p>
      </dgm:t>
    </dgm:pt>
    <dgm:pt modelId="{666213E4-F059-45C0-B361-97ABD06C8E21}">
      <dgm:prSet phldrT="[Текст]"/>
      <dgm:spPr/>
      <dgm:t>
        <a:bodyPr/>
        <a:lstStyle/>
        <a:p>
          <a:r>
            <a:rPr lang="ru-RU" dirty="0" smtClean="0"/>
            <a:t>с другой - устройство предметной области (в начале - на уровне концептуальной модели)</a:t>
          </a:r>
          <a:endParaRPr lang="ru-RU" dirty="0"/>
        </a:p>
      </dgm:t>
    </dgm:pt>
    <dgm:pt modelId="{8AF867E6-7D01-4E94-A740-78578EE7BEB7}" type="parTrans" cxnId="{57639398-90AC-408F-8B10-C67C24D3D599}">
      <dgm:prSet/>
      <dgm:spPr/>
      <dgm:t>
        <a:bodyPr/>
        <a:lstStyle/>
        <a:p>
          <a:endParaRPr lang="ru-RU"/>
        </a:p>
      </dgm:t>
    </dgm:pt>
    <dgm:pt modelId="{C9C95D9E-9DF4-4C61-8E8C-2CE526784CBD}" type="sibTrans" cxnId="{57639398-90AC-408F-8B10-C67C24D3D599}">
      <dgm:prSet/>
      <dgm:spPr/>
      <dgm:t>
        <a:bodyPr/>
        <a:lstStyle/>
        <a:p>
          <a:endParaRPr lang="ru-RU"/>
        </a:p>
      </dgm:t>
    </dgm:pt>
    <dgm:pt modelId="{3EEEEA11-71B7-43A9-ADEA-B6B7A05B145C}">
      <dgm:prSet phldrT="[Текст]"/>
      <dgm:spPr/>
      <dgm:t>
        <a:bodyPr/>
        <a:lstStyle/>
        <a:p>
          <a:r>
            <a:rPr lang="ru-RU" dirty="0" smtClean="0"/>
            <a:t>с третьей - требования к информации и ее обработке</a:t>
          </a:r>
          <a:endParaRPr lang="ru-RU" dirty="0"/>
        </a:p>
      </dgm:t>
    </dgm:pt>
    <dgm:pt modelId="{0217A311-91D2-4ED0-B12B-E390677A1A3A}" type="parTrans" cxnId="{2ECBC408-02E8-4803-BEE1-9A814AB02338}">
      <dgm:prSet/>
      <dgm:spPr/>
      <dgm:t>
        <a:bodyPr/>
        <a:lstStyle/>
        <a:p>
          <a:endParaRPr lang="ru-RU"/>
        </a:p>
      </dgm:t>
    </dgm:pt>
    <dgm:pt modelId="{719382CB-EE52-412A-88BD-7F6B39A15C1E}" type="sibTrans" cxnId="{2ECBC408-02E8-4803-BEE1-9A814AB02338}">
      <dgm:prSet/>
      <dgm:spPr/>
      <dgm:t>
        <a:bodyPr/>
        <a:lstStyle/>
        <a:p>
          <a:endParaRPr lang="ru-RU"/>
        </a:p>
      </dgm:t>
    </dgm:pt>
    <dgm:pt modelId="{21A82057-C65E-46D0-ADE8-08285EE89836}" type="pres">
      <dgm:prSet presAssocID="{A8445ECF-E930-48CF-B85A-DA13B8B638F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CDA1D70-A7A7-46D9-B246-7C48BC71F46B}" type="pres">
      <dgm:prSet presAssocID="{C3F442A5-8B9A-4CDF-AAD1-80D96925BA81}" presName="singleCycle" presStyleCnt="0"/>
      <dgm:spPr/>
    </dgm:pt>
    <dgm:pt modelId="{8963C02E-0094-4741-866E-2735B35BAC84}" type="pres">
      <dgm:prSet presAssocID="{C3F442A5-8B9A-4CDF-AAD1-80D96925BA81}" presName="singleCenter" presStyleLbl="node1" presStyleIdx="0" presStyleCnt="4" custScaleX="150857" custScaleY="133911" custLinFactNeighborY="-10520">
        <dgm:presLayoutVars>
          <dgm:chMax val="7"/>
          <dgm:chPref val="7"/>
        </dgm:presLayoutVars>
      </dgm:prSet>
      <dgm:spPr/>
      <dgm:t>
        <a:bodyPr/>
        <a:lstStyle/>
        <a:p>
          <a:endParaRPr lang="ru-RU"/>
        </a:p>
      </dgm:t>
    </dgm:pt>
    <dgm:pt modelId="{D89BD8D9-48EA-4CC8-B970-F400B0AC0D9B}" type="pres">
      <dgm:prSet presAssocID="{228A5651-288C-4ADB-BC6A-994F277829C8}" presName="Name56" presStyleLbl="parChTrans1D2" presStyleIdx="0" presStyleCnt="3"/>
      <dgm:spPr/>
    </dgm:pt>
    <dgm:pt modelId="{97B61A0C-0F36-44B9-B307-164A8C3C3E6F}" type="pres">
      <dgm:prSet presAssocID="{5DB5E9EC-3837-47BC-9240-F10B02151BA4}" presName="text0" presStyleLbl="node1" presStyleIdx="1" presStyleCnt="4" custScaleX="4356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BBBA50-AC2D-427B-929E-1501DA0B0757}" type="pres">
      <dgm:prSet presAssocID="{8AF867E6-7D01-4E94-A740-78578EE7BEB7}" presName="Name56" presStyleLbl="parChTrans1D2" presStyleIdx="1" presStyleCnt="3"/>
      <dgm:spPr/>
    </dgm:pt>
    <dgm:pt modelId="{7D269683-EDB1-4F87-AA6D-C44510C1108E}" type="pres">
      <dgm:prSet presAssocID="{666213E4-F059-45C0-B361-97ABD06C8E21}" presName="text0" presStyleLbl="node1" presStyleIdx="2" presStyleCnt="4" custScaleX="3562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C4D810-3ADF-4604-AE5F-3FEA9787A464}" type="pres">
      <dgm:prSet presAssocID="{0217A311-91D2-4ED0-B12B-E390677A1A3A}" presName="Name56" presStyleLbl="parChTrans1D2" presStyleIdx="2" presStyleCnt="3"/>
      <dgm:spPr/>
    </dgm:pt>
    <dgm:pt modelId="{7FD55537-B95F-4026-B154-67659B5445FD}" type="pres">
      <dgm:prSet presAssocID="{3EEEEA11-71B7-43A9-ADEA-B6B7A05B145C}" presName="text0" presStyleLbl="node1" presStyleIdx="3" presStyleCnt="4" custScaleX="3562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3B66FEB-B9EC-40FD-96B5-A46C1CF4BC09}" srcId="{A8445ECF-E930-48CF-B85A-DA13B8B638F4}" destId="{C3F442A5-8B9A-4CDF-AAD1-80D96925BA81}" srcOrd="0" destOrd="0" parTransId="{F516E275-1781-4752-A4E6-5C44DF0E8009}" sibTransId="{DAEEDCEF-0A3F-4D7F-A610-4A90FA6D1340}"/>
    <dgm:cxn modelId="{38DD10A8-46AF-4106-ADB3-C37F9640C7C2}" type="presOf" srcId="{A8445ECF-E930-48CF-B85A-DA13B8B638F4}" destId="{21A82057-C65E-46D0-ADE8-08285EE89836}" srcOrd="0" destOrd="0" presId="urn:microsoft.com/office/officeart/2008/layout/RadialCluster"/>
    <dgm:cxn modelId="{2ECBC408-02E8-4803-BEE1-9A814AB02338}" srcId="{C3F442A5-8B9A-4CDF-AAD1-80D96925BA81}" destId="{3EEEEA11-71B7-43A9-ADEA-B6B7A05B145C}" srcOrd="2" destOrd="0" parTransId="{0217A311-91D2-4ED0-B12B-E390677A1A3A}" sibTransId="{719382CB-EE52-412A-88BD-7F6B39A15C1E}"/>
    <dgm:cxn modelId="{57639398-90AC-408F-8B10-C67C24D3D599}" srcId="{C3F442A5-8B9A-4CDF-AAD1-80D96925BA81}" destId="{666213E4-F059-45C0-B361-97ABD06C8E21}" srcOrd="1" destOrd="0" parTransId="{8AF867E6-7D01-4E94-A740-78578EE7BEB7}" sibTransId="{C9C95D9E-9DF4-4C61-8E8C-2CE526784CBD}"/>
    <dgm:cxn modelId="{229CAB74-A54F-4D71-9447-6B56F08CDDFD}" type="presOf" srcId="{5DB5E9EC-3837-47BC-9240-F10B02151BA4}" destId="{97B61A0C-0F36-44B9-B307-164A8C3C3E6F}" srcOrd="0" destOrd="0" presId="urn:microsoft.com/office/officeart/2008/layout/RadialCluster"/>
    <dgm:cxn modelId="{1420618C-B80B-4F20-B42D-0072994130FB}" srcId="{C3F442A5-8B9A-4CDF-AAD1-80D96925BA81}" destId="{5DB5E9EC-3837-47BC-9240-F10B02151BA4}" srcOrd="0" destOrd="0" parTransId="{228A5651-288C-4ADB-BC6A-994F277829C8}" sibTransId="{D6F39369-F9C1-48DF-ACDE-D4C3FA982644}"/>
    <dgm:cxn modelId="{5410444B-B035-497F-886B-C3D76979A732}" type="presOf" srcId="{228A5651-288C-4ADB-BC6A-994F277829C8}" destId="{D89BD8D9-48EA-4CC8-B970-F400B0AC0D9B}" srcOrd="0" destOrd="0" presId="urn:microsoft.com/office/officeart/2008/layout/RadialCluster"/>
    <dgm:cxn modelId="{A92D9127-9F47-4247-BF99-956206E101FE}" type="presOf" srcId="{666213E4-F059-45C0-B361-97ABD06C8E21}" destId="{7D269683-EDB1-4F87-AA6D-C44510C1108E}" srcOrd="0" destOrd="0" presId="urn:microsoft.com/office/officeart/2008/layout/RadialCluster"/>
    <dgm:cxn modelId="{880EA0F7-2CDF-49EF-8DF8-1CC735E91313}" type="presOf" srcId="{C3F442A5-8B9A-4CDF-AAD1-80D96925BA81}" destId="{8963C02E-0094-4741-866E-2735B35BAC84}" srcOrd="0" destOrd="0" presId="urn:microsoft.com/office/officeart/2008/layout/RadialCluster"/>
    <dgm:cxn modelId="{0B29D309-4EF6-48AB-B96C-4FBDFEA496F0}" type="presOf" srcId="{0217A311-91D2-4ED0-B12B-E390677A1A3A}" destId="{B8C4D810-3ADF-4604-AE5F-3FEA9787A464}" srcOrd="0" destOrd="0" presId="urn:microsoft.com/office/officeart/2008/layout/RadialCluster"/>
    <dgm:cxn modelId="{C3028B30-2209-4F7B-AEAF-23597D258897}" type="presOf" srcId="{8AF867E6-7D01-4E94-A740-78578EE7BEB7}" destId="{70BBBA50-AC2D-427B-929E-1501DA0B0757}" srcOrd="0" destOrd="0" presId="urn:microsoft.com/office/officeart/2008/layout/RadialCluster"/>
    <dgm:cxn modelId="{5BCF4B30-9D92-4FE0-BAE2-3CB6D3072B67}" type="presOf" srcId="{3EEEEA11-71B7-43A9-ADEA-B6B7A05B145C}" destId="{7FD55537-B95F-4026-B154-67659B5445FD}" srcOrd="0" destOrd="0" presId="urn:microsoft.com/office/officeart/2008/layout/RadialCluster"/>
    <dgm:cxn modelId="{93F2EA2B-7E3A-4919-8100-569F9D9E0DE5}" type="presParOf" srcId="{21A82057-C65E-46D0-ADE8-08285EE89836}" destId="{9CDA1D70-A7A7-46D9-B246-7C48BC71F46B}" srcOrd="0" destOrd="0" presId="urn:microsoft.com/office/officeart/2008/layout/RadialCluster"/>
    <dgm:cxn modelId="{62FEAAD4-0F10-409F-9FEB-0D238C01171E}" type="presParOf" srcId="{9CDA1D70-A7A7-46D9-B246-7C48BC71F46B}" destId="{8963C02E-0094-4741-866E-2735B35BAC84}" srcOrd="0" destOrd="0" presId="urn:microsoft.com/office/officeart/2008/layout/RadialCluster"/>
    <dgm:cxn modelId="{F5FFFBD4-692D-4F82-84DF-2F10FCCB5877}" type="presParOf" srcId="{9CDA1D70-A7A7-46D9-B246-7C48BC71F46B}" destId="{D89BD8D9-48EA-4CC8-B970-F400B0AC0D9B}" srcOrd="1" destOrd="0" presId="urn:microsoft.com/office/officeart/2008/layout/RadialCluster"/>
    <dgm:cxn modelId="{6569BB6A-5327-4463-ABC4-E9E9CDA2B743}" type="presParOf" srcId="{9CDA1D70-A7A7-46D9-B246-7C48BC71F46B}" destId="{97B61A0C-0F36-44B9-B307-164A8C3C3E6F}" srcOrd="2" destOrd="0" presId="urn:microsoft.com/office/officeart/2008/layout/RadialCluster"/>
    <dgm:cxn modelId="{31EC9AE6-67F8-4589-85F4-D80CF83998FC}" type="presParOf" srcId="{9CDA1D70-A7A7-46D9-B246-7C48BC71F46B}" destId="{70BBBA50-AC2D-427B-929E-1501DA0B0757}" srcOrd="3" destOrd="0" presId="urn:microsoft.com/office/officeart/2008/layout/RadialCluster"/>
    <dgm:cxn modelId="{A3A3BD39-8EF8-401C-94BB-1CCD5D8A57B4}" type="presParOf" srcId="{9CDA1D70-A7A7-46D9-B246-7C48BC71F46B}" destId="{7D269683-EDB1-4F87-AA6D-C44510C1108E}" srcOrd="4" destOrd="0" presId="urn:microsoft.com/office/officeart/2008/layout/RadialCluster"/>
    <dgm:cxn modelId="{ABFA97DD-AF96-4A07-8319-20CF80DA44DC}" type="presParOf" srcId="{9CDA1D70-A7A7-46D9-B246-7C48BC71F46B}" destId="{B8C4D810-3ADF-4604-AE5F-3FEA9787A464}" srcOrd="5" destOrd="0" presId="urn:microsoft.com/office/officeart/2008/layout/RadialCluster"/>
    <dgm:cxn modelId="{B1AB9948-D476-4976-B883-2591770888F9}" type="presParOf" srcId="{9CDA1D70-A7A7-46D9-B246-7C48BC71F46B}" destId="{7FD55537-B95F-4026-B154-67659B5445F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1B4A681-FE51-4E16-BA66-5C30D6BAEE71}" type="doc">
      <dgm:prSet loTypeId="urn:microsoft.com/office/officeart/2005/8/layout/vProcess5" loCatId="process" qsTypeId="urn:microsoft.com/office/officeart/2005/8/quickstyle/simple5" qsCatId="simple" csTypeId="urn:microsoft.com/office/officeart/2005/8/colors/accent0_2" csCatId="mainScheme" phldr="1"/>
      <dgm:spPr/>
    </dgm:pt>
    <dgm:pt modelId="{1294F9A1-69CC-4FA3-85C8-2BE497E89AF5}">
      <dgm:prSet phldrT="[Текст]"/>
      <dgm:spPr/>
      <dgm:t>
        <a:bodyPr/>
        <a:lstStyle/>
        <a:p>
          <a:r>
            <a:rPr lang="ru-RU" smtClean="0">
              <a:latin typeface="Times New Roman" panose="02020603050405020304" pitchFamily="18" charset="0"/>
              <a:ea typeface="Times New Roman" panose="02020603050405020304" pitchFamily="18" charset="0"/>
            </a:rPr>
            <a:t>Выделив среди функций те, которые подлежат автоматизации, получают основу для выявления функциональных требований к системе. Остальная собранная на этапе АПО информация служит для поиска нефункциональных требований. В результате получают </a:t>
          </a:r>
          <a:r>
            <a:rPr lang="ru-RU" b="1" smtClean="0">
              <a:latin typeface="Times New Roman" panose="02020603050405020304" pitchFamily="18" charset="0"/>
              <a:ea typeface="Times New Roman" panose="02020603050405020304" pitchFamily="18" charset="0"/>
            </a:rPr>
            <a:t>модель АТ</a:t>
          </a:r>
          <a:r>
            <a:rPr lang="ru-RU" smtClean="0">
              <a:latin typeface="Times New Roman" panose="02020603050405020304" pitchFamily="18" charset="0"/>
              <a:ea typeface="Times New Roman" panose="02020603050405020304" pitchFamily="18" charset="0"/>
            </a:rPr>
            <a:t>, как первое приближение модели АИС, М(АИС).</a:t>
          </a:r>
          <a:endParaRPr lang="ru-RU"/>
        </a:p>
      </dgm:t>
    </dgm:pt>
    <dgm:pt modelId="{479771EA-831A-4B18-B5D1-5C73CA5116EB}" type="parTrans" cxnId="{89AC26F1-6E62-47F4-A8B7-5502A08FA396}">
      <dgm:prSet/>
      <dgm:spPr/>
      <dgm:t>
        <a:bodyPr/>
        <a:lstStyle/>
        <a:p>
          <a:endParaRPr lang="ru-RU"/>
        </a:p>
      </dgm:t>
    </dgm:pt>
    <dgm:pt modelId="{54DC5623-6907-4A0B-A3C8-957A12300FFE}" type="sibTrans" cxnId="{89AC26F1-6E62-47F4-A8B7-5502A08FA396}">
      <dgm:prSet/>
      <dgm:spPr/>
      <dgm:t>
        <a:bodyPr/>
        <a:lstStyle/>
        <a:p>
          <a:endParaRPr lang="ru-RU"/>
        </a:p>
      </dgm:t>
    </dgm:pt>
    <dgm:pt modelId="{8AFD9284-F5EB-4F5A-A261-1EC9B3EA6321}">
      <dgm:prSet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Затем, путем углубленного анализа и проектирования, формируются, соответственно, </a:t>
          </a:r>
          <a:r>
            <a:rPr lang="ru-RU" b="1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аналитическая модель М'(АИС), проектная модель М''(АИС) и модель реализации М'''(АИС)</a:t>
          </a:r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.</a:t>
          </a:r>
          <a:endParaRPr lang="ru-RU" dirty="0"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82723187-35FF-48E8-B796-B1A488FC4F06}" type="parTrans" cxnId="{5852D77A-920A-4E14-BBD0-1070F0D0C967}">
      <dgm:prSet/>
      <dgm:spPr/>
      <dgm:t>
        <a:bodyPr/>
        <a:lstStyle/>
        <a:p>
          <a:endParaRPr lang="ru-RU"/>
        </a:p>
      </dgm:t>
    </dgm:pt>
    <dgm:pt modelId="{CE113200-A512-4DC6-A8E0-1E827AA194E7}" type="sibTrans" cxnId="{5852D77A-920A-4E14-BBD0-1070F0D0C967}">
      <dgm:prSet/>
      <dgm:spPr/>
      <dgm:t>
        <a:bodyPr/>
        <a:lstStyle/>
        <a:p>
          <a:endParaRPr lang="ru-RU"/>
        </a:p>
      </dgm:t>
    </dgm:pt>
    <dgm:pt modelId="{08409B94-9936-4BC3-9007-272F7C392300}">
      <dgm:prSet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Модель уровня реализации позволяет синтезировать собственно </a:t>
          </a:r>
          <a:r>
            <a:rPr lang="ru-RU" b="1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АИС</a:t>
          </a:r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, как </a:t>
          </a:r>
          <a:r>
            <a:rPr lang="ru-RU" b="1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совокупность программных, информационных, организационных и др. артефактов</a:t>
          </a:r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.</a:t>
          </a:r>
          <a:endParaRPr lang="ru-RU" dirty="0"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4FE390B9-B2C9-4E70-8BC5-5EB48E353030}" type="parTrans" cxnId="{1C45BD3D-BAE7-4768-B16E-7EDC5A1C3A85}">
      <dgm:prSet/>
      <dgm:spPr/>
      <dgm:t>
        <a:bodyPr/>
        <a:lstStyle/>
        <a:p>
          <a:endParaRPr lang="ru-RU"/>
        </a:p>
      </dgm:t>
    </dgm:pt>
    <dgm:pt modelId="{635A5C80-6802-48FE-B6E4-4826ABA959B7}" type="sibTrans" cxnId="{1C45BD3D-BAE7-4768-B16E-7EDC5A1C3A85}">
      <dgm:prSet/>
      <dgm:spPr/>
      <dgm:t>
        <a:bodyPr/>
        <a:lstStyle/>
        <a:p>
          <a:endParaRPr lang="ru-RU"/>
        </a:p>
      </dgm:t>
    </dgm:pt>
    <dgm:pt modelId="{0AA75621-47F1-4BC6-80D6-D6D413FD44C9}">
      <dgm:prSet/>
      <dgm:spPr/>
      <dgm:t>
        <a:bodyPr/>
        <a:lstStyle/>
        <a:p>
          <a:r>
            <a:rPr lang="ru-RU" b="1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АИС</a:t>
          </a:r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в свою очередь представляет собой модель </a:t>
          </a:r>
          <a:r>
            <a:rPr lang="ru-RU" b="1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организационной системы </a:t>
          </a:r>
          <a:r>
            <a:rPr lang="ru-RU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М'(ОС), замыкая цикл моделирования</a:t>
          </a:r>
          <a:endParaRPr lang="ru-RU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08B23FA8-34AE-47E2-9DAE-EF93B1C37A1A}" type="parTrans" cxnId="{CA16C8BC-B4DC-4602-86C1-EA4BBE82CBAE}">
      <dgm:prSet/>
      <dgm:spPr/>
      <dgm:t>
        <a:bodyPr/>
        <a:lstStyle/>
        <a:p>
          <a:endParaRPr lang="ru-RU"/>
        </a:p>
      </dgm:t>
    </dgm:pt>
    <dgm:pt modelId="{7C0CF8BF-E792-4FA7-9E0D-FA80078075A4}" type="sibTrans" cxnId="{CA16C8BC-B4DC-4602-86C1-EA4BBE82CBAE}">
      <dgm:prSet/>
      <dgm:spPr/>
      <dgm:t>
        <a:bodyPr/>
        <a:lstStyle/>
        <a:p>
          <a:endParaRPr lang="ru-RU"/>
        </a:p>
      </dgm:t>
    </dgm:pt>
    <dgm:pt modelId="{1776DF40-FB83-49DD-BF40-1916CD44204A}" type="pres">
      <dgm:prSet presAssocID="{B1B4A681-FE51-4E16-BA66-5C30D6BAEE71}" presName="outerComposite" presStyleCnt="0">
        <dgm:presLayoutVars>
          <dgm:chMax val="5"/>
          <dgm:dir/>
          <dgm:resizeHandles val="exact"/>
        </dgm:presLayoutVars>
      </dgm:prSet>
      <dgm:spPr/>
    </dgm:pt>
    <dgm:pt modelId="{F7C6E877-06EC-4272-AC7F-EAFCCAA797E3}" type="pres">
      <dgm:prSet presAssocID="{B1B4A681-FE51-4E16-BA66-5C30D6BAEE71}" presName="dummyMaxCanvas" presStyleCnt="0">
        <dgm:presLayoutVars/>
      </dgm:prSet>
      <dgm:spPr/>
    </dgm:pt>
    <dgm:pt modelId="{006730BA-B76C-4DD1-BC36-C26A1CB8A6CB}" type="pres">
      <dgm:prSet presAssocID="{B1B4A681-FE51-4E16-BA66-5C30D6BAEE71}" presName="FourNodes_1" presStyleLbl="node1" presStyleIdx="0" presStyleCnt="4">
        <dgm:presLayoutVars>
          <dgm:bulletEnabled val="1"/>
        </dgm:presLayoutVars>
      </dgm:prSet>
      <dgm:spPr/>
    </dgm:pt>
    <dgm:pt modelId="{A516F4FD-FBD7-4582-A006-93D306AD85F3}" type="pres">
      <dgm:prSet presAssocID="{B1B4A681-FE51-4E16-BA66-5C30D6BAEE71}" presName="FourNodes_2" presStyleLbl="node1" presStyleIdx="1" presStyleCnt="4">
        <dgm:presLayoutVars>
          <dgm:bulletEnabled val="1"/>
        </dgm:presLayoutVars>
      </dgm:prSet>
      <dgm:spPr/>
    </dgm:pt>
    <dgm:pt modelId="{71911CDF-4637-4FFB-B8DA-0FFC35E0BEFE}" type="pres">
      <dgm:prSet presAssocID="{B1B4A681-FE51-4E16-BA66-5C30D6BAEE71}" presName="FourNodes_3" presStyleLbl="node1" presStyleIdx="2" presStyleCnt="4">
        <dgm:presLayoutVars>
          <dgm:bulletEnabled val="1"/>
        </dgm:presLayoutVars>
      </dgm:prSet>
      <dgm:spPr/>
    </dgm:pt>
    <dgm:pt modelId="{31AA034F-6593-469A-B42D-0A85161A931C}" type="pres">
      <dgm:prSet presAssocID="{B1B4A681-FE51-4E16-BA66-5C30D6BAEE71}" presName="FourNodes_4" presStyleLbl="node1" presStyleIdx="3" presStyleCnt="4">
        <dgm:presLayoutVars>
          <dgm:bulletEnabled val="1"/>
        </dgm:presLayoutVars>
      </dgm:prSet>
      <dgm:spPr/>
    </dgm:pt>
    <dgm:pt modelId="{74881722-9B1F-4562-81E2-13598A959BA3}" type="pres">
      <dgm:prSet presAssocID="{B1B4A681-FE51-4E16-BA66-5C30D6BAEE71}" presName="FourConn_1-2" presStyleLbl="fgAccFollowNode1" presStyleIdx="0" presStyleCnt="3">
        <dgm:presLayoutVars>
          <dgm:bulletEnabled val="1"/>
        </dgm:presLayoutVars>
      </dgm:prSet>
      <dgm:spPr/>
    </dgm:pt>
    <dgm:pt modelId="{3CC43CAC-667C-4BC3-A6EB-C43B319BEA73}" type="pres">
      <dgm:prSet presAssocID="{B1B4A681-FE51-4E16-BA66-5C30D6BAEE71}" presName="FourConn_2-3" presStyleLbl="fgAccFollowNode1" presStyleIdx="1" presStyleCnt="3">
        <dgm:presLayoutVars>
          <dgm:bulletEnabled val="1"/>
        </dgm:presLayoutVars>
      </dgm:prSet>
      <dgm:spPr/>
    </dgm:pt>
    <dgm:pt modelId="{6DBBCF9E-1E5C-49D6-ACA2-58938894D3C1}" type="pres">
      <dgm:prSet presAssocID="{B1B4A681-FE51-4E16-BA66-5C30D6BAEE71}" presName="FourConn_3-4" presStyleLbl="fgAccFollowNode1" presStyleIdx="2" presStyleCnt="3">
        <dgm:presLayoutVars>
          <dgm:bulletEnabled val="1"/>
        </dgm:presLayoutVars>
      </dgm:prSet>
      <dgm:spPr/>
    </dgm:pt>
    <dgm:pt modelId="{8C68619F-70B5-4BC1-9733-52968201D574}" type="pres">
      <dgm:prSet presAssocID="{B1B4A681-FE51-4E16-BA66-5C30D6BAEE71}" presName="FourNodes_1_text" presStyleLbl="node1" presStyleIdx="3" presStyleCnt="4">
        <dgm:presLayoutVars>
          <dgm:bulletEnabled val="1"/>
        </dgm:presLayoutVars>
      </dgm:prSet>
      <dgm:spPr/>
    </dgm:pt>
    <dgm:pt modelId="{181EFA82-4DF9-4985-87F1-EE5F6772996D}" type="pres">
      <dgm:prSet presAssocID="{B1B4A681-FE51-4E16-BA66-5C30D6BAEE71}" presName="FourNodes_2_text" presStyleLbl="node1" presStyleIdx="3" presStyleCnt="4">
        <dgm:presLayoutVars>
          <dgm:bulletEnabled val="1"/>
        </dgm:presLayoutVars>
      </dgm:prSet>
      <dgm:spPr/>
    </dgm:pt>
    <dgm:pt modelId="{E16D1AF0-7F66-4A6F-81AD-606E43E7B7CB}" type="pres">
      <dgm:prSet presAssocID="{B1B4A681-FE51-4E16-BA66-5C30D6BAEE71}" presName="FourNodes_3_text" presStyleLbl="node1" presStyleIdx="3" presStyleCnt="4">
        <dgm:presLayoutVars>
          <dgm:bulletEnabled val="1"/>
        </dgm:presLayoutVars>
      </dgm:prSet>
      <dgm:spPr/>
    </dgm:pt>
    <dgm:pt modelId="{F05FCA68-85B5-4693-A5EE-2C03300408E1}" type="pres">
      <dgm:prSet presAssocID="{B1B4A681-FE51-4E16-BA66-5C30D6BAEE7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28AE86D-0C59-429F-8450-31B2CAD8F372}" type="presOf" srcId="{08409B94-9936-4BC3-9007-272F7C392300}" destId="{E16D1AF0-7F66-4A6F-81AD-606E43E7B7CB}" srcOrd="1" destOrd="0" presId="urn:microsoft.com/office/officeart/2005/8/layout/vProcess5"/>
    <dgm:cxn modelId="{526BC7EA-C371-44AB-82CC-0BCBC8AD1491}" type="presOf" srcId="{1294F9A1-69CC-4FA3-85C8-2BE497E89AF5}" destId="{006730BA-B76C-4DD1-BC36-C26A1CB8A6CB}" srcOrd="0" destOrd="0" presId="urn:microsoft.com/office/officeart/2005/8/layout/vProcess5"/>
    <dgm:cxn modelId="{1C45BD3D-BAE7-4768-B16E-7EDC5A1C3A85}" srcId="{B1B4A681-FE51-4E16-BA66-5C30D6BAEE71}" destId="{08409B94-9936-4BC3-9007-272F7C392300}" srcOrd="2" destOrd="0" parTransId="{4FE390B9-B2C9-4E70-8BC5-5EB48E353030}" sibTransId="{635A5C80-6802-48FE-B6E4-4826ABA959B7}"/>
    <dgm:cxn modelId="{107883B7-4761-4A4E-A3DE-80B5B166E4C9}" type="presOf" srcId="{08409B94-9936-4BC3-9007-272F7C392300}" destId="{71911CDF-4637-4FFB-B8DA-0FFC35E0BEFE}" srcOrd="0" destOrd="0" presId="urn:microsoft.com/office/officeart/2005/8/layout/vProcess5"/>
    <dgm:cxn modelId="{FC53EF83-0C5A-42B6-9536-81AB94FC4B6F}" type="presOf" srcId="{54DC5623-6907-4A0B-A3C8-957A12300FFE}" destId="{74881722-9B1F-4562-81E2-13598A959BA3}" srcOrd="0" destOrd="0" presId="urn:microsoft.com/office/officeart/2005/8/layout/vProcess5"/>
    <dgm:cxn modelId="{D2DB6022-A338-4C96-9D9E-1811BA11A682}" type="presOf" srcId="{0AA75621-47F1-4BC6-80D6-D6D413FD44C9}" destId="{F05FCA68-85B5-4693-A5EE-2C03300408E1}" srcOrd="1" destOrd="0" presId="urn:microsoft.com/office/officeart/2005/8/layout/vProcess5"/>
    <dgm:cxn modelId="{89AC26F1-6E62-47F4-A8B7-5502A08FA396}" srcId="{B1B4A681-FE51-4E16-BA66-5C30D6BAEE71}" destId="{1294F9A1-69CC-4FA3-85C8-2BE497E89AF5}" srcOrd="0" destOrd="0" parTransId="{479771EA-831A-4B18-B5D1-5C73CA5116EB}" sibTransId="{54DC5623-6907-4A0B-A3C8-957A12300FFE}"/>
    <dgm:cxn modelId="{E109B7FB-1AD3-456E-8E50-34EC6216B960}" type="presOf" srcId="{1294F9A1-69CC-4FA3-85C8-2BE497E89AF5}" destId="{8C68619F-70B5-4BC1-9733-52968201D574}" srcOrd="1" destOrd="0" presId="urn:microsoft.com/office/officeart/2005/8/layout/vProcess5"/>
    <dgm:cxn modelId="{7D3E1631-61E7-4B87-9D8F-B66BCE386C59}" type="presOf" srcId="{8AFD9284-F5EB-4F5A-A261-1EC9B3EA6321}" destId="{A516F4FD-FBD7-4582-A006-93D306AD85F3}" srcOrd="0" destOrd="0" presId="urn:microsoft.com/office/officeart/2005/8/layout/vProcess5"/>
    <dgm:cxn modelId="{8C4D3696-F0C5-4823-B865-843813B87214}" type="presOf" srcId="{0AA75621-47F1-4BC6-80D6-D6D413FD44C9}" destId="{31AA034F-6593-469A-B42D-0A85161A931C}" srcOrd="0" destOrd="0" presId="urn:microsoft.com/office/officeart/2005/8/layout/vProcess5"/>
    <dgm:cxn modelId="{5852D77A-920A-4E14-BBD0-1070F0D0C967}" srcId="{B1B4A681-FE51-4E16-BA66-5C30D6BAEE71}" destId="{8AFD9284-F5EB-4F5A-A261-1EC9B3EA6321}" srcOrd="1" destOrd="0" parTransId="{82723187-35FF-48E8-B796-B1A488FC4F06}" sibTransId="{CE113200-A512-4DC6-A8E0-1E827AA194E7}"/>
    <dgm:cxn modelId="{C3813F4D-5F08-4DB3-AEA4-75343D0784F4}" type="presOf" srcId="{635A5C80-6802-48FE-B6E4-4826ABA959B7}" destId="{6DBBCF9E-1E5C-49D6-ACA2-58938894D3C1}" srcOrd="0" destOrd="0" presId="urn:microsoft.com/office/officeart/2005/8/layout/vProcess5"/>
    <dgm:cxn modelId="{CA16C8BC-B4DC-4602-86C1-EA4BBE82CBAE}" srcId="{B1B4A681-FE51-4E16-BA66-5C30D6BAEE71}" destId="{0AA75621-47F1-4BC6-80D6-D6D413FD44C9}" srcOrd="3" destOrd="0" parTransId="{08B23FA8-34AE-47E2-9DAE-EF93B1C37A1A}" sibTransId="{7C0CF8BF-E792-4FA7-9E0D-FA80078075A4}"/>
    <dgm:cxn modelId="{BB64E0DB-B3D1-4AF7-A5D1-6F78244067B8}" type="presOf" srcId="{8AFD9284-F5EB-4F5A-A261-1EC9B3EA6321}" destId="{181EFA82-4DF9-4985-87F1-EE5F6772996D}" srcOrd="1" destOrd="0" presId="urn:microsoft.com/office/officeart/2005/8/layout/vProcess5"/>
    <dgm:cxn modelId="{75BA56BD-BE9E-4109-8416-1F30FBF08BC3}" type="presOf" srcId="{CE113200-A512-4DC6-A8E0-1E827AA194E7}" destId="{3CC43CAC-667C-4BC3-A6EB-C43B319BEA73}" srcOrd="0" destOrd="0" presId="urn:microsoft.com/office/officeart/2005/8/layout/vProcess5"/>
    <dgm:cxn modelId="{77232FE2-6E45-4013-927D-CA2ECF9BD36B}" type="presOf" srcId="{B1B4A681-FE51-4E16-BA66-5C30D6BAEE71}" destId="{1776DF40-FB83-49DD-BF40-1916CD44204A}" srcOrd="0" destOrd="0" presId="urn:microsoft.com/office/officeart/2005/8/layout/vProcess5"/>
    <dgm:cxn modelId="{E06A84A6-3F98-48AD-814D-47CF12928E04}" type="presParOf" srcId="{1776DF40-FB83-49DD-BF40-1916CD44204A}" destId="{F7C6E877-06EC-4272-AC7F-EAFCCAA797E3}" srcOrd="0" destOrd="0" presId="urn:microsoft.com/office/officeart/2005/8/layout/vProcess5"/>
    <dgm:cxn modelId="{0D03DAE4-E30E-49E6-81D3-948FB40E727B}" type="presParOf" srcId="{1776DF40-FB83-49DD-BF40-1916CD44204A}" destId="{006730BA-B76C-4DD1-BC36-C26A1CB8A6CB}" srcOrd="1" destOrd="0" presId="urn:microsoft.com/office/officeart/2005/8/layout/vProcess5"/>
    <dgm:cxn modelId="{12DE55A5-5E5A-4BA3-A1B3-3B8A165FF261}" type="presParOf" srcId="{1776DF40-FB83-49DD-BF40-1916CD44204A}" destId="{A516F4FD-FBD7-4582-A006-93D306AD85F3}" srcOrd="2" destOrd="0" presId="urn:microsoft.com/office/officeart/2005/8/layout/vProcess5"/>
    <dgm:cxn modelId="{992CB09A-8D86-4691-9244-49020F8D7CBA}" type="presParOf" srcId="{1776DF40-FB83-49DD-BF40-1916CD44204A}" destId="{71911CDF-4637-4FFB-B8DA-0FFC35E0BEFE}" srcOrd="3" destOrd="0" presId="urn:microsoft.com/office/officeart/2005/8/layout/vProcess5"/>
    <dgm:cxn modelId="{60D522B9-2C36-4BE8-90E6-9CFF27797391}" type="presParOf" srcId="{1776DF40-FB83-49DD-BF40-1916CD44204A}" destId="{31AA034F-6593-469A-B42D-0A85161A931C}" srcOrd="4" destOrd="0" presId="urn:microsoft.com/office/officeart/2005/8/layout/vProcess5"/>
    <dgm:cxn modelId="{47EF4CC0-9DF6-428A-9575-372998648F5C}" type="presParOf" srcId="{1776DF40-FB83-49DD-BF40-1916CD44204A}" destId="{74881722-9B1F-4562-81E2-13598A959BA3}" srcOrd="5" destOrd="0" presId="urn:microsoft.com/office/officeart/2005/8/layout/vProcess5"/>
    <dgm:cxn modelId="{FBBDD171-B11C-4EF7-9273-5C2787997A35}" type="presParOf" srcId="{1776DF40-FB83-49DD-BF40-1916CD44204A}" destId="{3CC43CAC-667C-4BC3-A6EB-C43B319BEA73}" srcOrd="6" destOrd="0" presId="urn:microsoft.com/office/officeart/2005/8/layout/vProcess5"/>
    <dgm:cxn modelId="{E8A9A0D5-8F66-46F9-9D40-A76720E3580E}" type="presParOf" srcId="{1776DF40-FB83-49DD-BF40-1916CD44204A}" destId="{6DBBCF9E-1E5C-49D6-ACA2-58938894D3C1}" srcOrd="7" destOrd="0" presId="urn:microsoft.com/office/officeart/2005/8/layout/vProcess5"/>
    <dgm:cxn modelId="{D48F6C4C-F997-4FB6-BF1F-5A185AC57F88}" type="presParOf" srcId="{1776DF40-FB83-49DD-BF40-1916CD44204A}" destId="{8C68619F-70B5-4BC1-9733-52968201D574}" srcOrd="8" destOrd="0" presId="urn:microsoft.com/office/officeart/2005/8/layout/vProcess5"/>
    <dgm:cxn modelId="{A2B65CA2-5EA7-4422-98F5-538C39E462A1}" type="presParOf" srcId="{1776DF40-FB83-49DD-BF40-1916CD44204A}" destId="{181EFA82-4DF9-4985-87F1-EE5F6772996D}" srcOrd="9" destOrd="0" presId="urn:microsoft.com/office/officeart/2005/8/layout/vProcess5"/>
    <dgm:cxn modelId="{8ABDCF7D-925B-4E27-9D34-63C1FD3956DF}" type="presParOf" srcId="{1776DF40-FB83-49DD-BF40-1916CD44204A}" destId="{E16D1AF0-7F66-4A6F-81AD-606E43E7B7CB}" srcOrd="10" destOrd="0" presId="urn:microsoft.com/office/officeart/2005/8/layout/vProcess5"/>
    <dgm:cxn modelId="{316923D9-61C9-4DD0-8D48-D7AA7017B13E}" type="presParOf" srcId="{1776DF40-FB83-49DD-BF40-1916CD44204A}" destId="{F05FCA68-85B5-4693-A5EE-2C03300408E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6517B67-6D55-4A81-8FF4-465F78D83DA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2AE66E3-A540-4B71-8654-AEA3424EA8EB}">
      <dgm:prSet phldrT="[Текст]"/>
      <dgm:spPr/>
      <dgm:t>
        <a:bodyPr/>
        <a:lstStyle/>
        <a:p>
          <a:r>
            <a:rPr lang="ru-RU" dirty="0" smtClean="0"/>
            <a:t>Архитектура АИС</a:t>
          </a:r>
        </a:p>
      </dgm:t>
    </dgm:pt>
    <dgm:pt modelId="{04FD96EA-9BE4-4F6B-BE78-190AE3ACE3C9}" type="parTrans" cxnId="{ED1E8E52-096C-4930-A4D5-005A9ACF68A2}">
      <dgm:prSet/>
      <dgm:spPr/>
      <dgm:t>
        <a:bodyPr/>
        <a:lstStyle/>
        <a:p>
          <a:endParaRPr lang="ru-RU"/>
        </a:p>
      </dgm:t>
    </dgm:pt>
    <dgm:pt modelId="{A07DBFC0-1FC5-4D12-9D65-B9C4E2EF7E05}" type="sibTrans" cxnId="{ED1E8E52-096C-4930-A4D5-005A9ACF68A2}">
      <dgm:prSet/>
      <dgm:spPr/>
      <dgm:t>
        <a:bodyPr/>
        <a:lstStyle/>
        <a:p>
          <a:endParaRPr lang="ru-RU"/>
        </a:p>
      </dgm:t>
    </dgm:pt>
    <dgm:pt modelId="{803CD3E6-48EC-4A36-AE92-2DEBA43323B5}">
      <dgm:prSet phldrT="[Текст]"/>
      <dgm:spPr/>
      <dgm:t>
        <a:bodyPr/>
        <a:lstStyle/>
        <a:p>
          <a:r>
            <a:rPr lang="ru-RU" dirty="0" smtClean="0"/>
            <a:t>Аппаратные компоненты</a:t>
          </a:r>
          <a:endParaRPr lang="ru-RU" dirty="0"/>
        </a:p>
      </dgm:t>
    </dgm:pt>
    <dgm:pt modelId="{C26A41EB-EC13-4CA5-8AE4-555310071D9D}" type="parTrans" cxnId="{3ED6AC3D-8F68-457E-B56D-2EC3B2291676}">
      <dgm:prSet/>
      <dgm:spPr/>
      <dgm:t>
        <a:bodyPr/>
        <a:lstStyle/>
        <a:p>
          <a:endParaRPr lang="ru-RU"/>
        </a:p>
      </dgm:t>
    </dgm:pt>
    <dgm:pt modelId="{C92E8878-4191-4B2A-8BDA-869C32522390}" type="sibTrans" cxnId="{3ED6AC3D-8F68-457E-B56D-2EC3B2291676}">
      <dgm:prSet/>
      <dgm:spPr/>
      <dgm:t>
        <a:bodyPr/>
        <a:lstStyle/>
        <a:p>
          <a:endParaRPr lang="ru-RU"/>
        </a:p>
      </dgm:t>
    </dgm:pt>
    <dgm:pt modelId="{0D97E2D4-DC15-418A-B37D-81426E6BC914}">
      <dgm:prSet phldrT="[Текст]"/>
      <dgm:spPr/>
      <dgm:t>
        <a:bodyPr/>
        <a:lstStyle/>
        <a:p>
          <a:r>
            <a:rPr lang="ru-RU" dirty="0" smtClean="0"/>
            <a:t>Программные компоненты</a:t>
          </a:r>
          <a:endParaRPr lang="ru-RU" dirty="0"/>
        </a:p>
      </dgm:t>
    </dgm:pt>
    <dgm:pt modelId="{2D6B5992-CDF2-4154-995B-13684EB9494D}" type="parTrans" cxnId="{17ADFF42-8805-4D0B-B5C5-1D468BE575F0}">
      <dgm:prSet/>
      <dgm:spPr/>
      <dgm:t>
        <a:bodyPr/>
        <a:lstStyle/>
        <a:p>
          <a:endParaRPr lang="ru-RU"/>
        </a:p>
      </dgm:t>
    </dgm:pt>
    <dgm:pt modelId="{E0B959BD-E9DD-4B34-9AF9-65AEB6FF6261}" type="sibTrans" cxnId="{17ADFF42-8805-4D0B-B5C5-1D468BE575F0}">
      <dgm:prSet/>
      <dgm:spPr/>
      <dgm:t>
        <a:bodyPr/>
        <a:lstStyle/>
        <a:p>
          <a:endParaRPr lang="ru-RU"/>
        </a:p>
      </dgm:t>
    </dgm:pt>
    <dgm:pt modelId="{1668E97F-B280-4D27-B1D2-E778906BA1B3}">
      <dgm:prSet/>
      <dgm:spPr/>
      <dgm:t>
        <a:bodyPr/>
        <a:lstStyle/>
        <a:p>
          <a:r>
            <a:rPr lang="ru-RU" dirty="0" smtClean="0"/>
            <a:t>Информационные компоненты</a:t>
          </a:r>
          <a:endParaRPr lang="ru-RU" dirty="0"/>
        </a:p>
      </dgm:t>
    </dgm:pt>
    <dgm:pt modelId="{FEC93C85-1B90-40BD-87CE-40373A610E53}" type="parTrans" cxnId="{E560F6B0-B221-4D63-BC5A-2C32BB890A09}">
      <dgm:prSet/>
      <dgm:spPr/>
      <dgm:t>
        <a:bodyPr/>
        <a:lstStyle/>
        <a:p>
          <a:endParaRPr lang="ru-RU"/>
        </a:p>
      </dgm:t>
    </dgm:pt>
    <dgm:pt modelId="{ED2199D6-27D8-4242-BCB1-4FCA70D81553}" type="sibTrans" cxnId="{E560F6B0-B221-4D63-BC5A-2C32BB890A09}">
      <dgm:prSet/>
      <dgm:spPr/>
      <dgm:t>
        <a:bodyPr/>
        <a:lstStyle/>
        <a:p>
          <a:endParaRPr lang="ru-RU"/>
        </a:p>
      </dgm:t>
    </dgm:pt>
    <dgm:pt modelId="{A5165A98-2CDF-4AF7-96C1-550A134B0D8A}">
      <dgm:prSet/>
      <dgm:spPr/>
      <dgm:t>
        <a:bodyPr/>
        <a:lstStyle/>
        <a:p>
          <a:r>
            <a:rPr lang="ru-RU" dirty="0" smtClean="0"/>
            <a:t>Организационные компоненты</a:t>
          </a:r>
          <a:endParaRPr lang="ru-RU" dirty="0"/>
        </a:p>
      </dgm:t>
    </dgm:pt>
    <dgm:pt modelId="{DBFB4E24-BB51-4EB6-9C7C-FDA8A036D750}" type="parTrans" cxnId="{CC4C9428-772E-4725-B875-BB218758D075}">
      <dgm:prSet/>
      <dgm:spPr/>
      <dgm:t>
        <a:bodyPr/>
        <a:lstStyle/>
        <a:p>
          <a:endParaRPr lang="ru-RU"/>
        </a:p>
      </dgm:t>
    </dgm:pt>
    <dgm:pt modelId="{E87A1737-0516-4E94-900E-5F0222EAC641}" type="sibTrans" cxnId="{CC4C9428-772E-4725-B875-BB218758D075}">
      <dgm:prSet/>
      <dgm:spPr/>
      <dgm:t>
        <a:bodyPr/>
        <a:lstStyle/>
        <a:p>
          <a:endParaRPr lang="ru-RU"/>
        </a:p>
      </dgm:t>
    </dgm:pt>
    <dgm:pt modelId="{AB4982EE-16E8-4FAA-B353-2C0747FC7FA0}" type="pres">
      <dgm:prSet presAssocID="{E6517B67-6D55-4A81-8FF4-465F78D83DA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4D9E142-24C3-4C01-945B-ACC93C86C7B3}" type="pres">
      <dgm:prSet presAssocID="{B2AE66E3-A540-4B71-8654-AEA3424EA8EB}" presName="root1" presStyleCnt="0"/>
      <dgm:spPr/>
    </dgm:pt>
    <dgm:pt modelId="{A7006F0D-211D-458C-9FE4-8809446224F1}" type="pres">
      <dgm:prSet presAssocID="{B2AE66E3-A540-4B71-8654-AEA3424EA8E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0FDBF7B-B606-43B7-82C0-D31209869573}" type="pres">
      <dgm:prSet presAssocID="{B2AE66E3-A540-4B71-8654-AEA3424EA8EB}" presName="level2hierChild" presStyleCnt="0"/>
      <dgm:spPr/>
    </dgm:pt>
    <dgm:pt modelId="{9F399DF4-0FD6-41A1-8B4D-D08AFF739978}" type="pres">
      <dgm:prSet presAssocID="{C26A41EB-EC13-4CA5-8AE4-555310071D9D}" presName="conn2-1" presStyleLbl="parChTrans1D2" presStyleIdx="0" presStyleCnt="4"/>
      <dgm:spPr/>
      <dgm:t>
        <a:bodyPr/>
        <a:lstStyle/>
        <a:p>
          <a:endParaRPr lang="ru-RU"/>
        </a:p>
      </dgm:t>
    </dgm:pt>
    <dgm:pt modelId="{8053BCE2-1EBA-46DF-837B-8234BA1830A9}" type="pres">
      <dgm:prSet presAssocID="{C26A41EB-EC13-4CA5-8AE4-555310071D9D}" presName="connTx" presStyleLbl="parChTrans1D2" presStyleIdx="0" presStyleCnt="4"/>
      <dgm:spPr/>
      <dgm:t>
        <a:bodyPr/>
        <a:lstStyle/>
        <a:p>
          <a:endParaRPr lang="ru-RU"/>
        </a:p>
      </dgm:t>
    </dgm:pt>
    <dgm:pt modelId="{4BA2824E-7DCC-4C48-BE25-46638E45DD38}" type="pres">
      <dgm:prSet presAssocID="{803CD3E6-48EC-4A36-AE92-2DEBA43323B5}" presName="root2" presStyleCnt="0"/>
      <dgm:spPr/>
    </dgm:pt>
    <dgm:pt modelId="{D3EDC157-EADF-449B-8D8B-C8FBA570934E}" type="pres">
      <dgm:prSet presAssocID="{803CD3E6-48EC-4A36-AE92-2DEBA43323B5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E7B4F40-8FF0-45BB-8695-C0A54ADF6EC6}" type="pres">
      <dgm:prSet presAssocID="{803CD3E6-48EC-4A36-AE92-2DEBA43323B5}" presName="level3hierChild" presStyleCnt="0"/>
      <dgm:spPr/>
    </dgm:pt>
    <dgm:pt modelId="{9733FCAD-AA06-4EC1-949F-FC459132A5BA}" type="pres">
      <dgm:prSet presAssocID="{2D6B5992-CDF2-4154-995B-13684EB9494D}" presName="conn2-1" presStyleLbl="parChTrans1D2" presStyleIdx="1" presStyleCnt="4"/>
      <dgm:spPr/>
      <dgm:t>
        <a:bodyPr/>
        <a:lstStyle/>
        <a:p>
          <a:endParaRPr lang="ru-RU"/>
        </a:p>
      </dgm:t>
    </dgm:pt>
    <dgm:pt modelId="{49A8C918-A4AD-4B0F-8971-538F107BCE28}" type="pres">
      <dgm:prSet presAssocID="{2D6B5992-CDF2-4154-995B-13684EB9494D}" presName="connTx" presStyleLbl="parChTrans1D2" presStyleIdx="1" presStyleCnt="4"/>
      <dgm:spPr/>
      <dgm:t>
        <a:bodyPr/>
        <a:lstStyle/>
        <a:p>
          <a:endParaRPr lang="ru-RU"/>
        </a:p>
      </dgm:t>
    </dgm:pt>
    <dgm:pt modelId="{B1D9C619-3DDD-4038-BA4D-7856E4D0E7E4}" type="pres">
      <dgm:prSet presAssocID="{0D97E2D4-DC15-418A-B37D-81426E6BC914}" presName="root2" presStyleCnt="0"/>
      <dgm:spPr/>
    </dgm:pt>
    <dgm:pt modelId="{A02D0F5D-B85C-4FF8-A7B6-2EB78645394B}" type="pres">
      <dgm:prSet presAssocID="{0D97E2D4-DC15-418A-B37D-81426E6BC914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C0E1A6D-2D8B-41D2-B016-B47C2711F706}" type="pres">
      <dgm:prSet presAssocID="{0D97E2D4-DC15-418A-B37D-81426E6BC914}" presName="level3hierChild" presStyleCnt="0"/>
      <dgm:spPr/>
    </dgm:pt>
    <dgm:pt modelId="{78CFCACA-743B-437B-8317-7AB907367957}" type="pres">
      <dgm:prSet presAssocID="{FEC93C85-1B90-40BD-87CE-40373A610E53}" presName="conn2-1" presStyleLbl="parChTrans1D2" presStyleIdx="2" presStyleCnt="4"/>
      <dgm:spPr/>
      <dgm:t>
        <a:bodyPr/>
        <a:lstStyle/>
        <a:p>
          <a:endParaRPr lang="ru-RU"/>
        </a:p>
      </dgm:t>
    </dgm:pt>
    <dgm:pt modelId="{44A0C390-D05C-4F78-94F3-4ABC1BFA0D77}" type="pres">
      <dgm:prSet presAssocID="{FEC93C85-1B90-40BD-87CE-40373A610E53}" presName="connTx" presStyleLbl="parChTrans1D2" presStyleIdx="2" presStyleCnt="4"/>
      <dgm:spPr/>
      <dgm:t>
        <a:bodyPr/>
        <a:lstStyle/>
        <a:p>
          <a:endParaRPr lang="ru-RU"/>
        </a:p>
      </dgm:t>
    </dgm:pt>
    <dgm:pt modelId="{0C625FE2-A648-4A5B-A4E8-3528A8AAC2B1}" type="pres">
      <dgm:prSet presAssocID="{1668E97F-B280-4D27-B1D2-E778906BA1B3}" presName="root2" presStyleCnt="0"/>
      <dgm:spPr/>
    </dgm:pt>
    <dgm:pt modelId="{6E626F63-7BF7-46AE-AE40-1C5FE20A93FB}" type="pres">
      <dgm:prSet presAssocID="{1668E97F-B280-4D27-B1D2-E778906BA1B3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B098076-0ADF-44C2-BA1D-5288C89C2FA6}" type="pres">
      <dgm:prSet presAssocID="{1668E97F-B280-4D27-B1D2-E778906BA1B3}" presName="level3hierChild" presStyleCnt="0"/>
      <dgm:spPr/>
    </dgm:pt>
    <dgm:pt modelId="{D12916B9-653E-400F-B6C4-0DD981B664DB}" type="pres">
      <dgm:prSet presAssocID="{DBFB4E24-BB51-4EB6-9C7C-FDA8A036D750}" presName="conn2-1" presStyleLbl="parChTrans1D2" presStyleIdx="3" presStyleCnt="4"/>
      <dgm:spPr/>
      <dgm:t>
        <a:bodyPr/>
        <a:lstStyle/>
        <a:p>
          <a:endParaRPr lang="ru-RU"/>
        </a:p>
      </dgm:t>
    </dgm:pt>
    <dgm:pt modelId="{5693FE45-84EF-4823-BED5-9496F7AD3C5A}" type="pres">
      <dgm:prSet presAssocID="{DBFB4E24-BB51-4EB6-9C7C-FDA8A036D750}" presName="connTx" presStyleLbl="parChTrans1D2" presStyleIdx="3" presStyleCnt="4"/>
      <dgm:spPr/>
      <dgm:t>
        <a:bodyPr/>
        <a:lstStyle/>
        <a:p>
          <a:endParaRPr lang="ru-RU"/>
        </a:p>
      </dgm:t>
    </dgm:pt>
    <dgm:pt modelId="{C939FDCA-54EA-4BE2-BE30-5B0678A08A04}" type="pres">
      <dgm:prSet presAssocID="{A5165A98-2CDF-4AF7-96C1-550A134B0D8A}" presName="root2" presStyleCnt="0"/>
      <dgm:spPr/>
    </dgm:pt>
    <dgm:pt modelId="{5D816FAD-CC65-4FA4-BB58-A7A0A1FD14DD}" type="pres">
      <dgm:prSet presAssocID="{A5165A98-2CDF-4AF7-96C1-550A134B0D8A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080BDA7-E536-47C7-9AEC-E2A73E309A70}" type="pres">
      <dgm:prSet presAssocID="{A5165A98-2CDF-4AF7-96C1-550A134B0D8A}" presName="level3hierChild" presStyleCnt="0"/>
      <dgm:spPr/>
    </dgm:pt>
  </dgm:ptLst>
  <dgm:cxnLst>
    <dgm:cxn modelId="{ED1E8E52-096C-4930-A4D5-005A9ACF68A2}" srcId="{E6517B67-6D55-4A81-8FF4-465F78D83DA1}" destId="{B2AE66E3-A540-4B71-8654-AEA3424EA8EB}" srcOrd="0" destOrd="0" parTransId="{04FD96EA-9BE4-4F6B-BE78-190AE3ACE3C9}" sibTransId="{A07DBFC0-1FC5-4D12-9D65-B9C4E2EF7E05}"/>
    <dgm:cxn modelId="{CC4C9428-772E-4725-B875-BB218758D075}" srcId="{B2AE66E3-A540-4B71-8654-AEA3424EA8EB}" destId="{A5165A98-2CDF-4AF7-96C1-550A134B0D8A}" srcOrd="3" destOrd="0" parTransId="{DBFB4E24-BB51-4EB6-9C7C-FDA8A036D750}" sibTransId="{E87A1737-0516-4E94-900E-5F0222EAC641}"/>
    <dgm:cxn modelId="{CD7B5D5A-1E52-46CC-B46E-C61AC58E58DF}" type="presOf" srcId="{E6517B67-6D55-4A81-8FF4-465F78D83DA1}" destId="{AB4982EE-16E8-4FAA-B353-2C0747FC7FA0}" srcOrd="0" destOrd="0" presId="urn:microsoft.com/office/officeart/2008/layout/HorizontalMultiLevelHierarchy"/>
    <dgm:cxn modelId="{772FABB2-ADA9-45C8-8439-1B6CE5CD7E2F}" type="presOf" srcId="{DBFB4E24-BB51-4EB6-9C7C-FDA8A036D750}" destId="{D12916B9-653E-400F-B6C4-0DD981B664DB}" srcOrd="0" destOrd="0" presId="urn:microsoft.com/office/officeart/2008/layout/HorizontalMultiLevelHierarchy"/>
    <dgm:cxn modelId="{0D24EC58-E49F-418E-9075-91C507A2B73D}" type="presOf" srcId="{C26A41EB-EC13-4CA5-8AE4-555310071D9D}" destId="{8053BCE2-1EBA-46DF-837B-8234BA1830A9}" srcOrd="1" destOrd="0" presId="urn:microsoft.com/office/officeart/2008/layout/HorizontalMultiLevelHierarchy"/>
    <dgm:cxn modelId="{3CB3EF03-104C-4736-AA83-FC1E6DE8CBC3}" type="presOf" srcId="{0D97E2D4-DC15-418A-B37D-81426E6BC914}" destId="{A02D0F5D-B85C-4FF8-A7B6-2EB78645394B}" srcOrd="0" destOrd="0" presId="urn:microsoft.com/office/officeart/2008/layout/HorizontalMultiLevelHierarchy"/>
    <dgm:cxn modelId="{0EC8C28F-2B4B-4E23-88FA-B4D813541062}" type="presOf" srcId="{DBFB4E24-BB51-4EB6-9C7C-FDA8A036D750}" destId="{5693FE45-84EF-4823-BED5-9496F7AD3C5A}" srcOrd="1" destOrd="0" presId="urn:microsoft.com/office/officeart/2008/layout/HorizontalMultiLevelHierarchy"/>
    <dgm:cxn modelId="{DAC4CE5E-A2D6-46CD-9827-AA5C58242348}" type="presOf" srcId="{B2AE66E3-A540-4B71-8654-AEA3424EA8EB}" destId="{A7006F0D-211D-458C-9FE4-8809446224F1}" srcOrd="0" destOrd="0" presId="urn:microsoft.com/office/officeart/2008/layout/HorizontalMultiLevelHierarchy"/>
    <dgm:cxn modelId="{17ADFF42-8805-4D0B-B5C5-1D468BE575F0}" srcId="{B2AE66E3-A540-4B71-8654-AEA3424EA8EB}" destId="{0D97E2D4-DC15-418A-B37D-81426E6BC914}" srcOrd="1" destOrd="0" parTransId="{2D6B5992-CDF2-4154-995B-13684EB9494D}" sibTransId="{E0B959BD-E9DD-4B34-9AF9-65AEB6FF6261}"/>
    <dgm:cxn modelId="{14BA3A51-9D89-4B5B-9C8F-1682EE611E93}" type="presOf" srcId="{C26A41EB-EC13-4CA5-8AE4-555310071D9D}" destId="{9F399DF4-0FD6-41A1-8B4D-D08AFF739978}" srcOrd="0" destOrd="0" presId="urn:microsoft.com/office/officeart/2008/layout/HorizontalMultiLevelHierarchy"/>
    <dgm:cxn modelId="{B4DF2DCA-6903-4516-A20B-3A393544B0AF}" type="presOf" srcId="{FEC93C85-1B90-40BD-87CE-40373A610E53}" destId="{78CFCACA-743B-437B-8317-7AB907367957}" srcOrd="0" destOrd="0" presId="urn:microsoft.com/office/officeart/2008/layout/HorizontalMultiLevelHierarchy"/>
    <dgm:cxn modelId="{E560F6B0-B221-4D63-BC5A-2C32BB890A09}" srcId="{B2AE66E3-A540-4B71-8654-AEA3424EA8EB}" destId="{1668E97F-B280-4D27-B1D2-E778906BA1B3}" srcOrd="2" destOrd="0" parTransId="{FEC93C85-1B90-40BD-87CE-40373A610E53}" sibTransId="{ED2199D6-27D8-4242-BCB1-4FCA70D81553}"/>
    <dgm:cxn modelId="{DB14091D-53FB-4918-8E43-01B0571D6296}" type="presOf" srcId="{1668E97F-B280-4D27-B1D2-E778906BA1B3}" destId="{6E626F63-7BF7-46AE-AE40-1C5FE20A93FB}" srcOrd="0" destOrd="0" presId="urn:microsoft.com/office/officeart/2008/layout/HorizontalMultiLevelHierarchy"/>
    <dgm:cxn modelId="{08BF2E10-A7C4-40C9-80B8-A4AB3AA1E933}" type="presOf" srcId="{A5165A98-2CDF-4AF7-96C1-550A134B0D8A}" destId="{5D816FAD-CC65-4FA4-BB58-A7A0A1FD14DD}" srcOrd="0" destOrd="0" presId="urn:microsoft.com/office/officeart/2008/layout/HorizontalMultiLevelHierarchy"/>
    <dgm:cxn modelId="{D29AB3A0-C9A4-4E57-ABA1-33A124525E33}" type="presOf" srcId="{FEC93C85-1B90-40BD-87CE-40373A610E53}" destId="{44A0C390-D05C-4F78-94F3-4ABC1BFA0D77}" srcOrd="1" destOrd="0" presId="urn:microsoft.com/office/officeart/2008/layout/HorizontalMultiLevelHierarchy"/>
    <dgm:cxn modelId="{3ED6AC3D-8F68-457E-B56D-2EC3B2291676}" srcId="{B2AE66E3-A540-4B71-8654-AEA3424EA8EB}" destId="{803CD3E6-48EC-4A36-AE92-2DEBA43323B5}" srcOrd="0" destOrd="0" parTransId="{C26A41EB-EC13-4CA5-8AE4-555310071D9D}" sibTransId="{C92E8878-4191-4B2A-8BDA-869C32522390}"/>
    <dgm:cxn modelId="{ED3F5625-8910-4011-9E0F-30E9CEF680BF}" type="presOf" srcId="{2D6B5992-CDF2-4154-995B-13684EB9494D}" destId="{49A8C918-A4AD-4B0F-8971-538F107BCE28}" srcOrd="1" destOrd="0" presId="urn:microsoft.com/office/officeart/2008/layout/HorizontalMultiLevelHierarchy"/>
    <dgm:cxn modelId="{B1A625CC-68D8-47B5-9BDA-A8305FBB9852}" type="presOf" srcId="{2D6B5992-CDF2-4154-995B-13684EB9494D}" destId="{9733FCAD-AA06-4EC1-949F-FC459132A5BA}" srcOrd="0" destOrd="0" presId="urn:microsoft.com/office/officeart/2008/layout/HorizontalMultiLevelHierarchy"/>
    <dgm:cxn modelId="{B343AACD-E642-46F9-909A-947276D1D8DE}" type="presOf" srcId="{803CD3E6-48EC-4A36-AE92-2DEBA43323B5}" destId="{D3EDC157-EADF-449B-8D8B-C8FBA570934E}" srcOrd="0" destOrd="0" presId="urn:microsoft.com/office/officeart/2008/layout/HorizontalMultiLevelHierarchy"/>
    <dgm:cxn modelId="{D8B90620-3438-4632-8CB6-28741D808FBE}" type="presParOf" srcId="{AB4982EE-16E8-4FAA-B353-2C0747FC7FA0}" destId="{14D9E142-24C3-4C01-945B-ACC93C86C7B3}" srcOrd="0" destOrd="0" presId="urn:microsoft.com/office/officeart/2008/layout/HorizontalMultiLevelHierarchy"/>
    <dgm:cxn modelId="{56D077A8-75A2-4AD4-AB3B-44983256B612}" type="presParOf" srcId="{14D9E142-24C3-4C01-945B-ACC93C86C7B3}" destId="{A7006F0D-211D-458C-9FE4-8809446224F1}" srcOrd="0" destOrd="0" presId="urn:microsoft.com/office/officeart/2008/layout/HorizontalMultiLevelHierarchy"/>
    <dgm:cxn modelId="{C76BA12F-586D-409B-A071-F9D532858E46}" type="presParOf" srcId="{14D9E142-24C3-4C01-945B-ACC93C86C7B3}" destId="{E0FDBF7B-B606-43B7-82C0-D31209869573}" srcOrd="1" destOrd="0" presId="urn:microsoft.com/office/officeart/2008/layout/HorizontalMultiLevelHierarchy"/>
    <dgm:cxn modelId="{748489FD-617F-4EC6-A0DB-96688394EF61}" type="presParOf" srcId="{E0FDBF7B-B606-43B7-82C0-D31209869573}" destId="{9F399DF4-0FD6-41A1-8B4D-D08AFF739978}" srcOrd="0" destOrd="0" presId="urn:microsoft.com/office/officeart/2008/layout/HorizontalMultiLevelHierarchy"/>
    <dgm:cxn modelId="{F7266AB7-35EB-40BB-80C2-87920DD0DF69}" type="presParOf" srcId="{9F399DF4-0FD6-41A1-8B4D-D08AFF739978}" destId="{8053BCE2-1EBA-46DF-837B-8234BA1830A9}" srcOrd="0" destOrd="0" presId="urn:microsoft.com/office/officeart/2008/layout/HorizontalMultiLevelHierarchy"/>
    <dgm:cxn modelId="{3A7A7255-5B82-4BDF-9382-C0B6EC35373F}" type="presParOf" srcId="{E0FDBF7B-B606-43B7-82C0-D31209869573}" destId="{4BA2824E-7DCC-4C48-BE25-46638E45DD38}" srcOrd="1" destOrd="0" presId="urn:microsoft.com/office/officeart/2008/layout/HorizontalMultiLevelHierarchy"/>
    <dgm:cxn modelId="{1377CD2A-AF91-461B-8D35-30700FD07F58}" type="presParOf" srcId="{4BA2824E-7DCC-4C48-BE25-46638E45DD38}" destId="{D3EDC157-EADF-449B-8D8B-C8FBA570934E}" srcOrd="0" destOrd="0" presId="urn:microsoft.com/office/officeart/2008/layout/HorizontalMultiLevelHierarchy"/>
    <dgm:cxn modelId="{7BF0CA35-485A-4D28-8353-AC1DD792E2C9}" type="presParOf" srcId="{4BA2824E-7DCC-4C48-BE25-46638E45DD38}" destId="{3E7B4F40-8FF0-45BB-8695-C0A54ADF6EC6}" srcOrd="1" destOrd="0" presId="urn:microsoft.com/office/officeart/2008/layout/HorizontalMultiLevelHierarchy"/>
    <dgm:cxn modelId="{EDE62F19-E4C5-47E4-B7F0-A5B074FA4CD7}" type="presParOf" srcId="{E0FDBF7B-B606-43B7-82C0-D31209869573}" destId="{9733FCAD-AA06-4EC1-949F-FC459132A5BA}" srcOrd="2" destOrd="0" presId="urn:microsoft.com/office/officeart/2008/layout/HorizontalMultiLevelHierarchy"/>
    <dgm:cxn modelId="{28AD32B4-34A1-4E72-9716-2C67B3BDF688}" type="presParOf" srcId="{9733FCAD-AA06-4EC1-949F-FC459132A5BA}" destId="{49A8C918-A4AD-4B0F-8971-538F107BCE28}" srcOrd="0" destOrd="0" presId="urn:microsoft.com/office/officeart/2008/layout/HorizontalMultiLevelHierarchy"/>
    <dgm:cxn modelId="{DB2D59CB-1EC3-497B-BDB4-D10A92A90F12}" type="presParOf" srcId="{E0FDBF7B-B606-43B7-82C0-D31209869573}" destId="{B1D9C619-3DDD-4038-BA4D-7856E4D0E7E4}" srcOrd="3" destOrd="0" presId="urn:microsoft.com/office/officeart/2008/layout/HorizontalMultiLevelHierarchy"/>
    <dgm:cxn modelId="{255E2EAF-5120-4755-96F5-C96BC4C3ECE0}" type="presParOf" srcId="{B1D9C619-3DDD-4038-BA4D-7856E4D0E7E4}" destId="{A02D0F5D-B85C-4FF8-A7B6-2EB78645394B}" srcOrd="0" destOrd="0" presId="urn:microsoft.com/office/officeart/2008/layout/HorizontalMultiLevelHierarchy"/>
    <dgm:cxn modelId="{F40DBA6A-BE91-435E-AAD5-25B09EC1920C}" type="presParOf" srcId="{B1D9C619-3DDD-4038-BA4D-7856E4D0E7E4}" destId="{EC0E1A6D-2D8B-41D2-B016-B47C2711F706}" srcOrd="1" destOrd="0" presId="urn:microsoft.com/office/officeart/2008/layout/HorizontalMultiLevelHierarchy"/>
    <dgm:cxn modelId="{1C708AEA-9FC4-4473-94CC-CE58402E0B9C}" type="presParOf" srcId="{E0FDBF7B-B606-43B7-82C0-D31209869573}" destId="{78CFCACA-743B-437B-8317-7AB907367957}" srcOrd="4" destOrd="0" presId="urn:microsoft.com/office/officeart/2008/layout/HorizontalMultiLevelHierarchy"/>
    <dgm:cxn modelId="{D938983D-AACC-4B63-A86D-31A443FDB380}" type="presParOf" srcId="{78CFCACA-743B-437B-8317-7AB907367957}" destId="{44A0C390-D05C-4F78-94F3-4ABC1BFA0D77}" srcOrd="0" destOrd="0" presId="urn:microsoft.com/office/officeart/2008/layout/HorizontalMultiLevelHierarchy"/>
    <dgm:cxn modelId="{AF87C3DD-6463-4469-A412-1EDF7DBD1764}" type="presParOf" srcId="{E0FDBF7B-B606-43B7-82C0-D31209869573}" destId="{0C625FE2-A648-4A5B-A4E8-3528A8AAC2B1}" srcOrd="5" destOrd="0" presId="urn:microsoft.com/office/officeart/2008/layout/HorizontalMultiLevelHierarchy"/>
    <dgm:cxn modelId="{5528FC08-8FC9-4495-BFA3-CC3D1202B92F}" type="presParOf" srcId="{0C625FE2-A648-4A5B-A4E8-3528A8AAC2B1}" destId="{6E626F63-7BF7-46AE-AE40-1C5FE20A93FB}" srcOrd="0" destOrd="0" presId="urn:microsoft.com/office/officeart/2008/layout/HorizontalMultiLevelHierarchy"/>
    <dgm:cxn modelId="{3ACA9997-9DC3-4B44-AC7B-E543E5DAE86F}" type="presParOf" srcId="{0C625FE2-A648-4A5B-A4E8-3528A8AAC2B1}" destId="{1B098076-0ADF-44C2-BA1D-5288C89C2FA6}" srcOrd="1" destOrd="0" presId="urn:microsoft.com/office/officeart/2008/layout/HorizontalMultiLevelHierarchy"/>
    <dgm:cxn modelId="{42E633E1-FEF0-425C-936E-109A71330BA3}" type="presParOf" srcId="{E0FDBF7B-B606-43B7-82C0-D31209869573}" destId="{D12916B9-653E-400F-B6C4-0DD981B664DB}" srcOrd="6" destOrd="0" presId="urn:microsoft.com/office/officeart/2008/layout/HorizontalMultiLevelHierarchy"/>
    <dgm:cxn modelId="{E0FB6207-66F0-460B-8715-8BA805D232E7}" type="presParOf" srcId="{D12916B9-653E-400F-B6C4-0DD981B664DB}" destId="{5693FE45-84EF-4823-BED5-9496F7AD3C5A}" srcOrd="0" destOrd="0" presId="urn:microsoft.com/office/officeart/2008/layout/HorizontalMultiLevelHierarchy"/>
    <dgm:cxn modelId="{DCF91038-DA29-4C14-ABA4-A6FBFEFB704A}" type="presParOf" srcId="{E0FDBF7B-B606-43B7-82C0-D31209869573}" destId="{C939FDCA-54EA-4BE2-BE30-5B0678A08A04}" srcOrd="7" destOrd="0" presId="urn:microsoft.com/office/officeart/2008/layout/HorizontalMultiLevelHierarchy"/>
    <dgm:cxn modelId="{BC37CDBB-3436-4866-B63D-4C27CC4E3B90}" type="presParOf" srcId="{C939FDCA-54EA-4BE2-BE30-5B0678A08A04}" destId="{5D816FAD-CC65-4FA4-BB58-A7A0A1FD14DD}" srcOrd="0" destOrd="0" presId="urn:microsoft.com/office/officeart/2008/layout/HorizontalMultiLevelHierarchy"/>
    <dgm:cxn modelId="{FA2E30C8-41CA-4C06-AFEA-E32CDB8D5E53}" type="presParOf" srcId="{C939FDCA-54EA-4BE2-BE30-5B0678A08A04}" destId="{0080BDA7-E536-47C7-9AEC-E2A73E309A7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C697394-4C4A-4E31-BEAA-FE48234C334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329EBB2-A5A3-4A40-8E8D-3B97D0837803}">
      <dgm:prSet phldrT="[Текст]"/>
      <dgm:spPr/>
      <dgm:t>
        <a:bodyPr/>
        <a:lstStyle/>
        <a:p>
          <a:r>
            <a:rPr lang="ru-RU" dirty="0" smtClean="0"/>
            <a:t>Высказывания заказчика</a:t>
          </a:r>
          <a:endParaRPr lang="ru-RU" dirty="0"/>
        </a:p>
      </dgm:t>
    </dgm:pt>
    <dgm:pt modelId="{B7766854-34E7-487D-9648-A385C7BF1709}" type="parTrans" cxnId="{3051C404-36F9-477F-87A7-05FFEA37281F}">
      <dgm:prSet/>
      <dgm:spPr/>
      <dgm:t>
        <a:bodyPr/>
        <a:lstStyle/>
        <a:p>
          <a:endParaRPr lang="ru-RU"/>
        </a:p>
      </dgm:t>
    </dgm:pt>
    <dgm:pt modelId="{F6DA718A-5CDF-43BA-9EA6-7D23572C431B}" type="sibTrans" cxnId="{3051C404-36F9-477F-87A7-05FFEA37281F}">
      <dgm:prSet/>
      <dgm:spPr/>
      <dgm:t>
        <a:bodyPr/>
        <a:lstStyle/>
        <a:p>
          <a:endParaRPr lang="ru-RU"/>
        </a:p>
      </dgm:t>
    </dgm:pt>
    <dgm:pt modelId="{144D42BC-CBD0-473C-A62B-1AAAB11A87A5}">
      <dgm:prSet phldrT="[Текст]"/>
      <dgm:spPr/>
      <dgm:t>
        <a:bodyPr/>
        <a:lstStyle/>
        <a:p>
          <a:r>
            <a:rPr lang="ru-RU" dirty="0" smtClean="0"/>
            <a:t>бизнес-требования</a:t>
          </a:r>
          <a:endParaRPr lang="ru-RU" dirty="0"/>
        </a:p>
      </dgm:t>
    </dgm:pt>
    <dgm:pt modelId="{65E77F2F-F9A2-4607-B644-E5030E1B1185}" type="parTrans" cxnId="{63F621EC-7D30-4493-B0CE-E9215DBB1C8A}">
      <dgm:prSet/>
      <dgm:spPr/>
      <dgm:t>
        <a:bodyPr/>
        <a:lstStyle/>
        <a:p>
          <a:endParaRPr lang="ru-RU"/>
        </a:p>
      </dgm:t>
    </dgm:pt>
    <dgm:pt modelId="{8710807D-4527-4897-9A1A-EBCE52923E66}" type="sibTrans" cxnId="{63F621EC-7D30-4493-B0CE-E9215DBB1C8A}">
      <dgm:prSet/>
      <dgm:spPr/>
      <dgm:t>
        <a:bodyPr/>
        <a:lstStyle/>
        <a:p>
          <a:endParaRPr lang="ru-RU"/>
        </a:p>
      </dgm:t>
    </dgm:pt>
    <dgm:pt modelId="{A9E1A400-CC00-4C62-A8D0-C5418C1D7AE9}">
      <dgm:prSet phldrT="[Текст]"/>
      <dgm:spPr/>
      <dgm:t>
        <a:bodyPr/>
        <a:lstStyle/>
        <a:p>
          <a:r>
            <a:rPr lang="ru-RU" dirty="0" smtClean="0"/>
            <a:t>требования пользователей</a:t>
          </a:r>
          <a:endParaRPr lang="ru-RU" dirty="0"/>
        </a:p>
      </dgm:t>
    </dgm:pt>
    <dgm:pt modelId="{AE9D28A3-A671-4281-9DE1-7F29A0EDEC69}" type="parTrans" cxnId="{CDA2956A-BB3F-463B-9A10-F1ACECEC7B0A}">
      <dgm:prSet/>
      <dgm:spPr/>
      <dgm:t>
        <a:bodyPr/>
        <a:lstStyle/>
        <a:p>
          <a:endParaRPr lang="ru-RU"/>
        </a:p>
      </dgm:t>
    </dgm:pt>
    <dgm:pt modelId="{E142DD03-A60D-471B-BB8F-ECACE4728E0D}" type="sibTrans" cxnId="{CDA2956A-BB3F-463B-9A10-F1ACECEC7B0A}">
      <dgm:prSet/>
      <dgm:spPr/>
      <dgm:t>
        <a:bodyPr/>
        <a:lstStyle/>
        <a:p>
          <a:endParaRPr lang="ru-RU"/>
        </a:p>
      </dgm:t>
    </dgm:pt>
    <dgm:pt modelId="{F2F03C1A-1588-4953-8D75-DEE8C3621D5B}">
      <dgm:prSet/>
      <dgm:spPr/>
      <dgm:t>
        <a:bodyPr/>
        <a:lstStyle/>
        <a:p>
          <a:r>
            <a:rPr lang="ru-RU" dirty="0" smtClean="0"/>
            <a:t>сотрудники аналитической группы исполнителя, внешние эксперты и т.д.</a:t>
          </a:r>
          <a:endParaRPr lang="ru-RU" dirty="0"/>
        </a:p>
      </dgm:t>
    </dgm:pt>
    <dgm:pt modelId="{B227D808-23DE-4378-8662-DF6F77A94968}" type="parTrans" cxnId="{3D8E7B9B-CF78-42D5-ABB5-C24699C78B3C}">
      <dgm:prSet/>
      <dgm:spPr/>
      <dgm:t>
        <a:bodyPr/>
        <a:lstStyle/>
        <a:p>
          <a:endParaRPr lang="ru-RU"/>
        </a:p>
      </dgm:t>
    </dgm:pt>
    <dgm:pt modelId="{A527E787-0B2E-4A22-BA05-D5071D8F567E}" type="sibTrans" cxnId="{3D8E7B9B-CF78-42D5-ABB5-C24699C78B3C}">
      <dgm:prSet/>
      <dgm:spPr/>
      <dgm:t>
        <a:bodyPr/>
        <a:lstStyle/>
        <a:p>
          <a:endParaRPr lang="ru-RU"/>
        </a:p>
      </dgm:t>
    </dgm:pt>
    <dgm:pt modelId="{17923124-0D77-415D-A617-F5A30B4271CF}" type="pres">
      <dgm:prSet presAssocID="{2C697394-4C4A-4E31-BEAA-FE48234C334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79EB38D8-C69D-4105-90C4-B6F6280AFBAB}" type="pres">
      <dgm:prSet presAssocID="{3329EBB2-A5A3-4A40-8E8D-3B97D0837803}" presName="hierRoot1" presStyleCnt="0">
        <dgm:presLayoutVars>
          <dgm:hierBranch/>
        </dgm:presLayoutVars>
      </dgm:prSet>
      <dgm:spPr/>
    </dgm:pt>
    <dgm:pt modelId="{6F0ECFA2-3C89-4C83-94D4-D5413F85E199}" type="pres">
      <dgm:prSet presAssocID="{3329EBB2-A5A3-4A40-8E8D-3B97D0837803}" presName="rootComposite1" presStyleCnt="0"/>
      <dgm:spPr/>
    </dgm:pt>
    <dgm:pt modelId="{93F6E21A-F5FA-4EA6-B0B8-A0F45E354E36}" type="pres">
      <dgm:prSet presAssocID="{3329EBB2-A5A3-4A40-8E8D-3B97D0837803}" presName="rootText1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52B305C-8EDC-4A21-8F33-BBF52A2841DF}" type="pres">
      <dgm:prSet presAssocID="{3329EBB2-A5A3-4A40-8E8D-3B97D0837803}" presName="rootConnector1" presStyleLbl="node1" presStyleIdx="0" presStyleCnt="0"/>
      <dgm:spPr/>
      <dgm:t>
        <a:bodyPr/>
        <a:lstStyle/>
        <a:p>
          <a:endParaRPr lang="ru-RU"/>
        </a:p>
      </dgm:t>
    </dgm:pt>
    <dgm:pt modelId="{E06B67C4-28E7-42E1-900F-96B31D682F68}" type="pres">
      <dgm:prSet presAssocID="{3329EBB2-A5A3-4A40-8E8D-3B97D0837803}" presName="hierChild2" presStyleCnt="0"/>
      <dgm:spPr/>
    </dgm:pt>
    <dgm:pt modelId="{4359A98C-9746-47BC-B4CF-AC7F08A4255C}" type="pres">
      <dgm:prSet presAssocID="{65E77F2F-F9A2-4607-B644-E5030E1B1185}" presName="Name35" presStyleLbl="parChTrans1D2" presStyleIdx="0" presStyleCnt="2"/>
      <dgm:spPr/>
      <dgm:t>
        <a:bodyPr/>
        <a:lstStyle/>
        <a:p>
          <a:endParaRPr lang="ru-RU"/>
        </a:p>
      </dgm:t>
    </dgm:pt>
    <dgm:pt modelId="{19641889-46FC-4738-993D-B731E4036951}" type="pres">
      <dgm:prSet presAssocID="{144D42BC-CBD0-473C-A62B-1AAAB11A87A5}" presName="hierRoot2" presStyleCnt="0">
        <dgm:presLayoutVars>
          <dgm:hierBranch val="init"/>
        </dgm:presLayoutVars>
      </dgm:prSet>
      <dgm:spPr/>
    </dgm:pt>
    <dgm:pt modelId="{6650AF99-D0F1-41F0-85A6-61E2694155C8}" type="pres">
      <dgm:prSet presAssocID="{144D42BC-CBD0-473C-A62B-1AAAB11A87A5}" presName="rootComposite" presStyleCnt="0"/>
      <dgm:spPr/>
    </dgm:pt>
    <dgm:pt modelId="{D469E916-2967-4F5F-87BB-8B18FD51D8E4}" type="pres">
      <dgm:prSet presAssocID="{144D42BC-CBD0-473C-A62B-1AAAB11A87A5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61AFF53-3033-419A-ADF7-3DDC3AAD8B18}" type="pres">
      <dgm:prSet presAssocID="{144D42BC-CBD0-473C-A62B-1AAAB11A87A5}" presName="rootConnector" presStyleLbl="node2" presStyleIdx="0" presStyleCnt="2"/>
      <dgm:spPr/>
      <dgm:t>
        <a:bodyPr/>
        <a:lstStyle/>
        <a:p>
          <a:endParaRPr lang="ru-RU"/>
        </a:p>
      </dgm:t>
    </dgm:pt>
    <dgm:pt modelId="{95C7FD3F-E127-4A99-A8E4-A081685C0C7B}" type="pres">
      <dgm:prSet presAssocID="{144D42BC-CBD0-473C-A62B-1AAAB11A87A5}" presName="hierChild4" presStyleCnt="0"/>
      <dgm:spPr/>
    </dgm:pt>
    <dgm:pt modelId="{85467A37-28D0-490E-B804-449ED9EB3A25}" type="pres">
      <dgm:prSet presAssocID="{144D42BC-CBD0-473C-A62B-1AAAB11A87A5}" presName="hierChild5" presStyleCnt="0"/>
      <dgm:spPr/>
    </dgm:pt>
    <dgm:pt modelId="{8106EC20-6990-4AF6-88E6-E857BAE0163C}" type="pres">
      <dgm:prSet presAssocID="{AE9D28A3-A671-4281-9DE1-7F29A0EDEC69}" presName="Name35" presStyleLbl="parChTrans1D2" presStyleIdx="1" presStyleCnt="2"/>
      <dgm:spPr/>
      <dgm:t>
        <a:bodyPr/>
        <a:lstStyle/>
        <a:p>
          <a:endParaRPr lang="ru-RU"/>
        </a:p>
      </dgm:t>
    </dgm:pt>
    <dgm:pt modelId="{80EB88B5-D8F3-48D6-B2B3-1AA309E2CC8F}" type="pres">
      <dgm:prSet presAssocID="{A9E1A400-CC00-4C62-A8D0-C5418C1D7AE9}" presName="hierRoot2" presStyleCnt="0">
        <dgm:presLayoutVars>
          <dgm:hierBranch val="init"/>
        </dgm:presLayoutVars>
      </dgm:prSet>
      <dgm:spPr/>
    </dgm:pt>
    <dgm:pt modelId="{BA33A926-6E42-4E65-934B-DAD99FF011D5}" type="pres">
      <dgm:prSet presAssocID="{A9E1A400-CC00-4C62-A8D0-C5418C1D7AE9}" presName="rootComposite" presStyleCnt="0"/>
      <dgm:spPr/>
    </dgm:pt>
    <dgm:pt modelId="{DE61E0EA-DF2E-43BA-8177-0F65A797C379}" type="pres">
      <dgm:prSet presAssocID="{A9E1A400-CC00-4C62-A8D0-C5418C1D7AE9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0F42A7E-C631-4D3F-9642-50773C5B990C}" type="pres">
      <dgm:prSet presAssocID="{A9E1A400-CC00-4C62-A8D0-C5418C1D7AE9}" presName="rootConnector" presStyleLbl="node2" presStyleIdx="1" presStyleCnt="2"/>
      <dgm:spPr/>
      <dgm:t>
        <a:bodyPr/>
        <a:lstStyle/>
        <a:p>
          <a:endParaRPr lang="ru-RU"/>
        </a:p>
      </dgm:t>
    </dgm:pt>
    <dgm:pt modelId="{0E6D8E43-B838-462C-A179-837E3DB92023}" type="pres">
      <dgm:prSet presAssocID="{A9E1A400-CC00-4C62-A8D0-C5418C1D7AE9}" presName="hierChild4" presStyleCnt="0"/>
      <dgm:spPr/>
    </dgm:pt>
    <dgm:pt modelId="{34AFA5F1-9F3F-47FD-87EB-D03B2A30CF1B}" type="pres">
      <dgm:prSet presAssocID="{A9E1A400-CC00-4C62-A8D0-C5418C1D7AE9}" presName="hierChild5" presStyleCnt="0"/>
      <dgm:spPr/>
    </dgm:pt>
    <dgm:pt modelId="{7C7349E4-3B71-4213-9FEA-34EB39740374}" type="pres">
      <dgm:prSet presAssocID="{3329EBB2-A5A3-4A40-8E8D-3B97D0837803}" presName="hierChild3" presStyleCnt="0"/>
      <dgm:spPr/>
    </dgm:pt>
    <dgm:pt modelId="{95E7BBBD-3F32-4871-AAE5-9C768E3101F7}" type="pres">
      <dgm:prSet presAssocID="{F2F03C1A-1588-4953-8D75-DEE8C3621D5B}" presName="hierRoot1" presStyleCnt="0">
        <dgm:presLayoutVars>
          <dgm:hierBranch/>
        </dgm:presLayoutVars>
      </dgm:prSet>
      <dgm:spPr/>
    </dgm:pt>
    <dgm:pt modelId="{BA9C3E7B-F6FF-4EAB-BBA0-A567630739E2}" type="pres">
      <dgm:prSet presAssocID="{F2F03C1A-1588-4953-8D75-DEE8C3621D5B}" presName="rootComposite1" presStyleCnt="0"/>
      <dgm:spPr/>
    </dgm:pt>
    <dgm:pt modelId="{086FF276-3B95-4FC8-B327-65EE2E0B7E56}" type="pres">
      <dgm:prSet presAssocID="{F2F03C1A-1588-4953-8D75-DEE8C3621D5B}" presName="rootText1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247EE0F-750C-4A7A-BF69-908DCCC5BC10}" type="pres">
      <dgm:prSet presAssocID="{F2F03C1A-1588-4953-8D75-DEE8C3621D5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7D2D2FA5-F27C-430C-9B75-FBC4B8EAFFC0}" type="pres">
      <dgm:prSet presAssocID="{F2F03C1A-1588-4953-8D75-DEE8C3621D5B}" presName="hierChild2" presStyleCnt="0"/>
      <dgm:spPr/>
    </dgm:pt>
    <dgm:pt modelId="{057A8BAC-C131-4F99-915F-6D9DB60DB4B8}" type="pres">
      <dgm:prSet presAssocID="{F2F03C1A-1588-4953-8D75-DEE8C3621D5B}" presName="hierChild3" presStyleCnt="0"/>
      <dgm:spPr/>
    </dgm:pt>
  </dgm:ptLst>
  <dgm:cxnLst>
    <dgm:cxn modelId="{3D083652-0056-4205-8771-58E0C6422E74}" type="presOf" srcId="{A9E1A400-CC00-4C62-A8D0-C5418C1D7AE9}" destId="{00F42A7E-C631-4D3F-9642-50773C5B990C}" srcOrd="1" destOrd="0" presId="urn:microsoft.com/office/officeart/2005/8/layout/orgChart1"/>
    <dgm:cxn modelId="{CDA2956A-BB3F-463B-9A10-F1ACECEC7B0A}" srcId="{3329EBB2-A5A3-4A40-8E8D-3B97D0837803}" destId="{A9E1A400-CC00-4C62-A8D0-C5418C1D7AE9}" srcOrd="1" destOrd="0" parTransId="{AE9D28A3-A671-4281-9DE1-7F29A0EDEC69}" sibTransId="{E142DD03-A60D-471B-BB8F-ECACE4728E0D}"/>
    <dgm:cxn modelId="{BC14D19F-FC68-4C66-AEF2-3A5C603B63AC}" type="presOf" srcId="{AE9D28A3-A671-4281-9DE1-7F29A0EDEC69}" destId="{8106EC20-6990-4AF6-88E6-E857BAE0163C}" srcOrd="0" destOrd="0" presId="urn:microsoft.com/office/officeart/2005/8/layout/orgChart1"/>
    <dgm:cxn modelId="{43680F06-4764-4D9E-82F3-2F7D83299B9E}" type="presOf" srcId="{3329EBB2-A5A3-4A40-8E8D-3B97D0837803}" destId="{93F6E21A-F5FA-4EA6-B0B8-A0F45E354E36}" srcOrd="0" destOrd="0" presId="urn:microsoft.com/office/officeart/2005/8/layout/orgChart1"/>
    <dgm:cxn modelId="{33623D74-2DA1-462C-96E7-6F63EBE288BD}" type="presOf" srcId="{F2F03C1A-1588-4953-8D75-DEE8C3621D5B}" destId="{086FF276-3B95-4FC8-B327-65EE2E0B7E56}" srcOrd="0" destOrd="0" presId="urn:microsoft.com/office/officeart/2005/8/layout/orgChart1"/>
    <dgm:cxn modelId="{3051C404-36F9-477F-87A7-05FFEA37281F}" srcId="{2C697394-4C4A-4E31-BEAA-FE48234C3348}" destId="{3329EBB2-A5A3-4A40-8E8D-3B97D0837803}" srcOrd="0" destOrd="0" parTransId="{B7766854-34E7-487D-9648-A385C7BF1709}" sibTransId="{F6DA718A-5CDF-43BA-9EA6-7D23572C431B}"/>
    <dgm:cxn modelId="{8D5D6597-E0EB-41D1-8C3B-316D9E41F977}" type="presOf" srcId="{2C697394-4C4A-4E31-BEAA-FE48234C3348}" destId="{17923124-0D77-415D-A617-F5A30B4271CF}" srcOrd="0" destOrd="0" presId="urn:microsoft.com/office/officeart/2005/8/layout/orgChart1"/>
    <dgm:cxn modelId="{7D30B9E5-3B2A-4DC9-81E4-22ABB4E64D38}" type="presOf" srcId="{65E77F2F-F9A2-4607-B644-E5030E1B1185}" destId="{4359A98C-9746-47BC-B4CF-AC7F08A4255C}" srcOrd="0" destOrd="0" presId="urn:microsoft.com/office/officeart/2005/8/layout/orgChart1"/>
    <dgm:cxn modelId="{1743147D-055D-4BA6-AB1F-8C106C3DFA89}" type="presOf" srcId="{3329EBB2-A5A3-4A40-8E8D-3B97D0837803}" destId="{752B305C-8EDC-4A21-8F33-BBF52A2841DF}" srcOrd="1" destOrd="0" presId="urn:microsoft.com/office/officeart/2005/8/layout/orgChart1"/>
    <dgm:cxn modelId="{3D8E7B9B-CF78-42D5-ABB5-C24699C78B3C}" srcId="{2C697394-4C4A-4E31-BEAA-FE48234C3348}" destId="{F2F03C1A-1588-4953-8D75-DEE8C3621D5B}" srcOrd="1" destOrd="0" parTransId="{B227D808-23DE-4378-8662-DF6F77A94968}" sibTransId="{A527E787-0B2E-4A22-BA05-D5071D8F567E}"/>
    <dgm:cxn modelId="{41616010-97BA-42B9-BB6B-2F2CE2E79505}" type="presOf" srcId="{144D42BC-CBD0-473C-A62B-1AAAB11A87A5}" destId="{061AFF53-3033-419A-ADF7-3DDC3AAD8B18}" srcOrd="1" destOrd="0" presId="urn:microsoft.com/office/officeart/2005/8/layout/orgChart1"/>
    <dgm:cxn modelId="{63F621EC-7D30-4493-B0CE-E9215DBB1C8A}" srcId="{3329EBB2-A5A3-4A40-8E8D-3B97D0837803}" destId="{144D42BC-CBD0-473C-A62B-1AAAB11A87A5}" srcOrd="0" destOrd="0" parTransId="{65E77F2F-F9A2-4607-B644-E5030E1B1185}" sibTransId="{8710807D-4527-4897-9A1A-EBCE52923E66}"/>
    <dgm:cxn modelId="{3A0BBA97-213B-4F05-BD10-2F5E764A62F1}" type="presOf" srcId="{A9E1A400-CC00-4C62-A8D0-C5418C1D7AE9}" destId="{DE61E0EA-DF2E-43BA-8177-0F65A797C379}" srcOrd="0" destOrd="0" presId="urn:microsoft.com/office/officeart/2005/8/layout/orgChart1"/>
    <dgm:cxn modelId="{C89E53ED-54FB-4808-847E-387C9FC821E9}" type="presOf" srcId="{144D42BC-CBD0-473C-A62B-1AAAB11A87A5}" destId="{D469E916-2967-4F5F-87BB-8B18FD51D8E4}" srcOrd="0" destOrd="0" presId="urn:microsoft.com/office/officeart/2005/8/layout/orgChart1"/>
    <dgm:cxn modelId="{85F8E586-9F58-4715-9F02-27C2D20A229B}" type="presOf" srcId="{F2F03C1A-1588-4953-8D75-DEE8C3621D5B}" destId="{F247EE0F-750C-4A7A-BF69-908DCCC5BC10}" srcOrd="1" destOrd="0" presId="urn:microsoft.com/office/officeart/2005/8/layout/orgChart1"/>
    <dgm:cxn modelId="{A8B0F582-8754-494E-966B-A90F1C391EA5}" type="presParOf" srcId="{17923124-0D77-415D-A617-F5A30B4271CF}" destId="{79EB38D8-C69D-4105-90C4-B6F6280AFBAB}" srcOrd="0" destOrd="0" presId="urn:microsoft.com/office/officeart/2005/8/layout/orgChart1"/>
    <dgm:cxn modelId="{A48A6A51-5408-4A40-8CA8-F65E417A4715}" type="presParOf" srcId="{79EB38D8-C69D-4105-90C4-B6F6280AFBAB}" destId="{6F0ECFA2-3C89-4C83-94D4-D5413F85E199}" srcOrd="0" destOrd="0" presId="urn:microsoft.com/office/officeart/2005/8/layout/orgChart1"/>
    <dgm:cxn modelId="{1C0050EE-6CF7-46C3-9D5C-15E672404E68}" type="presParOf" srcId="{6F0ECFA2-3C89-4C83-94D4-D5413F85E199}" destId="{93F6E21A-F5FA-4EA6-B0B8-A0F45E354E36}" srcOrd="0" destOrd="0" presId="urn:microsoft.com/office/officeart/2005/8/layout/orgChart1"/>
    <dgm:cxn modelId="{A9E04760-5D45-404E-AE9C-0483FB6908BC}" type="presParOf" srcId="{6F0ECFA2-3C89-4C83-94D4-D5413F85E199}" destId="{752B305C-8EDC-4A21-8F33-BBF52A2841DF}" srcOrd="1" destOrd="0" presId="urn:microsoft.com/office/officeart/2005/8/layout/orgChart1"/>
    <dgm:cxn modelId="{0456F87C-56D3-45D1-8057-133148C1D2D5}" type="presParOf" srcId="{79EB38D8-C69D-4105-90C4-B6F6280AFBAB}" destId="{E06B67C4-28E7-42E1-900F-96B31D682F68}" srcOrd="1" destOrd="0" presId="urn:microsoft.com/office/officeart/2005/8/layout/orgChart1"/>
    <dgm:cxn modelId="{B8989494-B37D-4EF5-B9F9-6D99AD8E0CB0}" type="presParOf" srcId="{E06B67C4-28E7-42E1-900F-96B31D682F68}" destId="{4359A98C-9746-47BC-B4CF-AC7F08A4255C}" srcOrd="0" destOrd="0" presId="urn:microsoft.com/office/officeart/2005/8/layout/orgChart1"/>
    <dgm:cxn modelId="{F9CE4175-1B67-451A-93F8-DC6AD1068BFA}" type="presParOf" srcId="{E06B67C4-28E7-42E1-900F-96B31D682F68}" destId="{19641889-46FC-4738-993D-B731E4036951}" srcOrd="1" destOrd="0" presId="urn:microsoft.com/office/officeart/2005/8/layout/orgChart1"/>
    <dgm:cxn modelId="{3BEA26FE-C7EB-4D61-9237-940C04505CA8}" type="presParOf" srcId="{19641889-46FC-4738-993D-B731E4036951}" destId="{6650AF99-D0F1-41F0-85A6-61E2694155C8}" srcOrd="0" destOrd="0" presId="urn:microsoft.com/office/officeart/2005/8/layout/orgChart1"/>
    <dgm:cxn modelId="{124B4041-0A56-43A1-BD45-98AFF07659D0}" type="presParOf" srcId="{6650AF99-D0F1-41F0-85A6-61E2694155C8}" destId="{D469E916-2967-4F5F-87BB-8B18FD51D8E4}" srcOrd="0" destOrd="0" presId="urn:microsoft.com/office/officeart/2005/8/layout/orgChart1"/>
    <dgm:cxn modelId="{C2082B3B-B1B5-4C32-964E-14FDC594AA00}" type="presParOf" srcId="{6650AF99-D0F1-41F0-85A6-61E2694155C8}" destId="{061AFF53-3033-419A-ADF7-3DDC3AAD8B18}" srcOrd="1" destOrd="0" presId="urn:microsoft.com/office/officeart/2005/8/layout/orgChart1"/>
    <dgm:cxn modelId="{3EA2E6EC-5F08-4640-AEE3-8095A14FF20C}" type="presParOf" srcId="{19641889-46FC-4738-993D-B731E4036951}" destId="{95C7FD3F-E127-4A99-A8E4-A081685C0C7B}" srcOrd="1" destOrd="0" presId="urn:microsoft.com/office/officeart/2005/8/layout/orgChart1"/>
    <dgm:cxn modelId="{82E05A36-6B1F-4314-87B3-488BBB769765}" type="presParOf" srcId="{19641889-46FC-4738-993D-B731E4036951}" destId="{85467A37-28D0-490E-B804-449ED9EB3A25}" srcOrd="2" destOrd="0" presId="urn:microsoft.com/office/officeart/2005/8/layout/orgChart1"/>
    <dgm:cxn modelId="{9F29A326-BBE9-41E0-89FE-83E9EF595773}" type="presParOf" srcId="{E06B67C4-28E7-42E1-900F-96B31D682F68}" destId="{8106EC20-6990-4AF6-88E6-E857BAE0163C}" srcOrd="2" destOrd="0" presId="urn:microsoft.com/office/officeart/2005/8/layout/orgChart1"/>
    <dgm:cxn modelId="{21424C0B-5D01-4C72-A786-9B6D2FA2DC00}" type="presParOf" srcId="{E06B67C4-28E7-42E1-900F-96B31D682F68}" destId="{80EB88B5-D8F3-48D6-B2B3-1AA309E2CC8F}" srcOrd="3" destOrd="0" presId="urn:microsoft.com/office/officeart/2005/8/layout/orgChart1"/>
    <dgm:cxn modelId="{C521D31D-3CE5-4409-976B-887C99F6D2F5}" type="presParOf" srcId="{80EB88B5-D8F3-48D6-B2B3-1AA309E2CC8F}" destId="{BA33A926-6E42-4E65-934B-DAD99FF011D5}" srcOrd="0" destOrd="0" presId="urn:microsoft.com/office/officeart/2005/8/layout/orgChart1"/>
    <dgm:cxn modelId="{0963355A-8983-486D-A8F4-90B93327D2D1}" type="presParOf" srcId="{BA33A926-6E42-4E65-934B-DAD99FF011D5}" destId="{DE61E0EA-DF2E-43BA-8177-0F65A797C379}" srcOrd="0" destOrd="0" presId="urn:microsoft.com/office/officeart/2005/8/layout/orgChart1"/>
    <dgm:cxn modelId="{10D2CAF9-568F-4C39-A3C0-0DCA9B701058}" type="presParOf" srcId="{BA33A926-6E42-4E65-934B-DAD99FF011D5}" destId="{00F42A7E-C631-4D3F-9642-50773C5B990C}" srcOrd="1" destOrd="0" presId="urn:microsoft.com/office/officeart/2005/8/layout/orgChart1"/>
    <dgm:cxn modelId="{24CD4711-8F0B-4B31-B256-27EAFFE64A1A}" type="presParOf" srcId="{80EB88B5-D8F3-48D6-B2B3-1AA309E2CC8F}" destId="{0E6D8E43-B838-462C-A179-837E3DB92023}" srcOrd="1" destOrd="0" presId="urn:microsoft.com/office/officeart/2005/8/layout/orgChart1"/>
    <dgm:cxn modelId="{B75702F8-BB20-4DC2-B80F-86BDE2E65BF2}" type="presParOf" srcId="{80EB88B5-D8F3-48D6-B2B3-1AA309E2CC8F}" destId="{34AFA5F1-9F3F-47FD-87EB-D03B2A30CF1B}" srcOrd="2" destOrd="0" presId="urn:microsoft.com/office/officeart/2005/8/layout/orgChart1"/>
    <dgm:cxn modelId="{6163280A-9ACB-4225-BAAB-A9C82622154E}" type="presParOf" srcId="{79EB38D8-C69D-4105-90C4-B6F6280AFBAB}" destId="{7C7349E4-3B71-4213-9FEA-34EB39740374}" srcOrd="2" destOrd="0" presId="urn:microsoft.com/office/officeart/2005/8/layout/orgChart1"/>
    <dgm:cxn modelId="{6FF8EBC6-5073-4CAC-90B2-6DA76D06DFCD}" type="presParOf" srcId="{17923124-0D77-415D-A617-F5A30B4271CF}" destId="{95E7BBBD-3F32-4871-AAE5-9C768E3101F7}" srcOrd="1" destOrd="0" presId="urn:microsoft.com/office/officeart/2005/8/layout/orgChart1"/>
    <dgm:cxn modelId="{677857E2-93FF-4E08-9E48-B433349CB9A2}" type="presParOf" srcId="{95E7BBBD-3F32-4871-AAE5-9C768E3101F7}" destId="{BA9C3E7B-F6FF-4EAB-BBA0-A567630739E2}" srcOrd="0" destOrd="0" presId="urn:microsoft.com/office/officeart/2005/8/layout/orgChart1"/>
    <dgm:cxn modelId="{6A723F14-CADF-48D7-A788-473095A19984}" type="presParOf" srcId="{BA9C3E7B-F6FF-4EAB-BBA0-A567630739E2}" destId="{086FF276-3B95-4FC8-B327-65EE2E0B7E56}" srcOrd="0" destOrd="0" presId="urn:microsoft.com/office/officeart/2005/8/layout/orgChart1"/>
    <dgm:cxn modelId="{9076EB51-CAA9-4DED-8ACC-16C21F9A2C80}" type="presParOf" srcId="{BA9C3E7B-F6FF-4EAB-BBA0-A567630739E2}" destId="{F247EE0F-750C-4A7A-BF69-908DCCC5BC10}" srcOrd="1" destOrd="0" presId="urn:microsoft.com/office/officeart/2005/8/layout/orgChart1"/>
    <dgm:cxn modelId="{A44E8B1D-3807-4A0B-B54A-1762DC0052DD}" type="presParOf" srcId="{95E7BBBD-3F32-4871-AAE5-9C768E3101F7}" destId="{7D2D2FA5-F27C-430C-9B75-FBC4B8EAFFC0}" srcOrd="1" destOrd="0" presId="urn:microsoft.com/office/officeart/2005/8/layout/orgChart1"/>
    <dgm:cxn modelId="{8145D6C4-3B1C-4BF9-A68D-2C981E7DB1A7}" type="presParOf" srcId="{95E7BBBD-3F32-4871-AAE5-9C768E3101F7}" destId="{057A8BAC-C131-4F99-915F-6D9DB60DB4B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92DD958-AAF9-4669-8BFA-A7D09C541C22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AD12AD55-743E-44D0-86FA-D6AE0A9A3634}">
      <dgm:prSet phldrT="[Текст]"/>
      <dgm:spPr/>
      <dgm:t>
        <a:bodyPr/>
        <a:lstStyle/>
        <a:p>
          <a:r>
            <a:rPr lang="ru-RU" dirty="0" smtClean="0"/>
            <a:t>Подготовка</a:t>
          </a:r>
          <a:endParaRPr lang="ru-RU" dirty="0"/>
        </a:p>
      </dgm:t>
    </dgm:pt>
    <dgm:pt modelId="{92289085-5E86-4432-A2A1-65BAF3552634}" type="parTrans" cxnId="{7BE249C1-5EBE-4E57-900B-30ED278650B8}">
      <dgm:prSet/>
      <dgm:spPr/>
      <dgm:t>
        <a:bodyPr/>
        <a:lstStyle/>
        <a:p>
          <a:endParaRPr lang="ru-RU"/>
        </a:p>
      </dgm:t>
    </dgm:pt>
    <dgm:pt modelId="{5906150A-2558-4B1E-9C22-9FDE19E1AF21}" type="sibTrans" cxnId="{7BE249C1-5EBE-4E57-900B-30ED278650B8}">
      <dgm:prSet/>
      <dgm:spPr/>
      <dgm:t>
        <a:bodyPr/>
        <a:lstStyle/>
        <a:p>
          <a:endParaRPr lang="ru-RU"/>
        </a:p>
      </dgm:t>
    </dgm:pt>
    <dgm:pt modelId="{44D0B677-F545-43A1-B8C9-3DB9BDE9024D}">
      <dgm:prSet phldrT="[Текст]"/>
      <dgm:spPr/>
      <dgm:t>
        <a:bodyPr/>
        <a:lstStyle/>
        <a:p>
          <a:r>
            <a:rPr lang="ru-RU" dirty="0" smtClean="0"/>
            <a:t>Проведение интервью (опроса)</a:t>
          </a:r>
          <a:endParaRPr lang="ru-RU" dirty="0"/>
        </a:p>
      </dgm:t>
    </dgm:pt>
    <dgm:pt modelId="{8BCA1BFC-888B-4618-85D9-034F737882B5}" type="parTrans" cxnId="{57815303-0ED9-4BF9-B6E6-B91C77A3EB1A}">
      <dgm:prSet/>
      <dgm:spPr/>
      <dgm:t>
        <a:bodyPr/>
        <a:lstStyle/>
        <a:p>
          <a:endParaRPr lang="ru-RU"/>
        </a:p>
      </dgm:t>
    </dgm:pt>
    <dgm:pt modelId="{33255F42-7C42-453C-8131-969374434DDB}" type="sibTrans" cxnId="{57815303-0ED9-4BF9-B6E6-B91C77A3EB1A}">
      <dgm:prSet/>
      <dgm:spPr/>
      <dgm:t>
        <a:bodyPr/>
        <a:lstStyle/>
        <a:p>
          <a:endParaRPr lang="ru-RU"/>
        </a:p>
      </dgm:t>
    </dgm:pt>
    <dgm:pt modelId="{AA31FBBC-E634-4178-AFD7-087E16488B6A}">
      <dgm:prSet phldrT="[Текст]"/>
      <dgm:spPr/>
      <dgm:t>
        <a:bodyPr/>
        <a:lstStyle/>
        <a:p>
          <a:r>
            <a:rPr lang="ru-RU" dirty="0" smtClean="0"/>
            <a:t>Завершение</a:t>
          </a:r>
          <a:endParaRPr lang="ru-RU" dirty="0"/>
        </a:p>
      </dgm:t>
    </dgm:pt>
    <dgm:pt modelId="{543C944C-F6E3-4CC6-9E38-1506C9347C76}" type="parTrans" cxnId="{62C69ECC-37B4-42BB-8861-62B7FACEC05A}">
      <dgm:prSet/>
      <dgm:spPr/>
      <dgm:t>
        <a:bodyPr/>
        <a:lstStyle/>
        <a:p>
          <a:endParaRPr lang="ru-RU"/>
        </a:p>
      </dgm:t>
    </dgm:pt>
    <dgm:pt modelId="{58881AD9-B79B-471B-BD2F-DFC1C58BFC36}" type="sibTrans" cxnId="{62C69ECC-37B4-42BB-8861-62B7FACEC05A}">
      <dgm:prSet/>
      <dgm:spPr/>
      <dgm:t>
        <a:bodyPr/>
        <a:lstStyle/>
        <a:p>
          <a:endParaRPr lang="ru-RU"/>
        </a:p>
      </dgm:t>
    </dgm:pt>
    <dgm:pt modelId="{4A0DA55B-4EC7-4393-A15B-5A7B367E17D9}" type="pres">
      <dgm:prSet presAssocID="{892DD958-AAF9-4669-8BFA-A7D09C541C22}" presName="Name0" presStyleCnt="0">
        <dgm:presLayoutVars>
          <dgm:dir/>
          <dgm:resizeHandles val="exact"/>
        </dgm:presLayoutVars>
      </dgm:prSet>
      <dgm:spPr/>
    </dgm:pt>
    <dgm:pt modelId="{676293D2-BB33-47F9-A871-956DD9AC68D0}" type="pres">
      <dgm:prSet presAssocID="{AD12AD55-743E-44D0-86FA-D6AE0A9A3634}" presName="parTxOnly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CBA8F7-CE4F-488F-9C92-9B150FF9069C}" type="pres">
      <dgm:prSet presAssocID="{5906150A-2558-4B1E-9C22-9FDE19E1AF21}" presName="parSpace" presStyleCnt="0"/>
      <dgm:spPr/>
    </dgm:pt>
    <dgm:pt modelId="{705F8FC4-4FBF-4F89-B8F6-F4D11D128AA6}" type="pres">
      <dgm:prSet presAssocID="{44D0B677-F545-43A1-B8C9-3DB9BDE9024D}" presName="parTxOnly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E481C38-F151-48F4-BC1D-8E8F22FE1FDB}" type="pres">
      <dgm:prSet presAssocID="{33255F42-7C42-453C-8131-969374434DDB}" presName="parSpace" presStyleCnt="0"/>
      <dgm:spPr/>
    </dgm:pt>
    <dgm:pt modelId="{43724AB4-34EF-433B-8C07-408DA2931379}" type="pres">
      <dgm:prSet presAssocID="{AA31FBBC-E634-4178-AFD7-087E16488B6A}" presName="parTxOnly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7815303-0ED9-4BF9-B6E6-B91C77A3EB1A}" srcId="{892DD958-AAF9-4669-8BFA-A7D09C541C22}" destId="{44D0B677-F545-43A1-B8C9-3DB9BDE9024D}" srcOrd="1" destOrd="0" parTransId="{8BCA1BFC-888B-4618-85D9-034F737882B5}" sibTransId="{33255F42-7C42-453C-8131-969374434DDB}"/>
    <dgm:cxn modelId="{62C69ECC-37B4-42BB-8861-62B7FACEC05A}" srcId="{892DD958-AAF9-4669-8BFA-A7D09C541C22}" destId="{AA31FBBC-E634-4178-AFD7-087E16488B6A}" srcOrd="2" destOrd="0" parTransId="{543C944C-F6E3-4CC6-9E38-1506C9347C76}" sibTransId="{58881AD9-B79B-471B-BD2F-DFC1C58BFC36}"/>
    <dgm:cxn modelId="{485B78A9-07BE-4037-A3FB-A5E4C372822A}" type="presOf" srcId="{AA31FBBC-E634-4178-AFD7-087E16488B6A}" destId="{43724AB4-34EF-433B-8C07-408DA2931379}" srcOrd="0" destOrd="0" presId="urn:microsoft.com/office/officeart/2005/8/layout/hChevron3"/>
    <dgm:cxn modelId="{B9488BC4-FFE2-4328-AF8D-72948DB38CC0}" type="presOf" srcId="{44D0B677-F545-43A1-B8C9-3DB9BDE9024D}" destId="{705F8FC4-4FBF-4F89-B8F6-F4D11D128AA6}" srcOrd="0" destOrd="0" presId="urn:microsoft.com/office/officeart/2005/8/layout/hChevron3"/>
    <dgm:cxn modelId="{131B407A-B864-4D7E-A6FF-2A0DF10470E9}" type="presOf" srcId="{892DD958-AAF9-4669-8BFA-A7D09C541C22}" destId="{4A0DA55B-4EC7-4393-A15B-5A7B367E17D9}" srcOrd="0" destOrd="0" presId="urn:microsoft.com/office/officeart/2005/8/layout/hChevron3"/>
    <dgm:cxn modelId="{7BE249C1-5EBE-4E57-900B-30ED278650B8}" srcId="{892DD958-AAF9-4669-8BFA-A7D09C541C22}" destId="{AD12AD55-743E-44D0-86FA-D6AE0A9A3634}" srcOrd="0" destOrd="0" parTransId="{92289085-5E86-4432-A2A1-65BAF3552634}" sibTransId="{5906150A-2558-4B1E-9C22-9FDE19E1AF21}"/>
    <dgm:cxn modelId="{E230F4A4-0FEC-45AE-A092-90E9C1CD13C4}" type="presOf" srcId="{AD12AD55-743E-44D0-86FA-D6AE0A9A3634}" destId="{676293D2-BB33-47F9-A871-956DD9AC68D0}" srcOrd="0" destOrd="0" presId="urn:microsoft.com/office/officeart/2005/8/layout/hChevron3"/>
    <dgm:cxn modelId="{03191005-7C77-4840-8050-4FFAD72EC737}" type="presParOf" srcId="{4A0DA55B-4EC7-4393-A15B-5A7B367E17D9}" destId="{676293D2-BB33-47F9-A871-956DD9AC68D0}" srcOrd="0" destOrd="0" presId="urn:microsoft.com/office/officeart/2005/8/layout/hChevron3"/>
    <dgm:cxn modelId="{2475C3ED-CE90-4527-A932-723072912DA9}" type="presParOf" srcId="{4A0DA55B-4EC7-4393-A15B-5A7B367E17D9}" destId="{E4CBA8F7-CE4F-488F-9C92-9B150FF9069C}" srcOrd="1" destOrd="0" presId="urn:microsoft.com/office/officeart/2005/8/layout/hChevron3"/>
    <dgm:cxn modelId="{68C94FEA-E4EB-4635-8240-B7C98C3EFD4B}" type="presParOf" srcId="{4A0DA55B-4EC7-4393-A15B-5A7B367E17D9}" destId="{705F8FC4-4FBF-4F89-B8F6-F4D11D128AA6}" srcOrd="2" destOrd="0" presId="urn:microsoft.com/office/officeart/2005/8/layout/hChevron3"/>
    <dgm:cxn modelId="{C35B8996-80CB-4061-8211-1CB9FE316016}" type="presParOf" srcId="{4A0DA55B-4EC7-4393-A15B-5A7B367E17D9}" destId="{CE481C38-F151-48F4-BC1D-8E8F22FE1FDB}" srcOrd="3" destOrd="0" presId="urn:microsoft.com/office/officeart/2005/8/layout/hChevron3"/>
    <dgm:cxn modelId="{C828AA84-C58B-4C72-A1ED-EB70C282E5E1}" type="presParOf" srcId="{4A0DA55B-4EC7-4393-A15B-5A7B367E17D9}" destId="{43724AB4-34EF-433B-8C07-408DA293137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63821CE-B67C-4F40-8A55-EBD5AD96B64D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B91B983-BAB5-4C05-9552-4C5C3F82EEC1}">
      <dgm:prSet phldrT="[Текст]"/>
      <dgm:spPr/>
      <dgm:t>
        <a:bodyPr/>
        <a:lstStyle/>
        <a:p>
          <a:r>
            <a:rPr lang="ru-RU" b="1" dirty="0" smtClean="0"/>
            <a:t>Формы вопросов в анкете</a:t>
          </a:r>
          <a:endParaRPr lang="ru-RU" b="1" dirty="0"/>
        </a:p>
      </dgm:t>
    </dgm:pt>
    <dgm:pt modelId="{5A8B1336-EE48-4F54-98D4-30E2560ED98E}" type="parTrans" cxnId="{7C0AECB8-180C-4492-AA7B-2B6DCC32EACA}">
      <dgm:prSet/>
      <dgm:spPr/>
      <dgm:t>
        <a:bodyPr/>
        <a:lstStyle/>
        <a:p>
          <a:endParaRPr lang="ru-RU"/>
        </a:p>
      </dgm:t>
    </dgm:pt>
    <dgm:pt modelId="{7E138F19-CFF0-4C1F-9108-26A5786FCEC8}" type="sibTrans" cxnId="{7C0AECB8-180C-4492-AA7B-2B6DCC32EACA}">
      <dgm:prSet/>
      <dgm:spPr/>
      <dgm:t>
        <a:bodyPr/>
        <a:lstStyle/>
        <a:p>
          <a:endParaRPr lang="ru-RU"/>
        </a:p>
      </dgm:t>
    </dgm:pt>
    <dgm:pt modelId="{743104E1-5F5B-47CF-8F0C-A927514FB5E1}">
      <dgm:prSet phldrT="[Текст]"/>
      <dgm:spPr/>
      <dgm:t>
        <a:bodyPr/>
        <a:lstStyle/>
        <a:p>
          <a:r>
            <a:rPr lang="ru-RU" dirty="0" smtClean="0"/>
            <a:t>Многоальтернативные вопросы</a:t>
          </a:r>
          <a:endParaRPr lang="ru-RU" dirty="0"/>
        </a:p>
      </dgm:t>
    </dgm:pt>
    <dgm:pt modelId="{AE711D93-CF8F-4F67-AD19-E7985B5D53B6}" type="parTrans" cxnId="{FF637CA4-378B-42AF-A9D7-922722EB5C03}">
      <dgm:prSet/>
      <dgm:spPr/>
      <dgm:t>
        <a:bodyPr/>
        <a:lstStyle/>
        <a:p>
          <a:endParaRPr lang="ru-RU"/>
        </a:p>
      </dgm:t>
    </dgm:pt>
    <dgm:pt modelId="{4F454B95-7E24-4BBE-BD4B-3B90E2193651}" type="sibTrans" cxnId="{FF637CA4-378B-42AF-A9D7-922722EB5C03}">
      <dgm:prSet/>
      <dgm:spPr/>
      <dgm:t>
        <a:bodyPr/>
        <a:lstStyle/>
        <a:p>
          <a:endParaRPr lang="ru-RU"/>
        </a:p>
      </dgm:t>
    </dgm:pt>
    <dgm:pt modelId="{8A5EA4A2-6F96-4D26-AE0A-557189539D78}">
      <dgm:prSet phldrT="[Текст]"/>
      <dgm:spPr/>
      <dgm:t>
        <a:bodyPr/>
        <a:lstStyle/>
        <a:p>
          <a:r>
            <a:rPr lang="ru-RU" dirty="0" smtClean="0"/>
            <a:t>Рейтинговые вопросы</a:t>
          </a:r>
          <a:endParaRPr lang="ru-RU" dirty="0"/>
        </a:p>
      </dgm:t>
    </dgm:pt>
    <dgm:pt modelId="{B3DD873D-6A14-4501-8BDC-2BC53EDDD574}" type="parTrans" cxnId="{00C7FEDB-16F8-4930-9467-A631AE82E6A9}">
      <dgm:prSet/>
      <dgm:spPr/>
      <dgm:t>
        <a:bodyPr/>
        <a:lstStyle/>
        <a:p>
          <a:endParaRPr lang="ru-RU"/>
        </a:p>
      </dgm:t>
    </dgm:pt>
    <dgm:pt modelId="{82CCAFF7-B5D0-47C3-9B33-9F7185152E9D}" type="sibTrans" cxnId="{00C7FEDB-16F8-4930-9467-A631AE82E6A9}">
      <dgm:prSet/>
      <dgm:spPr/>
      <dgm:t>
        <a:bodyPr/>
        <a:lstStyle/>
        <a:p>
          <a:endParaRPr lang="ru-RU"/>
        </a:p>
      </dgm:t>
    </dgm:pt>
    <dgm:pt modelId="{25E95B8A-9AB2-4C8F-A796-2659882AF4D3}">
      <dgm:prSet phldrT="[Текст]"/>
      <dgm:spPr/>
      <dgm:t>
        <a:bodyPr/>
        <a:lstStyle/>
        <a:p>
          <a:r>
            <a:rPr lang="ru-RU" dirty="0" smtClean="0"/>
            <a:t>Вопросы с ранжированием</a:t>
          </a:r>
          <a:endParaRPr lang="ru-RU" dirty="0"/>
        </a:p>
      </dgm:t>
    </dgm:pt>
    <dgm:pt modelId="{BAB7C8CC-D3B4-43F2-A0D4-F7143995AC2F}" type="parTrans" cxnId="{BA1B8648-4FA4-4522-AB3A-C9973F707069}">
      <dgm:prSet/>
      <dgm:spPr/>
      <dgm:t>
        <a:bodyPr/>
        <a:lstStyle/>
        <a:p>
          <a:endParaRPr lang="ru-RU"/>
        </a:p>
      </dgm:t>
    </dgm:pt>
    <dgm:pt modelId="{ACB83B0F-035D-45CF-8B69-16D36EE429D8}" type="sibTrans" cxnId="{BA1B8648-4FA4-4522-AB3A-C9973F707069}">
      <dgm:prSet/>
      <dgm:spPr/>
      <dgm:t>
        <a:bodyPr/>
        <a:lstStyle/>
        <a:p>
          <a:endParaRPr lang="ru-RU"/>
        </a:p>
      </dgm:t>
    </dgm:pt>
    <dgm:pt modelId="{86A89676-13BF-45C0-86A3-C8130024BE15}" type="pres">
      <dgm:prSet presAssocID="{C63821CE-B67C-4F40-8A55-EBD5AD96B64D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00356E7-9621-44EA-AD2C-75E4CE1B1AC8}" type="pres">
      <dgm:prSet presAssocID="{7B91B983-BAB5-4C05-9552-4C5C3F82EEC1}" presName="hierRoot1" presStyleCnt="0">
        <dgm:presLayoutVars>
          <dgm:hierBranch val="init"/>
        </dgm:presLayoutVars>
      </dgm:prSet>
      <dgm:spPr/>
    </dgm:pt>
    <dgm:pt modelId="{1D242D8D-6594-4A62-94A6-14886EC4D448}" type="pres">
      <dgm:prSet presAssocID="{7B91B983-BAB5-4C05-9552-4C5C3F82EEC1}" presName="rootComposite1" presStyleCnt="0"/>
      <dgm:spPr/>
    </dgm:pt>
    <dgm:pt modelId="{85BE3603-B5EA-4290-920E-4BD90AA32564}" type="pres">
      <dgm:prSet presAssocID="{7B91B983-BAB5-4C05-9552-4C5C3F82EEC1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4B790EC-4E2E-456A-96F4-56551A7A7B87}" type="pres">
      <dgm:prSet presAssocID="{7B91B983-BAB5-4C05-9552-4C5C3F82EEC1}" presName="topArc1" presStyleLbl="parChTrans1D1" presStyleIdx="0" presStyleCnt="8"/>
      <dgm:spPr/>
    </dgm:pt>
    <dgm:pt modelId="{665A9D18-2E97-4CD1-B32A-FA20E2A4971C}" type="pres">
      <dgm:prSet presAssocID="{7B91B983-BAB5-4C05-9552-4C5C3F82EEC1}" presName="bottomArc1" presStyleLbl="parChTrans1D1" presStyleIdx="1" presStyleCnt="8"/>
      <dgm:spPr/>
    </dgm:pt>
    <dgm:pt modelId="{12656F24-E5F8-4D86-AB3E-0E017C550A85}" type="pres">
      <dgm:prSet presAssocID="{7B91B983-BAB5-4C05-9552-4C5C3F82EEC1}" presName="topConnNode1" presStyleLbl="node1" presStyleIdx="0" presStyleCnt="0"/>
      <dgm:spPr/>
      <dgm:t>
        <a:bodyPr/>
        <a:lstStyle/>
        <a:p>
          <a:endParaRPr lang="ru-RU"/>
        </a:p>
      </dgm:t>
    </dgm:pt>
    <dgm:pt modelId="{798A8AF6-BD95-4814-9597-1B9C98DC7F05}" type="pres">
      <dgm:prSet presAssocID="{7B91B983-BAB5-4C05-9552-4C5C3F82EEC1}" presName="hierChild2" presStyleCnt="0"/>
      <dgm:spPr/>
    </dgm:pt>
    <dgm:pt modelId="{26BE8BC6-5157-4E9E-9CC9-ABA0FA97D085}" type="pres">
      <dgm:prSet presAssocID="{AE711D93-CF8F-4F67-AD19-E7985B5D53B6}" presName="Name28" presStyleLbl="parChTrans1D2" presStyleIdx="0" presStyleCnt="3"/>
      <dgm:spPr/>
      <dgm:t>
        <a:bodyPr/>
        <a:lstStyle/>
        <a:p>
          <a:endParaRPr lang="ru-RU"/>
        </a:p>
      </dgm:t>
    </dgm:pt>
    <dgm:pt modelId="{D36BEF66-D0DB-4EB9-9CAA-8FEFBB975FEB}" type="pres">
      <dgm:prSet presAssocID="{743104E1-5F5B-47CF-8F0C-A927514FB5E1}" presName="hierRoot2" presStyleCnt="0">
        <dgm:presLayoutVars>
          <dgm:hierBranch val="init"/>
        </dgm:presLayoutVars>
      </dgm:prSet>
      <dgm:spPr/>
    </dgm:pt>
    <dgm:pt modelId="{CF9CE8CC-7CE9-4888-9A7F-2C64585972C5}" type="pres">
      <dgm:prSet presAssocID="{743104E1-5F5B-47CF-8F0C-A927514FB5E1}" presName="rootComposite2" presStyleCnt="0"/>
      <dgm:spPr/>
    </dgm:pt>
    <dgm:pt modelId="{61F6E676-BEBA-408D-A31C-5ED921F42DA0}" type="pres">
      <dgm:prSet presAssocID="{743104E1-5F5B-47CF-8F0C-A927514FB5E1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AF96F9C-E4B1-488C-8219-3D521AA4DAB3}" type="pres">
      <dgm:prSet presAssocID="{743104E1-5F5B-47CF-8F0C-A927514FB5E1}" presName="topArc2" presStyleLbl="parChTrans1D1" presStyleIdx="2" presStyleCnt="8"/>
      <dgm:spPr/>
    </dgm:pt>
    <dgm:pt modelId="{832FE453-94C0-40CF-B30C-1B407163FBA2}" type="pres">
      <dgm:prSet presAssocID="{743104E1-5F5B-47CF-8F0C-A927514FB5E1}" presName="bottomArc2" presStyleLbl="parChTrans1D1" presStyleIdx="3" presStyleCnt="8"/>
      <dgm:spPr/>
    </dgm:pt>
    <dgm:pt modelId="{3B345D7A-93FD-44F0-B9C7-3577CDFD2224}" type="pres">
      <dgm:prSet presAssocID="{743104E1-5F5B-47CF-8F0C-A927514FB5E1}" presName="topConnNode2" presStyleLbl="node2" presStyleIdx="0" presStyleCnt="0"/>
      <dgm:spPr/>
      <dgm:t>
        <a:bodyPr/>
        <a:lstStyle/>
        <a:p>
          <a:endParaRPr lang="ru-RU"/>
        </a:p>
      </dgm:t>
    </dgm:pt>
    <dgm:pt modelId="{40CCB951-1C82-4F84-8D5D-307A489F5A59}" type="pres">
      <dgm:prSet presAssocID="{743104E1-5F5B-47CF-8F0C-A927514FB5E1}" presName="hierChild4" presStyleCnt="0"/>
      <dgm:spPr/>
    </dgm:pt>
    <dgm:pt modelId="{C318C160-9368-4462-8FDA-32F4EB7BFE8C}" type="pres">
      <dgm:prSet presAssocID="{743104E1-5F5B-47CF-8F0C-A927514FB5E1}" presName="hierChild5" presStyleCnt="0"/>
      <dgm:spPr/>
    </dgm:pt>
    <dgm:pt modelId="{E3DDEF69-DA72-42CB-86AF-2E0476152E27}" type="pres">
      <dgm:prSet presAssocID="{B3DD873D-6A14-4501-8BDC-2BC53EDDD574}" presName="Name28" presStyleLbl="parChTrans1D2" presStyleIdx="1" presStyleCnt="3"/>
      <dgm:spPr/>
      <dgm:t>
        <a:bodyPr/>
        <a:lstStyle/>
        <a:p>
          <a:endParaRPr lang="ru-RU"/>
        </a:p>
      </dgm:t>
    </dgm:pt>
    <dgm:pt modelId="{0403CE9B-CAAE-4B0B-AC44-308F0A9AC7E3}" type="pres">
      <dgm:prSet presAssocID="{8A5EA4A2-6F96-4D26-AE0A-557189539D78}" presName="hierRoot2" presStyleCnt="0">
        <dgm:presLayoutVars>
          <dgm:hierBranch val="init"/>
        </dgm:presLayoutVars>
      </dgm:prSet>
      <dgm:spPr/>
    </dgm:pt>
    <dgm:pt modelId="{488E1074-266D-4C46-BB4C-8D11EF1616C6}" type="pres">
      <dgm:prSet presAssocID="{8A5EA4A2-6F96-4D26-AE0A-557189539D78}" presName="rootComposite2" presStyleCnt="0"/>
      <dgm:spPr/>
    </dgm:pt>
    <dgm:pt modelId="{8275A0C5-FEC4-4744-B03C-5F5588F7B8AE}" type="pres">
      <dgm:prSet presAssocID="{8A5EA4A2-6F96-4D26-AE0A-557189539D7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208EFDA-8C81-46A2-A331-156ECE853375}" type="pres">
      <dgm:prSet presAssocID="{8A5EA4A2-6F96-4D26-AE0A-557189539D78}" presName="topArc2" presStyleLbl="parChTrans1D1" presStyleIdx="4" presStyleCnt="8"/>
      <dgm:spPr/>
    </dgm:pt>
    <dgm:pt modelId="{30D68F9D-4131-4A9F-88EE-3D9BF8AFC456}" type="pres">
      <dgm:prSet presAssocID="{8A5EA4A2-6F96-4D26-AE0A-557189539D78}" presName="bottomArc2" presStyleLbl="parChTrans1D1" presStyleIdx="5" presStyleCnt="8"/>
      <dgm:spPr/>
    </dgm:pt>
    <dgm:pt modelId="{428D459A-1762-498C-B510-056B8F4403A3}" type="pres">
      <dgm:prSet presAssocID="{8A5EA4A2-6F96-4D26-AE0A-557189539D78}" presName="topConnNode2" presStyleLbl="node2" presStyleIdx="0" presStyleCnt="0"/>
      <dgm:spPr/>
      <dgm:t>
        <a:bodyPr/>
        <a:lstStyle/>
        <a:p>
          <a:endParaRPr lang="ru-RU"/>
        </a:p>
      </dgm:t>
    </dgm:pt>
    <dgm:pt modelId="{BED7E75F-EE14-4DBB-98E8-3D534E984A3E}" type="pres">
      <dgm:prSet presAssocID="{8A5EA4A2-6F96-4D26-AE0A-557189539D78}" presName="hierChild4" presStyleCnt="0"/>
      <dgm:spPr/>
    </dgm:pt>
    <dgm:pt modelId="{6E420C45-5527-4A66-B801-D10C0F57F546}" type="pres">
      <dgm:prSet presAssocID="{8A5EA4A2-6F96-4D26-AE0A-557189539D78}" presName="hierChild5" presStyleCnt="0"/>
      <dgm:spPr/>
    </dgm:pt>
    <dgm:pt modelId="{610F1C69-AD61-400C-A6AC-D8DFEBF38512}" type="pres">
      <dgm:prSet presAssocID="{BAB7C8CC-D3B4-43F2-A0D4-F7143995AC2F}" presName="Name28" presStyleLbl="parChTrans1D2" presStyleIdx="2" presStyleCnt="3"/>
      <dgm:spPr/>
      <dgm:t>
        <a:bodyPr/>
        <a:lstStyle/>
        <a:p>
          <a:endParaRPr lang="ru-RU"/>
        </a:p>
      </dgm:t>
    </dgm:pt>
    <dgm:pt modelId="{02CA7EB4-2B4F-46F8-94E2-3CBB3E4334AD}" type="pres">
      <dgm:prSet presAssocID="{25E95B8A-9AB2-4C8F-A796-2659882AF4D3}" presName="hierRoot2" presStyleCnt="0">
        <dgm:presLayoutVars>
          <dgm:hierBranch val="init"/>
        </dgm:presLayoutVars>
      </dgm:prSet>
      <dgm:spPr/>
    </dgm:pt>
    <dgm:pt modelId="{8F37E81B-6293-4DA0-9EF1-4982F4D54775}" type="pres">
      <dgm:prSet presAssocID="{25E95B8A-9AB2-4C8F-A796-2659882AF4D3}" presName="rootComposite2" presStyleCnt="0"/>
      <dgm:spPr/>
    </dgm:pt>
    <dgm:pt modelId="{C05E9AF7-D18D-4645-A399-0F53DF22CECC}" type="pres">
      <dgm:prSet presAssocID="{25E95B8A-9AB2-4C8F-A796-2659882AF4D3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BE75D4B-915E-423E-993F-21B3341D0DD1}" type="pres">
      <dgm:prSet presAssocID="{25E95B8A-9AB2-4C8F-A796-2659882AF4D3}" presName="topArc2" presStyleLbl="parChTrans1D1" presStyleIdx="6" presStyleCnt="8"/>
      <dgm:spPr/>
    </dgm:pt>
    <dgm:pt modelId="{773E9DB5-EC34-4210-94BF-2430B1F40D35}" type="pres">
      <dgm:prSet presAssocID="{25E95B8A-9AB2-4C8F-A796-2659882AF4D3}" presName="bottomArc2" presStyleLbl="parChTrans1D1" presStyleIdx="7" presStyleCnt="8"/>
      <dgm:spPr/>
    </dgm:pt>
    <dgm:pt modelId="{5790C13D-B05C-462B-97A4-5CE0C1FE3DB8}" type="pres">
      <dgm:prSet presAssocID="{25E95B8A-9AB2-4C8F-A796-2659882AF4D3}" presName="topConnNode2" presStyleLbl="node2" presStyleIdx="0" presStyleCnt="0"/>
      <dgm:spPr/>
      <dgm:t>
        <a:bodyPr/>
        <a:lstStyle/>
        <a:p>
          <a:endParaRPr lang="ru-RU"/>
        </a:p>
      </dgm:t>
    </dgm:pt>
    <dgm:pt modelId="{C004D55C-AB83-4CFE-B590-708C4DA524B5}" type="pres">
      <dgm:prSet presAssocID="{25E95B8A-9AB2-4C8F-A796-2659882AF4D3}" presName="hierChild4" presStyleCnt="0"/>
      <dgm:spPr/>
    </dgm:pt>
    <dgm:pt modelId="{83D252B6-269F-4AE1-B8D6-A47AF43C5F80}" type="pres">
      <dgm:prSet presAssocID="{25E95B8A-9AB2-4C8F-A796-2659882AF4D3}" presName="hierChild5" presStyleCnt="0"/>
      <dgm:spPr/>
    </dgm:pt>
    <dgm:pt modelId="{E33A0553-02A4-4ACF-A779-90DC95FEBE98}" type="pres">
      <dgm:prSet presAssocID="{7B91B983-BAB5-4C05-9552-4C5C3F82EEC1}" presName="hierChild3" presStyleCnt="0"/>
      <dgm:spPr/>
    </dgm:pt>
  </dgm:ptLst>
  <dgm:cxnLst>
    <dgm:cxn modelId="{F9EC5A9C-F8DF-45CB-A302-9C188DEBB15D}" type="presOf" srcId="{BAB7C8CC-D3B4-43F2-A0D4-F7143995AC2F}" destId="{610F1C69-AD61-400C-A6AC-D8DFEBF38512}" srcOrd="0" destOrd="0" presId="urn:microsoft.com/office/officeart/2008/layout/HalfCircleOrganizationChart"/>
    <dgm:cxn modelId="{81FBDBAF-3176-4203-B564-0E62115BABE4}" type="presOf" srcId="{743104E1-5F5B-47CF-8F0C-A927514FB5E1}" destId="{61F6E676-BEBA-408D-A31C-5ED921F42DA0}" srcOrd="0" destOrd="0" presId="urn:microsoft.com/office/officeart/2008/layout/HalfCircleOrganizationChart"/>
    <dgm:cxn modelId="{8BDFC96C-E317-481F-BEE7-D0A2A8543E0A}" type="presOf" srcId="{7B91B983-BAB5-4C05-9552-4C5C3F82EEC1}" destId="{85BE3603-B5EA-4290-920E-4BD90AA32564}" srcOrd="0" destOrd="0" presId="urn:microsoft.com/office/officeart/2008/layout/HalfCircleOrganizationChart"/>
    <dgm:cxn modelId="{7C0AECB8-180C-4492-AA7B-2B6DCC32EACA}" srcId="{C63821CE-B67C-4F40-8A55-EBD5AD96B64D}" destId="{7B91B983-BAB5-4C05-9552-4C5C3F82EEC1}" srcOrd="0" destOrd="0" parTransId="{5A8B1336-EE48-4F54-98D4-30E2560ED98E}" sibTransId="{7E138F19-CFF0-4C1F-9108-26A5786FCEC8}"/>
    <dgm:cxn modelId="{BA1B8648-4FA4-4522-AB3A-C9973F707069}" srcId="{7B91B983-BAB5-4C05-9552-4C5C3F82EEC1}" destId="{25E95B8A-9AB2-4C8F-A796-2659882AF4D3}" srcOrd="2" destOrd="0" parTransId="{BAB7C8CC-D3B4-43F2-A0D4-F7143995AC2F}" sibTransId="{ACB83B0F-035D-45CF-8B69-16D36EE429D8}"/>
    <dgm:cxn modelId="{A187D6F5-87CC-49D5-8CC2-3B6AA85DD77C}" type="presOf" srcId="{25E95B8A-9AB2-4C8F-A796-2659882AF4D3}" destId="{C05E9AF7-D18D-4645-A399-0F53DF22CECC}" srcOrd="0" destOrd="0" presId="urn:microsoft.com/office/officeart/2008/layout/HalfCircleOrganizationChart"/>
    <dgm:cxn modelId="{955477D1-B261-4DBF-AEFE-0AD06DFBEC5D}" type="presOf" srcId="{B3DD873D-6A14-4501-8BDC-2BC53EDDD574}" destId="{E3DDEF69-DA72-42CB-86AF-2E0476152E27}" srcOrd="0" destOrd="0" presId="urn:microsoft.com/office/officeart/2008/layout/HalfCircleOrganizationChart"/>
    <dgm:cxn modelId="{00C7FEDB-16F8-4930-9467-A631AE82E6A9}" srcId="{7B91B983-BAB5-4C05-9552-4C5C3F82EEC1}" destId="{8A5EA4A2-6F96-4D26-AE0A-557189539D78}" srcOrd="1" destOrd="0" parTransId="{B3DD873D-6A14-4501-8BDC-2BC53EDDD574}" sibTransId="{82CCAFF7-B5D0-47C3-9B33-9F7185152E9D}"/>
    <dgm:cxn modelId="{8377B26C-AAA0-4536-97CE-06E6D906F317}" type="presOf" srcId="{743104E1-5F5B-47CF-8F0C-A927514FB5E1}" destId="{3B345D7A-93FD-44F0-B9C7-3577CDFD2224}" srcOrd="1" destOrd="0" presId="urn:microsoft.com/office/officeart/2008/layout/HalfCircleOrganizationChart"/>
    <dgm:cxn modelId="{3EEFF4CB-1B0F-4FDA-9483-41F53016AC10}" type="presOf" srcId="{25E95B8A-9AB2-4C8F-A796-2659882AF4D3}" destId="{5790C13D-B05C-462B-97A4-5CE0C1FE3DB8}" srcOrd="1" destOrd="0" presId="urn:microsoft.com/office/officeart/2008/layout/HalfCircleOrganizationChart"/>
    <dgm:cxn modelId="{3127DB95-0109-4882-9C1E-5BC45813A8D6}" type="presOf" srcId="{7B91B983-BAB5-4C05-9552-4C5C3F82EEC1}" destId="{12656F24-E5F8-4D86-AB3E-0E017C550A85}" srcOrd="1" destOrd="0" presId="urn:microsoft.com/office/officeart/2008/layout/HalfCircleOrganizationChart"/>
    <dgm:cxn modelId="{4EC9149D-55C4-482B-90A7-CC87E9B8187C}" type="presOf" srcId="{8A5EA4A2-6F96-4D26-AE0A-557189539D78}" destId="{428D459A-1762-498C-B510-056B8F4403A3}" srcOrd="1" destOrd="0" presId="urn:microsoft.com/office/officeart/2008/layout/HalfCircleOrganizationChart"/>
    <dgm:cxn modelId="{F76C7567-5D70-4E12-968E-25503D57348B}" type="presOf" srcId="{8A5EA4A2-6F96-4D26-AE0A-557189539D78}" destId="{8275A0C5-FEC4-4744-B03C-5F5588F7B8AE}" srcOrd="0" destOrd="0" presId="urn:microsoft.com/office/officeart/2008/layout/HalfCircleOrganizationChart"/>
    <dgm:cxn modelId="{FF637CA4-378B-42AF-A9D7-922722EB5C03}" srcId="{7B91B983-BAB5-4C05-9552-4C5C3F82EEC1}" destId="{743104E1-5F5B-47CF-8F0C-A927514FB5E1}" srcOrd="0" destOrd="0" parTransId="{AE711D93-CF8F-4F67-AD19-E7985B5D53B6}" sibTransId="{4F454B95-7E24-4BBE-BD4B-3B90E2193651}"/>
    <dgm:cxn modelId="{9521C499-C24C-48D4-8A98-14737954D365}" type="presOf" srcId="{AE711D93-CF8F-4F67-AD19-E7985B5D53B6}" destId="{26BE8BC6-5157-4E9E-9CC9-ABA0FA97D085}" srcOrd="0" destOrd="0" presId="urn:microsoft.com/office/officeart/2008/layout/HalfCircleOrganizationChart"/>
    <dgm:cxn modelId="{2597E196-6043-4C9C-81FE-8D294A4B1346}" type="presOf" srcId="{C63821CE-B67C-4F40-8A55-EBD5AD96B64D}" destId="{86A89676-13BF-45C0-86A3-C8130024BE15}" srcOrd="0" destOrd="0" presId="urn:microsoft.com/office/officeart/2008/layout/HalfCircleOrganizationChart"/>
    <dgm:cxn modelId="{45907EEB-7C15-4519-8504-D643A9DE12C4}" type="presParOf" srcId="{86A89676-13BF-45C0-86A3-C8130024BE15}" destId="{300356E7-9621-44EA-AD2C-75E4CE1B1AC8}" srcOrd="0" destOrd="0" presId="urn:microsoft.com/office/officeart/2008/layout/HalfCircleOrganizationChart"/>
    <dgm:cxn modelId="{B75A3AF7-334A-418B-89F2-F3527A30014C}" type="presParOf" srcId="{300356E7-9621-44EA-AD2C-75E4CE1B1AC8}" destId="{1D242D8D-6594-4A62-94A6-14886EC4D448}" srcOrd="0" destOrd="0" presId="urn:microsoft.com/office/officeart/2008/layout/HalfCircleOrganizationChart"/>
    <dgm:cxn modelId="{986E05A0-543C-4BC2-AD03-C99DCB41DE14}" type="presParOf" srcId="{1D242D8D-6594-4A62-94A6-14886EC4D448}" destId="{85BE3603-B5EA-4290-920E-4BD90AA32564}" srcOrd="0" destOrd="0" presId="urn:microsoft.com/office/officeart/2008/layout/HalfCircleOrganizationChart"/>
    <dgm:cxn modelId="{2070C168-0CC5-48EE-86D1-986C6E3718FF}" type="presParOf" srcId="{1D242D8D-6594-4A62-94A6-14886EC4D448}" destId="{34B790EC-4E2E-456A-96F4-56551A7A7B87}" srcOrd="1" destOrd="0" presId="urn:microsoft.com/office/officeart/2008/layout/HalfCircleOrganizationChart"/>
    <dgm:cxn modelId="{A28DB7A1-0EE7-436E-A1BC-ADAA05562DCA}" type="presParOf" srcId="{1D242D8D-6594-4A62-94A6-14886EC4D448}" destId="{665A9D18-2E97-4CD1-B32A-FA20E2A4971C}" srcOrd="2" destOrd="0" presId="urn:microsoft.com/office/officeart/2008/layout/HalfCircleOrganizationChart"/>
    <dgm:cxn modelId="{36F4E0F3-6E68-4545-95CA-738D533CBD56}" type="presParOf" srcId="{1D242D8D-6594-4A62-94A6-14886EC4D448}" destId="{12656F24-E5F8-4D86-AB3E-0E017C550A85}" srcOrd="3" destOrd="0" presId="urn:microsoft.com/office/officeart/2008/layout/HalfCircleOrganizationChart"/>
    <dgm:cxn modelId="{BACF8224-B1CB-4D50-A541-F3FD78420D63}" type="presParOf" srcId="{300356E7-9621-44EA-AD2C-75E4CE1B1AC8}" destId="{798A8AF6-BD95-4814-9597-1B9C98DC7F05}" srcOrd="1" destOrd="0" presId="urn:microsoft.com/office/officeart/2008/layout/HalfCircleOrganizationChart"/>
    <dgm:cxn modelId="{25E3E0F2-987B-46C9-B935-DA2B52A2F1C8}" type="presParOf" srcId="{798A8AF6-BD95-4814-9597-1B9C98DC7F05}" destId="{26BE8BC6-5157-4E9E-9CC9-ABA0FA97D085}" srcOrd="0" destOrd="0" presId="urn:microsoft.com/office/officeart/2008/layout/HalfCircleOrganizationChart"/>
    <dgm:cxn modelId="{BE6CB7B1-EF17-40A2-93D9-99EB21832923}" type="presParOf" srcId="{798A8AF6-BD95-4814-9597-1B9C98DC7F05}" destId="{D36BEF66-D0DB-4EB9-9CAA-8FEFBB975FEB}" srcOrd="1" destOrd="0" presId="urn:microsoft.com/office/officeart/2008/layout/HalfCircleOrganizationChart"/>
    <dgm:cxn modelId="{B8EC70EB-18FD-492A-87E2-0DC526D09BCB}" type="presParOf" srcId="{D36BEF66-D0DB-4EB9-9CAA-8FEFBB975FEB}" destId="{CF9CE8CC-7CE9-4888-9A7F-2C64585972C5}" srcOrd="0" destOrd="0" presId="urn:microsoft.com/office/officeart/2008/layout/HalfCircleOrganizationChart"/>
    <dgm:cxn modelId="{7E4A3292-9E15-4C6D-B338-81766A5BF5A9}" type="presParOf" srcId="{CF9CE8CC-7CE9-4888-9A7F-2C64585972C5}" destId="{61F6E676-BEBA-408D-A31C-5ED921F42DA0}" srcOrd="0" destOrd="0" presId="urn:microsoft.com/office/officeart/2008/layout/HalfCircleOrganizationChart"/>
    <dgm:cxn modelId="{C74C46DA-3566-42F3-B33D-7EBC62BA5D87}" type="presParOf" srcId="{CF9CE8CC-7CE9-4888-9A7F-2C64585972C5}" destId="{FAF96F9C-E4B1-488C-8219-3D521AA4DAB3}" srcOrd="1" destOrd="0" presId="urn:microsoft.com/office/officeart/2008/layout/HalfCircleOrganizationChart"/>
    <dgm:cxn modelId="{C20DD8F1-CFD5-49F0-A303-8118EB8D27AA}" type="presParOf" srcId="{CF9CE8CC-7CE9-4888-9A7F-2C64585972C5}" destId="{832FE453-94C0-40CF-B30C-1B407163FBA2}" srcOrd="2" destOrd="0" presId="urn:microsoft.com/office/officeart/2008/layout/HalfCircleOrganizationChart"/>
    <dgm:cxn modelId="{8EC69FAE-6D58-439A-AA8B-56CE01867749}" type="presParOf" srcId="{CF9CE8CC-7CE9-4888-9A7F-2C64585972C5}" destId="{3B345D7A-93FD-44F0-B9C7-3577CDFD2224}" srcOrd="3" destOrd="0" presId="urn:microsoft.com/office/officeart/2008/layout/HalfCircleOrganizationChart"/>
    <dgm:cxn modelId="{A0B36EA4-2C02-43ED-B06D-D8D14AE55932}" type="presParOf" srcId="{D36BEF66-D0DB-4EB9-9CAA-8FEFBB975FEB}" destId="{40CCB951-1C82-4F84-8D5D-307A489F5A59}" srcOrd="1" destOrd="0" presId="urn:microsoft.com/office/officeart/2008/layout/HalfCircleOrganizationChart"/>
    <dgm:cxn modelId="{A4CBC4EC-8BDF-483B-A92E-B1D7BC58C430}" type="presParOf" srcId="{D36BEF66-D0DB-4EB9-9CAA-8FEFBB975FEB}" destId="{C318C160-9368-4462-8FDA-32F4EB7BFE8C}" srcOrd="2" destOrd="0" presId="urn:microsoft.com/office/officeart/2008/layout/HalfCircleOrganizationChart"/>
    <dgm:cxn modelId="{CDBEB25F-36DA-4B11-BF42-D8D293868DD9}" type="presParOf" srcId="{798A8AF6-BD95-4814-9597-1B9C98DC7F05}" destId="{E3DDEF69-DA72-42CB-86AF-2E0476152E27}" srcOrd="2" destOrd="0" presId="urn:microsoft.com/office/officeart/2008/layout/HalfCircleOrganizationChart"/>
    <dgm:cxn modelId="{9B1F079D-3E4D-44BD-A7DC-5425B4D41EF9}" type="presParOf" srcId="{798A8AF6-BD95-4814-9597-1B9C98DC7F05}" destId="{0403CE9B-CAAE-4B0B-AC44-308F0A9AC7E3}" srcOrd="3" destOrd="0" presId="urn:microsoft.com/office/officeart/2008/layout/HalfCircleOrganizationChart"/>
    <dgm:cxn modelId="{BEEF2329-E7A8-4353-8CBA-A3EDF1AA645B}" type="presParOf" srcId="{0403CE9B-CAAE-4B0B-AC44-308F0A9AC7E3}" destId="{488E1074-266D-4C46-BB4C-8D11EF1616C6}" srcOrd="0" destOrd="0" presId="urn:microsoft.com/office/officeart/2008/layout/HalfCircleOrganizationChart"/>
    <dgm:cxn modelId="{8A80CE1D-3D8B-4492-AB5F-5313005D68E4}" type="presParOf" srcId="{488E1074-266D-4C46-BB4C-8D11EF1616C6}" destId="{8275A0C5-FEC4-4744-B03C-5F5588F7B8AE}" srcOrd="0" destOrd="0" presId="urn:microsoft.com/office/officeart/2008/layout/HalfCircleOrganizationChart"/>
    <dgm:cxn modelId="{A5FEBDCE-9CF9-4C24-84AE-2C8F047A6547}" type="presParOf" srcId="{488E1074-266D-4C46-BB4C-8D11EF1616C6}" destId="{A208EFDA-8C81-46A2-A331-156ECE853375}" srcOrd="1" destOrd="0" presId="urn:microsoft.com/office/officeart/2008/layout/HalfCircleOrganizationChart"/>
    <dgm:cxn modelId="{C45EE202-7F54-4AC1-A700-088EAA9076E4}" type="presParOf" srcId="{488E1074-266D-4C46-BB4C-8D11EF1616C6}" destId="{30D68F9D-4131-4A9F-88EE-3D9BF8AFC456}" srcOrd="2" destOrd="0" presId="urn:microsoft.com/office/officeart/2008/layout/HalfCircleOrganizationChart"/>
    <dgm:cxn modelId="{C2672767-5D6B-4EA0-B67F-3397C682EF9C}" type="presParOf" srcId="{488E1074-266D-4C46-BB4C-8D11EF1616C6}" destId="{428D459A-1762-498C-B510-056B8F4403A3}" srcOrd="3" destOrd="0" presId="urn:microsoft.com/office/officeart/2008/layout/HalfCircleOrganizationChart"/>
    <dgm:cxn modelId="{7FB00E99-7C93-45E2-B93B-75E0F91E2454}" type="presParOf" srcId="{0403CE9B-CAAE-4B0B-AC44-308F0A9AC7E3}" destId="{BED7E75F-EE14-4DBB-98E8-3D534E984A3E}" srcOrd="1" destOrd="0" presId="urn:microsoft.com/office/officeart/2008/layout/HalfCircleOrganizationChart"/>
    <dgm:cxn modelId="{1E09C11B-D612-4CC3-9805-AB777B540BB9}" type="presParOf" srcId="{0403CE9B-CAAE-4B0B-AC44-308F0A9AC7E3}" destId="{6E420C45-5527-4A66-B801-D10C0F57F546}" srcOrd="2" destOrd="0" presId="urn:microsoft.com/office/officeart/2008/layout/HalfCircleOrganizationChart"/>
    <dgm:cxn modelId="{01D5ACA6-8BED-4707-B7E9-78044D703291}" type="presParOf" srcId="{798A8AF6-BD95-4814-9597-1B9C98DC7F05}" destId="{610F1C69-AD61-400C-A6AC-D8DFEBF38512}" srcOrd="4" destOrd="0" presId="urn:microsoft.com/office/officeart/2008/layout/HalfCircleOrganizationChart"/>
    <dgm:cxn modelId="{9551D3B8-E0E1-43A5-A169-BE951CCE4F95}" type="presParOf" srcId="{798A8AF6-BD95-4814-9597-1B9C98DC7F05}" destId="{02CA7EB4-2B4F-46F8-94E2-3CBB3E4334AD}" srcOrd="5" destOrd="0" presId="urn:microsoft.com/office/officeart/2008/layout/HalfCircleOrganizationChart"/>
    <dgm:cxn modelId="{DD263F0A-6D87-4C30-B8E1-D29DE3C8286B}" type="presParOf" srcId="{02CA7EB4-2B4F-46F8-94E2-3CBB3E4334AD}" destId="{8F37E81B-6293-4DA0-9EF1-4982F4D54775}" srcOrd="0" destOrd="0" presId="urn:microsoft.com/office/officeart/2008/layout/HalfCircleOrganizationChart"/>
    <dgm:cxn modelId="{0CE14783-935C-47B1-8FCE-28E9093E8F2A}" type="presParOf" srcId="{8F37E81B-6293-4DA0-9EF1-4982F4D54775}" destId="{C05E9AF7-D18D-4645-A399-0F53DF22CECC}" srcOrd="0" destOrd="0" presId="urn:microsoft.com/office/officeart/2008/layout/HalfCircleOrganizationChart"/>
    <dgm:cxn modelId="{A0B2EBB1-FB6A-4A69-B21B-70011B9528D3}" type="presParOf" srcId="{8F37E81B-6293-4DA0-9EF1-4982F4D54775}" destId="{FBE75D4B-915E-423E-993F-21B3341D0DD1}" srcOrd="1" destOrd="0" presId="urn:microsoft.com/office/officeart/2008/layout/HalfCircleOrganizationChart"/>
    <dgm:cxn modelId="{AC0B73CD-B0AE-404A-A28F-EF2D73C63CF6}" type="presParOf" srcId="{8F37E81B-6293-4DA0-9EF1-4982F4D54775}" destId="{773E9DB5-EC34-4210-94BF-2430B1F40D35}" srcOrd="2" destOrd="0" presId="urn:microsoft.com/office/officeart/2008/layout/HalfCircleOrganizationChart"/>
    <dgm:cxn modelId="{DE61A7EF-F3BF-411D-965A-EC98FFA9C5CD}" type="presParOf" srcId="{8F37E81B-6293-4DA0-9EF1-4982F4D54775}" destId="{5790C13D-B05C-462B-97A4-5CE0C1FE3DB8}" srcOrd="3" destOrd="0" presId="urn:microsoft.com/office/officeart/2008/layout/HalfCircleOrganizationChart"/>
    <dgm:cxn modelId="{43DC12F8-8CD9-4642-95F3-04CA72886F3B}" type="presParOf" srcId="{02CA7EB4-2B4F-46F8-94E2-3CBB3E4334AD}" destId="{C004D55C-AB83-4CFE-B590-708C4DA524B5}" srcOrd="1" destOrd="0" presId="urn:microsoft.com/office/officeart/2008/layout/HalfCircleOrganizationChart"/>
    <dgm:cxn modelId="{B40D26AC-2041-49B0-995E-AC21A6961EB2}" type="presParOf" srcId="{02CA7EB4-2B4F-46F8-94E2-3CBB3E4334AD}" destId="{83D252B6-269F-4AE1-B8D6-A47AF43C5F80}" srcOrd="2" destOrd="0" presId="urn:microsoft.com/office/officeart/2008/layout/HalfCircleOrganizationChart"/>
    <dgm:cxn modelId="{5F42D20F-91FF-45F8-BEDC-247211AD8EB8}" type="presParOf" srcId="{300356E7-9621-44EA-AD2C-75E4CE1B1AC8}" destId="{E33A0553-02A4-4ACF-A779-90DC95FEBE9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2087025-8090-492D-98AA-66D4039FADE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9124EC8-DF0C-4721-AAE2-16C9EFD633BE}">
      <dgm:prSet phldrT="[Текст]"/>
      <dgm:spPr/>
      <dgm:t>
        <a:bodyPr/>
        <a:lstStyle/>
        <a:p>
          <a:r>
            <a:rPr lang="ru-RU" dirty="0" smtClean="0"/>
            <a:t>Активное</a:t>
          </a:r>
          <a:endParaRPr lang="ru-RU" dirty="0"/>
        </a:p>
      </dgm:t>
    </dgm:pt>
    <dgm:pt modelId="{A4ADBDA5-58D8-4E3F-9686-A0AFDC5F9108}" type="parTrans" cxnId="{A0E6B7A1-A3CF-418E-941D-2A401C1AEAE9}">
      <dgm:prSet/>
      <dgm:spPr/>
      <dgm:t>
        <a:bodyPr/>
        <a:lstStyle/>
        <a:p>
          <a:endParaRPr lang="ru-RU"/>
        </a:p>
      </dgm:t>
    </dgm:pt>
    <dgm:pt modelId="{F359B5E2-A0DB-40A2-AD40-BD48C86A2F6C}" type="sibTrans" cxnId="{A0E6B7A1-A3CF-418E-941D-2A401C1AEAE9}">
      <dgm:prSet/>
      <dgm:spPr/>
      <dgm:t>
        <a:bodyPr/>
        <a:lstStyle/>
        <a:p>
          <a:endParaRPr lang="ru-RU"/>
        </a:p>
      </dgm:t>
    </dgm:pt>
    <dgm:pt modelId="{7608F1DE-D43A-466F-89D5-CFA5D174EE06}">
      <dgm:prSet phldrT="[Текст]"/>
      <dgm:spPr/>
      <dgm:t>
        <a:bodyPr/>
        <a:lstStyle/>
        <a:p>
          <a:r>
            <a:rPr lang="ru-RU" dirty="0" smtClean="0"/>
            <a:t>Пассивное</a:t>
          </a:r>
          <a:endParaRPr lang="ru-RU" dirty="0"/>
        </a:p>
      </dgm:t>
    </dgm:pt>
    <dgm:pt modelId="{DED40398-87AF-4DB5-BF2D-D4E70D2FB1DD}" type="parTrans" cxnId="{3975FCCA-D2BE-4140-9483-EB585E77A553}">
      <dgm:prSet/>
      <dgm:spPr/>
      <dgm:t>
        <a:bodyPr/>
        <a:lstStyle/>
        <a:p>
          <a:endParaRPr lang="ru-RU"/>
        </a:p>
      </dgm:t>
    </dgm:pt>
    <dgm:pt modelId="{0670EA21-B9D1-4830-BA6B-D87902E312E1}" type="sibTrans" cxnId="{3975FCCA-D2BE-4140-9483-EB585E77A553}">
      <dgm:prSet/>
      <dgm:spPr/>
      <dgm:t>
        <a:bodyPr/>
        <a:lstStyle/>
        <a:p>
          <a:endParaRPr lang="ru-RU"/>
        </a:p>
      </dgm:t>
    </dgm:pt>
    <dgm:pt modelId="{60C5BC88-1784-4AF8-B04A-CDA1E8BD4EEE}" type="pres">
      <dgm:prSet presAssocID="{E2087025-8090-492D-98AA-66D4039FAD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462315-E499-49DF-817B-5717E0EC9C9B}" type="pres">
      <dgm:prSet presAssocID="{59124EC8-DF0C-4721-AAE2-16C9EFD633BE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8BA4FA-B5B9-4FD0-8529-A2B1D4A2EB2B}" type="pres">
      <dgm:prSet presAssocID="{F359B5E2-A0DB-40A2-AD40-BD48C86A2F6C}" presName="sibTrans" presStyleCnt="0"/>
      <dgm:spPr/>
    </dgm:pt>
    <dgm:pt modelId="{B30AE86D-5801-4C3E-9403-7D2DB9D5B381}" type="pres">
      <dgm:prSet presAssocID="{7608F1DE-D43A-466F-89D5-CFA5D174EE06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0E6B7A1-A3CF-418E-941D-2A401C1AEAE9}" srcId="{E2087025-8090-492D-98AA-66D4039FADEF}" destId="{59124EC8-DF0C-4721-AAE2-16C9EFD633BE}" srcOrd="0" destOrd="0" parTransId="{A4ADBDA5-58D8-4E3F-9686-A0AFDC5F9108}" sibTransId="{F359B5E2-A0DB-40A2-AD40-BD48C86A2F6C}"/>
    <dgm:cxn modelId="{C322AD3E-A882-4A79-8493-2B96417A9146}" type="presOf" srcId="{E2087025-8090-492D-98AA-66D4039FADEF}" destId="{60C5BC88-1784-4AF8-B04A-CDA1E8BD4EEE}" srcOrd="0" destOrd="0" presId="urn:microsoft.com/office/officeart/2005/8/layout/default"/>
    <dgm:cxn modelId="{3975FCCA-D2BE-4140-9483-EB585E77A553}" srcId="{E2087025-8090-492D-98AA-66D4039FADEF}" destId="{7608F1DE-D43A-466F-89D5-CFA5D174EE06}" srcOrd="1" destOrd="0" parTransId="{DED40398-87AF-4DB5-BF2D-D4E70D2FB1DD}" sibTransId="{0670EA21-B9D1-4830-BA6B-D87902E312E1}"/>
    <dgm:cxn modelId="{C1A199C1-585A-4DBD-86F3-E4137E676252}" type="presOf" srcId="{7608F1DE-D43A-466F-89D5-CFA5D174EE06}" destId="{B30AE86D-5801-4C3E-9403-7D2DB9D5B381}" srcOrd="0" destOrd="0" presId="urn:microsoft.com/office/officeart/2005/8/layout/default"/>
    <dgm:cxn modelId="{04079CE8-B7F4-4218-9C28-DBBF58D4F04A}" type="presOf" srcId="{59124EC8-DF0C-4721-AAE2-16C9EFD633BE}" destId="{74462315-E499-49DF-817B-5717E0EC9C9B}" srcOrd="0" destOrd="0" presId="urn:microsoft.com/office/officeart/2005/8/layout/default"/>
    <dgm:cxn modelId="{FE50FCC4-4387-446A-8F43-5A24BCF61A9E}" type="presParOf" srcId="{60C5BC88-1784-4AF8-B04A-CDA1E8BD4EEE}" destId="{74462315-E499-49DF-817B-5717E0EC9C9B}" srcOrd="0" destOrd="0" presId="urn:microsoft.com/office/officeart/2005/8/layout/default"/>
    <dgm:cxn modelId="{9944DB16-698C-442B-B1A7-EA47B5328944}" type="presParOf" srcId="{60C5BC88-1784-4AF8-B04A-CDA1E8BD4EEE}" destId="{D08BA4FA-B5B9-4FD0-8529-A2B1D4A2EB2B}" srcOrd="1" destOrd="0" presId="urn:microsoft.com/office/officeart/2005/8/layout/default"/>
    <dgm:cxn modelId="{06EDFA83-9315-4EFF-9EDC-0F5A26A85C02}" type="presParOf" srcId="{60C5BC88-1784-4AF8-B04A-CDA1E8BD4EEE}" destId="{B30AE86D-5801-4C3E-9403-7D2DB9D5B38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D603F13-3FCF-4F89-A28A-66144040D8A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C2E2451-3641-4F6A-8D60-9B508A2A8D29}">
      <dgm:prSet phldrT="[Текст]"/>
      <dgm:spPr/>
      <dgm:t>
        <a:bodyPr/>
        <a:lstStyle/>
        <a:p>
          <a:r>
            <a:rPr lang="ru-RU" b="1" dirty="0" smtClean="0"/>
            <a:t>Ведущий</a:t>
          </a:r>
          <a:r>
            <a:rPr lang="ru-RU" dirty="0" smtClean="0"/>
            <a:t> </a:t>
          </a:r>
          <a:endParaRPr lang="ru-RU" dirty="0"/>
        </a:p>
      </dgm:t>
    </dgm:pt>
    <dgm:pt modelId="{DD9305B0-2E23-433B-957E-4B4C1C76D92C}" type="parTrans" cxnId="{1D1E389A-64DE-4316-99AC-55050D792A05}">
      <dgm:prSet/>
      <dgm:spPr/>
      <dgm:t>
        <a:bodyPr/>
        <a:lstStyle/>
        <a:p>
          <a:endParaRPr lang="ru-RU"/>
        </a:p>
      </dgm:t>
    </dgm:pt>
    <dgm:pt modelId="{A08B12AF-447A-4D59-B72E-45570C44A17E}" type="sibTrans" cxnId="{1D1E389A-64DE-4316-99AC-55050D792A05}">
      <dgm:prSet/>
      <dgm:spPr/>
      <dgm:t>
        <a:bodyPr/>
        <a:lstStyle/>
        <a:p>
          <a:endParaRPr lang="ru-RU"/>
        </a:p>
      </dgm:t>
    </dgm:pt>
    <dgm:pt modelId="{3F98AF6B-FFC6-493F-A9CC-AA5C84712D23}">
      <dgm:prSet phldrT="[Текст]"/>
      <dgm:spPr/>
      <dgm:t>
        <a:bodyPr/>
        <a:lstStyle/>
        <a:p>
          <a:r>
            <a:rPr lang="ru-RU" b="1" dirty="0" smtClean="0"/>
            <a:t>Секретарь</a:t>
          </a:r>
          <a:r>
            <a:rPr lang="ru-RU" dirty="0" smtClean="0"/>
            <a:t> </a:t>
          </a:r>
          <a:endParaRPr lang="ru-RU" dirty="0"/>
        </a:p>
      </dgm:t>
    </dgm:pt>
    <dgm:pt modelId="{283097DF-7913-4CB1-849E-B234B4636311}" type="parTrans" cxnId="{46F853F5-4591-476E-B298-42CDF36EB229}">
      <dgm:prSet/>
      <dgm:spPr/>
      <dgm:t>
        <a:bodyPr/>
        <a:lstStyle/>
        <a:p>
          <a:endParaRPr lang="ru-RU"/>
        </a:p>
      </dgm:t>
    </dgm:pt>
    <dgm:pt modelId="{359E2352-1098-41D0-B5CC-A0EA6263F622}" type="sibTrans" cxnId="{46F853F5-4591-476E-B298-42CDF36EB229}">
      <dgm:prSet/>
      <dgm:spPr/>
      <dgm:t>
        <a:bodyPr/>
        <a:lstStyle/>
        <a:p>
          <a:endParaRPr lang="ru-RU"/>
        </a:p>
      </dgm:t>
    </dgm:pt>
    <dgm:pt modelId="{19875D43-07DC-4867-9573-A5D0F5EE65DC}">
      <dgm:prSet phldrT="[Текст]"/>
      <dgm:spPr/>
      <dgm:t>
        <a:bodyPr/>
        <a:lstStyle/>
        <a:p>
          <a:r>
            <a:rPr lang="ru-RU" b="1" dirty="0" smtClean="0"/>
            <a:t>Заказчики</a:t>
          </a:r>
          <a:r>
            <a:rPr lang="ru-RU" dirty="0" smtClean="0"/>
            <a:t> </a:t>
          </a:r>
          <a:endParaRPr lang="ru-RU" dirty="0"/>
        </a:p>
      </dgm:t>
    </dgm:pt>
    <dgm:pt modelId="{2DF9A4D3-928A-4444-BA40-B888A1FA7D2A}" type="parTrans" cxnId="{40B54FC6-87EC-43F5-B459-394C93A27A35}">
      <dgm:prSet/>
      <dgm:spPr/>
      <dgm:t>
        <a:bodyPr/>
        <a:lstStyle/>
        <a:p>
          <a:endParaRPr lang="ru-RU"/>
        </a:p>
      </dgm:t>
    </dgm:pt>
    <dgm:pt modelId="{B50B29CC-642A-41E3-827C-331C3C6F1282}" type="sibTrans" cxnId="{40B54FC6-87EC-43F5-B459-394C93A27A35}">
      <dgm:prSet/>
      <dgm:spPr/>
      <dgm:t>
        <a:bodyPr/>
        <a:lstStyle/>
        <a:p>
          <a:endParaRPr lang="ru-RU"/>
        </a:p>
      </dgm:t>
    </dgm:pt>
    <dgm:pt modelId="{D4D5F124-7C53-4EAD-849B-63ECF10504BE}">
      <dgm:prSet/>
      <dgm:spPr/>
      <dgm:t>
        <a:bodyPr/>
        <a:lstStyle/>
        <a:p>
          <a:r>
            <a:rPr lang="ru-RU" dirty="0" smtClean="0"/>
            <a:t>специалист в области межличностных коммуникаций</a:t>
          </a:r>
          <a:endParaRPr lang="ru-RU" dirty="0"/>
        </a:p>
      </dgm:t>
    </dgm:pt>
    <dgm:pt modelId="{A19FCF66-D35B-4538-BE7E-9938C7899A95}" type="parTrans" cxnId="{EC6E6AF3-AB97-4785-AAE8-2C773D30E5EE}">
      <dgm:prSet/>
      <dgm:spPr/>
      <dgm:t>
        <a:bodyPr/>
        <a:lstStyle/>
        <a:p>
          <a:endParaRPr lang="ru-RU"/>
        </a:p>
      </dgm:t>
    </dgm:pt>
    <dgm:pt modelId="{75E6B8F2-7313-4261-A6E7-001D0FD9EAAD}" type="sibTrans" cxnId="{EC6E6AF3-AB97-4785-AAE8-2C773D30E5EE}">
      <dgm:prSet/>
      <dgm:spPr/>
      <dgm:t>
        <a:bodyPr/>
        <a:lstStyle/>
        <a:p>
          <a:endParaRPr lang="ru-RU"/>
        </a:p>
      </dgm:t>
    </dgm:pt>
    <dgm:pt modelId="{716A8263-7706-41B7-9B53-C54BF08AAD7A}">
      <dgm:prSet/>
      <dgm:spPr/>
      <dgm:t>
        <a:bodyPr/>
        <a:lstStyle/>
        <a:p>
          <a:r>
            <a:rPr lang="ru-RU" b="1" dirty="0" smtClean="0"/>
            <a:t>Разработчики</a:t>
          </a:r>
          <a:r>
            <a:rPr lang="ru-RU" dirty="0" smtClean="0"/>
            <a:t> </a:t>
          </a:r>
          <a:r>
            <a:rPr lang="en-US" dirty="0" smtClean="0"/>
            <a:t> 	</a:t>
          </a:r>
          <a:endParaRPr lang="ru-RU" dirty="0"/>
        </a:p>
      </dgm:t>
    </dgm:pt>
    <dgm:pt modelId="{859402B4-E9DE-449C-906B-CF26A18B8A44}" type="parTrans" cxnId="{8E65EFF5-122E-4D70-85ED-693094B60FF2}">
      <dgm:prSet/>
      <dgm:spPr/>
      <dgm:t>
        <a:bodyPr/>
        <a:lstStyle/>
        <a:p>
          <a:endParaRPr lang="ru-RU"/>
        </a:p>
      </dgm:t>
    </dgm:pt>
    <dgm:pt modelId="{602F978C-920F-4FF7-AEAE-167844596A5E}" type="sibTrans" cxnId="{8E65EFF5-122E-4D70-85ED-693094B60FF2}">
      <dgm:prSet/>
      <dgm:spPr/>
      <dgm:t>
        <a:bodyPr/>
        <a:lstStyle/>
        <a:p>
          <a:endParaRPr lang="ru-RU"/>
        </a:p>
      </dgm:t>
    </dgm:pt>
    <dgm:pt modelId="{4774D63C-37CD-4564-9BF8-344D0AADD1AF}">
      <dgm:prSet/>
      <dgm:spPr/>
      <dgm:t>
        <a:bodyPr/>
        <a:lstStyle/>
        <a:p>
          <a:r>
            <a:rPr lang="ru-RU" smtClean="0"/>
            <a:t>стенографист встречи</a:t>
          </a:r>
          <a:endParaRPr lang="ru-RU"/>
        </a:p>
      </dgm:t>
    </dgm:pt>
    <dgm:pt modelId="{83C05ECC-285C-4C08-B713-21E0972AE3AD}" type="parTrans" cxnId="{1B348DAC-CB2D-41FC-A3B1-3835189BC30C}">
      <dgm:prSet/>
      <dgm:spPr/>
      <dgm:t>
        <a:bodyPr/>
        <a:lstStyle/>
        <a:p>
          <a:endParaRPr lang="ru-RU"/>
        </a:p>
      </dgm:t>
    </dgm:pt>
    <dgm:pt modelId="{3FFA1D6C-54FD-42AC-BE26-13E1046FCE9D}" type="sibTrans" cxnId="{1B348DAC-CB2D-41FC-A3B1-3835189BC30C}">
      <dgm:prSet/>
      <dgm:spPr/>
      <dgm:t>
        <a:bodyPr/>
        <a:lstStyle/>
        <a:p>
          <a:endParaRPr lang="ru-RU"/>
        </a:p>
      </dgm:t>
    </dgm:pt>
    <dgm:pt modelId="{1A04C8EE-D9B6-4B48-BF01-8F51926EB30F}">
      <dgm:prSet/>
      <dgm:spPr/>
      <dgm:t>
        <a:bodyPr/>
        <a:lstStyle/>
        <a:p>
          <a:r>
            <a:rPr lang="ru-RU" smtClean="0"/>
            <a:t>пользователи или руководители, основные участники, формирующие, обсуждающие требования и принимающие решения</a:t>
          </a:r>
          <a:endParaRPr lang="ru-RU"/>
        </a:p>
      </dgm:t>
    </dgm:pt>
    <dgm:pt modelId="{CB52AC4D-EB33-4A36-9F60-615A155B9D40}" type="parTrans" cxnId="{68C447B9-502D-439A-9735-DE9AF38CA27E}">
      <dgm:prSet/>
      <dgm:spPr/>
      <dgm:t>
        <a:bodyPr/>
        <a:lstStyle/>
        <a:p>
          <a:endParaRPr lang="ru-RU"/>
        </a:p>
      </dgm:t>
    </dgm:pt>
    <dgm:pt modelId="{9C38419B-6871-467F-B939-025A922DB590}" type="sibTrans" cxnId="{68C447B9-502D-439A-9735-DE9AF38CA27E}">
      <dgm:prSet/>
      <dgm:spPr/>
      <dgm:t>
        <a:bodyPr/>
        <a:lstStyle/>
        <a:p>
          <a:endParaRPr lang="ru-RU"/>
        </a:p>
      </dgm:t>
    </dgm:pt>
    <dgm:pt modelId="{4CFB2223-B066-4D16-A69E-F5B284008286}">
      <dgm:prSet/>
      <dgm:spPr/>
      <dgm:t>
        <a:bodyPr/>
        <a:lstStyle/>
        <a:p>
          <a:r>
            <a:rPr lang="ru-RU" smtClean="0"/>
            <a:t>аналитики и другие участники проектной команды</a:t>
          </a:r>
          <a:endParaRPr lang="ru-RU"/>
        </a:p>
      </dgm:t>
    </dgm:pt>
    <dgm:pt modelId="{5E5966EF-DB83-45F2-A995-4A236F1867E3}" type="parTrans" cxnId="{E492AAD3-006B-4363-B527-8DB877A65145}">
      <dgm:prSet/>
      <dgm:spPr/>
      <dgm:t>
        <a:bodyPr/>
        <a:lstStyle/>
        <a:p>
          <a:endParaRPr lang="ru-RU"/>
        </a:p>
      </dgm:t>
    </dgm:pt>
    <dgm:pt modelId="{AB26866A-21FB-46E2-AFF8-9285875D6E49}" type="sibTrans" cxnId="{E492AAD3-006B-4363-B527-8DB877A65145}">
      <dgm:prSet/>
      <dgm:spPr/>
      <dgm:t>
        <a:bodyPr/>
        <a:lstStyle/>
        <a:p>
          <a:endParaRPr lang="ru-RU"/>
        </a:p>
      </dgm:t>
    </dgm:pt>
    <dgm:pt modelId="{2A6723D0-163E-475B-93D3-5212519745C7}" type="pres">
      <dgm:prSet presAssocID="{AD603F13-3FCF-4F89-A28A-66144040D8A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4114C45-271B-4A8E-AB2F-C293B938F2B8}" type="pres">
      <dgm:prSet presAssocID="{4C2E2451-3641-4F6A-8D60-9B508A2A8D29}" presName="parentLin" presStyleCnt="0"/>
      <dgm:spPr/>
    </dgm:pt>
    <dgm:pt modelId="{F83D207C-65FF-4925-AEF0-44C0316A90B4}" type="pres">
      <dgm:prSet presAssocID="{4C2E2451-3641-4F6A-8D60-9B508A2A8D29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94C20AD0-634B-42A9-B2DB-99110BB41E4D}" type="pres">
      <dgm:prSet presAssocID="{4C2E2451-3641-4F6A-8D60-9B508A2A8D2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C97381-8D44-4321-925B-0A91D4F095D9}" type="pres">
      <dgm:prSet presAssocID="{4C2E2451-3641-4F6A-8D60-9B508A2A8D29}" presName="negativeSpace" presStyleCnt="0"/>
      <dgm:spPr/>
    </dgm:pt>
    <dgm:pt modelId="{A94F8EA2-74A5-4A61-BD39-D9DBA1D17178}" type="pres">
      <dgm:prSet presAssocID="{4C2E2451-3641-4F6A-8D60-9B508A2A8D29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0552EA-5EF9-4EA5-B07C-DF2FD2CD7F81}" type="pres">
      <dgm:prSet presAssocID="{A08B12AF-447A-4D59-B72E-45570C44A17E}" presName="spaceBetweenRectangles" presStyleCnt="0"/>
      <dgm:spPr/>
    </dgm:pt>
    <dgm:pt modelId="{EDEB3726-C856-4E18-B28A-676B643910D7}" type="pres">
      <dgm:prSet presAssocID="{3F98AF6B-FFC6-493F-A9CC-AA5C84712D23}" presName="parentLin" presStyleCnt="0"/>
      <dgm:spPr/>
    </dgm:pt>
    <dgm:pt modelId="{D1305ADD-4F2E-4A02-A4F7-501E37B099B8}" type="pres">
      <dgm:prSet presAssocID="{3F98AF6B-FFC6-493F-A9CC-AA5C84712D23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094392EA-CDBB-4759-85A8-D9F8D82A15E3}" type="pres">
      <dgm:prSet presAssocID="{3F98AF6B-FFC6-493F-A9CC-AA5C84712D23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672CBE-FFAA-4D50-9C1F-B1DD06426B42}" type="pres">
      <dgm:prSet presAssocID="{3F98AF6B-FFC6-493F-A9CC-AA5C84712D23}" presName="negativeSpace" presStyleCnt="0"/>
      <dgm:spPr/>
    </dgm:pt>
    <dgm:pt modelId="{DF4428B4-D991-402B-B8AA-FC5EA392B816}" type="pres">
      <dgm:prSet presAssocID="{3F98AF6B-FFC6-493F-A9CC-AA5C84712D23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3B1099-7115-4CF8-82E5-E71A75F93549}" type="pres">
      <dgm:prSet presAssocID="{359E2352-1098-41D0-B5CC-A0EA6263F622}" presName="spaceBetweenRectangles" presStyleCnt="0"/>
      <dgm:spPr/>
    </dgm:pt>
    <dgm:pt modelId="{77CB1E75-A11E-4E58-82C1-834CA959DE4B}" type="pres">
      <dgm:prSet presAssocID="{19875D43-07DC-4867-9573-A5D0F5EE65DC}" presName="parentLin" presStyleCnt="0"/>
      <dgm:spPr/>
    </dgm:pt>
    <dgm:pt modelId="{8737ED73-998D-46F4-BC33-24942AA6FC6F}" type="pres">
      <dgm:prSet presAssocID="{19875D43-07DC-4867-9573-A5D0F5EE65DC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D089AF53-5B25-45EC-8C54-4CC591C4F4DE}" type="pres">
      <dgm:prSet presAssocID="{19875D43-07DC-4867-9573-A5D0F5EE65D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AAE90F-989B-4956-85BA-B829273314F2}" type="pres">
      <dgm:prSet presAssocID="{19875D43-07DC-4867-9573-A5D0F5EE65DC}" presName="negativeSpace" presStyleCnt="0"/>
      <dgm:spPr/>
    </dgm:pt>
    <dgm:pt modelId="{0359BEB4-6807-4900-BA93-BCCDCC620C30}" type="pres">
      <dgm:prSet presAssocID="{19875D43-07DC-4867-9573-A5D0F5EE65DC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095F66-AC19-4AEA-AB1B-7E4CF852BEF6}" type="pres">
      <dgm:prSet presAssocID="{B50B29CC-642A-41E3-827C-331C3C6F1282}" presName="spaceBetweenRectangles" presStyleCnt="0"/>
      <dgm:spPr/>
    </dgm:pt>
    <dgm:pt modelId="{5390E0E0-6FB8-4DC5-86E4-948710717402}" type="pres">
      <dgm:prSet presAssocID="{716A8263-7706-41B7-9B53-C54BF08AAD7A}" presName="parentLin" presStyleCnt="0"/>
      <dgm:spPr/>
    </dgm:pt>
    <dgm:pt modelId="{833D0FE1-9BCB-4780-8129-C77189F71D9C}" type="pres">
      <dgm:prSet presAssocID="{716A8263-7706-41B7-9B53-C54BF08AAD7A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08EFA713-B06E-4322-9A97-7A2566398B73}" type="pres">
      <dgm:prSet presAssocID="{716A8263-7706-41B7-9B53-C54BF08AAD7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A2B227-ACD8-4B6F-8E12-2BEA0E040559}" type="pres">
      <dgm:prSet presAssocID="{716A8263-7706-41B7-9B53-C54BF08AAD7A}" presName="negativeSpace" presStyleCnt="0"/>
      <dgm:spPr/>
    </dgm:pt>
    <dgm:pt modelId="{B2B24A43-1AE1-42C3-840C-C46C3C22B8A9}" type="pres">
      <dgm:prSet presAssocID="{716A8263-7706-41B7-9B53-C54BF08AAD7A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1D6F2B8-5339-4359-91FB-EBF45037EB46}" type="presOf" srcId="{3F98AF6B-FFC6-493F-A9CC-AA5C84712D23}" destId="{D1305ADD-4F2E-4A02-A4F7-501E37B099B8}" srcOrd="0" destOrd="0" presId="urn:microsoft.com/office/officeart/2005/8/layout/list1"/>
    <dgm:cxn modelId="{D3F4DE40-B02E-482E-B404-36A4112C24B3}" type="presOf" srcId="{1A04C8EE-D9B6-4B48-BF01-8F51926EB30F}" destId="{0359BEB4-6807-4900-BA93-BCCDCC620C30}" srcOrd="0" destOrd="0" presId="urn:microsoft.com/office/officeart/2005/8/layout/list1"/>
    <dgm:cxn modelId="{1D1E389A-64DE-4316-99AC-55050D792A05}" srcId="{AD603F13-3FCF-4F89-A28A-66144040D8A1}" destId="{4C2E2451-3641-4F6A-8D60-9B508A2A8D29}" srcOrd="0" destOrd="0" parTransId="{DD9305B0-2E23-433B-957E-4B4C1C76D92C}" sibTransId="{A08B12AF-447A-4D59-B72E-45570C44A17E}"/>
    <dgm:cxn modelId="{EC6E6AF3-AB97-4785-AAE8-2C773D30E5EE}" srcId="{4C2E2451-3641-4F6A-8D60-9B508A2A8D29}" destId="{D4D5F124-7C53-4EAD-849B-63ECF10504BE}" srcOrd="0" destOrd="0" parTransId="{A19FCF66-D35B-4538-BE7E-9938C7899A95}" sibTransId="{75E6B8F2-7313-4261-A6E7-001D0FD9EAAD}"/>
    <dgm:cxn modelId="{1B348DAC-CB2D-41FC-A3B1-3835189BC30C}" srcId="{3F98AF6B-FFC6-493F-A9CC-AA5C84712D23}" destId="{4774D63C-37CD-4564-9BF8-344D0AADD1AF}" srcOrd="0" destOrd="0" parTransId="{83C05ECC-285C-4C08-B713-21E0972AE3AD}" sibTransId="{3FFA1D6C-54FD-42AC-BE26-13E1046FCE9D}"/>
    <dgm:cxn modelId="{43339E7C-C019-41E1-BF4E-4145EDB35D81}" type="presOf" srcId="{716A8263-7706-41B7-9B53-C54BF08AAD7A}" destId="{833D0FE1-9BCB-4780-8129-C77189F71D9C}" srcOrd="0" destOrd="0" presId="urn:microsoft.com/office/officeart/2005/8/layout/list1"/>
    <dgm:cxn modelId="{E492AAD3-006B-4363-B527-8DB877A65145}" srcId="{716A8263-7706-41B7-9B53-C54BF08AAD7A}" destId="{4CFB2223-B066-4D16-A69E-F5B284008286}" srcOrd="0" destOrd="0" parTransId="{5E5966EF-DB83-45F2-A995-4A236F1867E3}" sibTransId="{AB26866A-21FB-46E2-AFF8-9285875D6E49}"/>
    <dgm:cxn modelId="{3EEE3DC0-972C-4F03-BA6C-32D0E87B7CD2}" type="presOf" srcId="{AD603F13-3FCF-4F89-A28A-66144040D8A1}" destId="{2A6723D0-163E-475B-93D3-5212519745C7}" srcOrd="0" destOrd="0" presId="urn:microsoft.com/office/officeart/2005/8/layout/list1"/>
    <dgm:cxn modelId="{46F853F5-4591-476E-B298-42CDF36EB229}" srcId="{AD603F13-3FCF-4F89-A28A-66144040D8A1}" destId="{3F98AF6B-FFC6-493F-A9CC-AA5C84712D23}" srcOrd="1" destOrd="0" parTransId="{283097DF-7913-4CB1-849E-B234B4636311}" sibTransId="{359E2352-1098-41D0-B5CC-A0EA6263F622}"/>
    <dgm:cxn modelId="{11600874-75D0-4474-AB22-8AEF49AAD567}" type="presOf" srcId="{4774D63C-37CD-4564-9BF8-344D0AADD1AF}" destId="{DF4428B4-D991-402B-B8AA-FC5EA392B816}" srcOrd="0" destOrd="0" presId="urn:microsoft.com/office/officeart/2005/8/layout/list1"/>
    <dgm:cxn modelId="{8E65EFF5-122E-4D70-85ED-693094B60FF2}" srcId="{AD603F13-3FCF-4F89-A28A-66144040D8A1}" destId="{716A8263-7706-41B7-9B53-C54BF08AAD7A}" srcOrd="3" destOrd="0" parTransId="{859402B4-E9DE-449C-906B-CF26A18B8A44}" sibTransId="{602F978C-920F-4FF7-AEAE-167844596A5E}"/>
    <dgm:cxn modelId="{DBDFBE94-E337-4070-A1B9-38BDB0D64CCF}" type="presOf" srcId="{D4D5F124-7C53-4EAD-849B-63ECF10504BE}" destId="{A94F8EA2-74A5-4A61-BD39-D9DBA1D17178}" srcOrd="0" destOrd="0" presId="urn:microsoft.com/office/officeart/2005/8/layout/list1"/>
    <dgm:cxn modelId="{48018B67-9102-4A29-881A-E0C17FE37E6B}" type="presOf" srcId="{4C2E2451-3641-4F6A-8D60-9B508A2A8D29}" destId="{F83D207C-65FF-4925-AEF0-44C0316A90B4}" srcOrd="0" destOrd="0" presId="urn:microsoft.com/office/officeart/2005/8/layout/list1"/>
    <dgm:cxn modelId="{D7516134-4174-4837-BA89-5878B8A8D266}" type="presOf" srcId="{19875D43-07DC-4867-9573-A5D0F5EE65DC}" destId="{8737ED73-998D-46F4-BC33-24942AA6FC6F}" srcOrd="0" destOrd="0" presId="urn:microsoft.com/office/officeart/2005/8/layout/list1"/>
    <dgm:cxn modelId="{40B54FC6-87EC-43F5-B459-394C93A27A35}" srcId="{AD603F13-3FCF-4F89-A28A-66144040D8A1}" destId="{19875D43-07DC-4867-9573-A5D0F5EE65DC}" srcOrd="2" destOrd="0" parTransId="{2DF9A4D3-928A-4444-BA40-B888A1FA7D2A}" sibTransId="{B50B29CC-642A-41E3-827C-331C3C6F1282}"/>
    <dgm:cxn modelId="{0F02DD1C-34DA-4FFC-AF2C-DDDD79003C19}" type="presOf" srcId="{716A8263-7706-41B7-9B53-C54BF08AAD7A}" destId="{08EFA713-B06E-4322-9A97-7A2566398B73}" srcOrd="1" destOrd="0" presId="urn:microsoft.com/office/officeart/2005/8/layout/list1"/>
    <dgm:cxn modelId="{DAB4CB05-3780-4BC1-9267-AF23A847B8AD}" type="presOf" srcId="{3F98AF6B-FFC6-493F-A9CC-AA5C84712D23}" destId="{094392EA-CDBB-4759-85A8-D9F8D82A15E3}" srcOrd="1" destOrd="0" presId="urn:microsoft.com/office/officeart/2005/8/layout/list1"/>
    <dgm:cxn modelId="{C2F34364-B25F-4579-A8F2-A2454357F87F}" type="presOf" srcId="{4C2E2451-3641-4F6A-8D60-9B508A2A8D29}" destId="{94C20AD0-634B-42A9-B2DB-99110BB41E4D}" srcOrd="1" destOrd="0" presId="urn:microsoft.com/office/officeart/2005/8/layout/list1"/>
    <dgm:cxn modelId="{508DF2D2-CABB-4A0D-87B2-43B1E49E9A2D}" type="presOf" srcId="{19875D43-07DC-4867-9573-A5D0F5EE65DC}" destId="{D089AF53-5B25-45EC-8C54-4CC591C4F4DE}" srcOrd="1" destOrd="0" presId="urn:microsoft.com/office/officeart/2005/8/layout/list1"/>
    <dgm:cxn modelId="{68C447B9-502D-439A-9735-DE9AF38CA27E}" srcId="{19875D43-07DC-4867-9573-A5D0F5EE65DC}" destId="{1A04C8EE-D9B6-4B48-BF01-8F51926EB30F}" srcOrd="0" destOrd="0" parTransId="{CB52AC4D-EB33-4A36-9F60-615A155B9D40}" sibTransId="{9C38419B-6871-467F-B939-025A922DB590}"/>
    <dgm:cxn modelId="{F6845B5B-E588-4EE2-B524-3DF7D1AEC3A6}" type="presOf" srcId="{4CFB2223-B066-4D16-A69E-F5B284008286}" destId="{B2B24A43-1AE1-42C3-840C-C46C3C22B8A9}" srcOrd="0" destOrd="0" presId="urn:microsoft.com/office/officeart/2005/8/layout/list1"/>
    <dgm:cxn modelId="{A0CCED62-B563-4688-85B6-E8B46DFF8438}" type="presParOf" srcId="{2A6723D0-163E-475B-93D3-5212519745C7}" destId="{04114C45-271B-4A8E-AB2F-C293B938F2B8}" srcOrd="0" destOrd="0" presId="urn:microsoft.com/office/officeart/2005/8/layout/list1"/>
    <dgm:cxn modelId="{5D05DD96-B4D5-449D-94C3-128BE7D4839D}" type="presParOf" srcId="{04114C45-271B-4A8E-AB2F-C293B938F2B8}" destId="{F83D207C-65FF-4925-AEF0-44C0316A90B4}" srcOrd="0" destOrd="0" presId="urn:microsoft.com/office/officeart/2005/8/layout/list1"/>
    <dgm:cxn modelId="{8E480153-8291-4DFE-89B6-6E25A3CC3C6B}" type="presParOf" srcId="{04114C45-271B-4A8E-AB2F-C293B938F2B8}" destId="{94C20AD0-634B-42A9-B2DB-99110BB41E4D}" srcOrd="1" destOrd="0" presId="urn:microsoft.com/office/officeart/2005/8/layout/list1"/>
    <dgm:cxn modelId="{FD6E88BA-51F5-4DF8-8718-A8FC0CE1CAEC}" type="presParOf" srcId="{2A6723D0-163E-475B-93D3-5212519745C7}" destId="{94C97381-8D44-4321-925B-0A91D4F095D9}" srcOrd="1" destOrd="0" presId="urn:microsoft.com/office/officeart/2005/8/layout/list1"/>
    <dgm:cxn modelId="{FDE004DA-97BB-4C55-A336-8EFBBA5114A3}" type="presParOf" srcId="{2A6723D0-163E-475B-93D3-5212519745C7}" destId="{A94F8EA2-74A5-4A61-BD39-D9DBA1D17178}" srcOrd="2" destOrd="0" presId="urn:microsoft.com/office/officeart/2005/8/layout/list1"/>
    <dgm:cxn modelId="{CAA612F2-32C6-4E7A-855A-418916AB32E2}" type="presParOf" srcId="{2A6723D0-163E-475B-93D3-5212519745C7}" destId="{A30552EA-5EF9-4EA5-B07C-DF2FD2CD7F81}" srcOrd="3" destOrd="0" presId="urn:microsoft.com/office/officeart/2005/8/layout/list1"/>
    <dgm:cxn modelId="{912B81BA-D6E7-48C1-8AAB-22C4E4D5C62A}" type="presParOf" srcId="{2A6723D0-163E-475B-93D3-5212519745C7}" destId="{EDEB3726-C856-4E18-B28A-676B643910D7}" srcOrd="4" destOrd="0" presId="urn:microsoft.com/office/officeart/2005/8/layout/list1"/>
    <dgm:cxn modelId="{55EE6CE5-CA67-49E1-99E5-32EB06B50BE7}" type="presParOf" srcId="{EDEB3726-C856-4E18-B28A-676B643910D7}" destId="{D1305ADD-4F2E-4A02-A4F7-501E37B099B8}" srcOrd="0" destOrd="0" presId="urn:microsoft.com/office/officeart/2005/8/layout/list1"/>
    <dgm:cxn modelId="{79635865-DADE-4260-B31D-FB447EB8FF93}" type="presParOf" srcId="{EDEB3726-C856-4E18-B28A-676B643910D7}" destId="{094392EA-CDBB-4759-85A8-D9F8D82A15E3}" srcOrd="1" destOrd="0" presId="urn:microsoft.com/office/officeart/2005/8/layout/list1"/>
    <dgm:cxn modelId="{9F0E0E1E-0DA9-4B8F-AA61-9036BFFFDD68}" type="presParOf" srcId="{2A6723D0-163E-475B-93D3-5212519745C7}" destId="{D2672CBE-FFAA-4D50-9C1F-B1DD06426B42}" srcOrd="5" destOrd="0" presId="urn:microsoft.com/office/officeart/2005/8/layout/list1"/>
    <dgm:cxn modelId="{89DD1A54-594B-4742-A48B-0F8B9F9EBB6A}" type="presParOf" srcId="{2A6723D0-163E-475B-93D3-5212519745C7}" destId="{DF4428B4-D991-402B-B8AA-FC5EA392B816}" srcOrd="6" destOrd="0" presId="urn:microsoft.com/office/officeart/2005/8/layout/list1"/>
    <dgm:cxn modelId="{C4362491-60C2-4036-83D8-0DFBC76A3525}" type="presParOf" srcId="{2A6723D0-163E-475B-93D3-5212519745C7}" destId="{C53B1099-7115-4CF8-82E5-E71A75F93549}" srcOrd="7" destOrd="0" presId="urn:microsoft.com/office/officeart/2005/8/layout/list1"/>
    <dgm:cxn modelId="{6ADCDFC8-E0E2-490D-BC3C-AF529F51B086}" type="presParOf" srcId="{2A6723D0-163E-475B-93D3-5212519745C7}" destId="{77CB1E75-A11E-4E58-82C1-834CA959DE4B}" srcOrd="8" destOrd="0" presId="urn:microsoft.com/office/officeart/2005/8/layout/list1"/>
    <dgm:cxn modelId="{431A2DE3-85B0-4191-8100-264467CE7159}" type="presParOf" srcId="{77CB1E75-A11E-4E58-82C1-834CA959DE4B}" destId="{8737ED73-998D-46F4-BC33-24942AA6FC6F}" srcOrd="0" destOrd="0" presId="urn:microsoft.com/office/officeart/2005/8/layout/list1"/>
    <dgm:cxn modelId="{BC65B309-5BD7-4B63-925F-AC73276A8889}" type="presParOf" srcId="{77CB1E75-A11E-4E58-82C1-834CA959DE4B}" destId="{D089AF53-5B25-45EC-8C54-4CC591C4F4DE}" srcOrd="1" destOrd="0" presId="urn:microsoft.com/office/officeart/2005/8/layout/list1"/>
    <dgm:cxn modelId="{C2B6543A-ACAB-4169-9D0C-8037C926892A}" type="presParOf" srcId="{2A6723D0-163E-475B-93D3-5212519745C7}" destId="{0FAAE90F-989B-4956-85BA-B829273314F2}" srcOrd="9" destOrd="0" presId="urn:microsoft.com/office/officeart/2005/8/layout/list1"/>
    <dgm:cxn modelId="{211505A9-1BB3-4931-AF39-0911E6E75A24}" type="presParOf" srcId="{2A6723D0-163E-475B-93D3-5212519745C7}" destId="{0359BEB4-6807-4900-BA93-BCCDCC620C30}" srcOrd="10" destOrd="0" presId="urn:microsoft.com/office/officeart/2005/8/layout/list1"/>
    <dgm:cxn modelId="{7D71A1FA-24D5-4870-9E20-E990B8B4BC07}" type="presParOf" srcId="{2A6723D0-163E-475B-93D3-5212519745C7}" destId="{10095F66-AC19-4AEA-AB1B-7E4CF852BEF6}" srcOrd="11" destOrd="0" presId="urn:microsoft.com/office/officeart/2005/8/layout/list1"/>
    <dgm:cxn modelId="{2B6E0D54-F6AD-425C-97C3-50D53C276DB8}" type="presParOf" srcId="{2A6723D0-163E-475B-93D3-5212519745C7}" destId="{5390E0E0-6FB8-4DC5-86E4-948710717402}" srcOrd="12" destOrd="0" presId="urn:microsoft.com/office/officeart/2005/8/layout/list1"/>
    <dgm:cxn modelId="{CC0E694E-E696-4761-9E73-00ECE3A30B3D}" type="presParOf" srcId="{5390E0E0-6FB8-4DC5-86E4-948710717402}" destId="{833D0FE1-9BCB-4780-8129-C77189F71D9C}" srcOrd="0" destOrd="0" presId="urn:microsoft.com/office/officeart/2005/8/layout/list1"/>
    <dgm:cxn modelId="{CA69EF11-EA4E-41E0-B32C-AE78098F4386}" type="presParOf" srcId="{5390E0E0-6FB8-4DC5-86E4-948710717402}" destId="{08EFA713-B06E-4322-9A97-7A2566398B73}" srcOrd="1" destOrd="0" presId="urn:microsoft.com/office/officeart/2005/8/layout/list1"/>
    <dgm:cxn modelId="{43FB852F-D565-4040-AFF7-E0A67FD23F8B}" type="presParOf" srcId="{2A6723D0-163E-475B-93D3-5212519745C7}" destId="{03A2B227-ACD8-4B6F-8E12-2BEA0E040559}" srcOrd="13" destOrd="0" presId="urn:microsoft.com/office/officeart/2005/8/layout/list1"/>
    <dgm:cxn modelId="{AAE98374-50C2-458F-9233-F69150FF5C31}" type="presParOf" srcId="{2A6723D0-163E-475B-93D3-5212519745C7}" destId="{B2B24A43-1AE1-42C3-840C-C46C3C22B8A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159344B-3C5C-4DDF-9F77-045D06C412F8}" type="doc">
      <dgm:prSet loTypeId="urn:microsoft.com/office/officeart/2005/8/layout/hList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B55EA40-1D4A-4042-8CC4-8E385231461F}">
      <dgm:prSet phldrT="[Текст]"/>
      <dgm:spPr/>
      <dgm:t>
        <a:bodyPr/>
        <a:lstStyle/>
        <a:p>
          <a:r>
            <a:rPr lang="ru-RU" dirty="0" smtClean="0"/>
            <a:t>При выборе формы и степени подробности варианта использования следует учитывать:</a:t>
          </a:r>
          <a:endParaRPr lang="ru-RU" dirty="0"/>
        </a:p>
      </dgm:t>
    </dgm:pt>
    <dgm:pt modelId="{EE3BA10C-6922-48B8-B5DC-EE196E5B0179}" type="parTrans" cxnId="{46C977A3-60F3-409E-AD0C-70EF8E8DAADB}">
      <dgm:prSet/>
      <dgm:spPr/>
      <dgm:t>
        <a:bodyPr/>
        <a:lstStyle/>
        <a:p>
          <a:endParaRPr lang="ru-RU"/>
        </a:p>
      </dgm:t>
    </dgm:pt>
    <dgm:pt modelId="{BC4AC475-1BCE-4580-A5A5-8ACB0AF2802D}" type="sibTrans" cxnId="{46C977A3-60F3-409E-AD0C-70EF8E8DAADB}">
      <dgm:prSet/>
      <dgm:spPr/>
      <dgm:t>
        <a:bodyPr/>
        <a:lstStyle/>
        <a:p>
          <a:endParaRPr lang="ru-RU"/>
        </a:p>
      </dgm:t>
    </dgm:pt>
    <dgm:pt modelId="{CF23D612-D0B5-4876-946A-42BB5691B689}">
      <dgm:prSet phldrT="[Текст]"/>
      <dgm:spPr/>
      <dgm:t>
        <a:bodyPr/>
        <a:lstStyle/>
        <a:p>
          <a:r>
            <a:rPr lang="ru-RU" dirty="0" smtClean="0"/>
            <a:t>Размеры проекта</a:t>
          </a:r>
          <a:endParaRPr lang="ru-RU" dirty="0"/>
        </a:p>
      </dgm:t>
    </dgm:pt>
    <dgm:pt modelId="{671A8607-CBA2-42BD-8191-2E82894541D5}" type="parTrans" cxnId="{C42D0A19-9936-4991-B271-12307AAA929E}">
      <dgm:prSet/>
      <dgm:spPr/>
      <dgm:t>
        <a:bodyPr/>
        <a:lstStyle/>
        <a:p>
          <a:endParaRPr lang="ru-RU"/>
        </a:p>
      </dgm:t>
    </dgm:pt>
    <dgm:pt modelId="{DC0C4192-E8FE-4881-911A-AF5DDD71A0D7}" type="sibTrans" cxnId="{C42D0A19-9936-4991-B271-12307AAA929E}">
      <dgm:prSet/>
      <dgm:spPr/>
      <dgm:t>
        <a:bodyPr/>
        <a:lstStyle/>
        <a:p>
          <a:endParaRPr lang="ru-RU"/>
        </a:p>
      </dgm:t>
    </dgm:pt>
    <dgm:pt modelId="{2DEABF5B-03D3-49B5-B34F-4BDC322E6FAC}">
      <dgm:prSet phldrT="[Текст]"/>
      <dgm:spPr/>
      <dgm:t>
        <a:bodyPr/>
        <a:lstStyle/>
        <a:p>
          <a:r>
            <a:rPr lang="ru-RU" dirty="0" smtClean="0"/>
            <a:t>Важность проекта и варианта использования</a:t>
          </a:r>
          <a:endParaRPr lang="ru-RU" dirty="0"/>
        </a:p>
      </dgm:t>
    </dgm:pt>
    <dgm:pt modelId="{79C54E46-8405-4F2C-955B-6A0B88AA1A6E}" type="parTrans" cxnId="{34EB6585-484D-4E07-A100-44F60AC9147E}">
      <dgm:prSet/>
      <dgm:spPr/>
      <dgm:t>
        <a:bodyPr/>
        <a:lstStyle/>
        <a:p>
          <a:endParaRPr lang="ru-RU"/>
        </a:p>
      </dgm:t>
    </dgm:pt>
    <dgm:pt modelId="{BAF9509E-FAA8-481B-AE17-DA050E2C90E1}" type="sibTrans" cxnId="{34EB6585-484D-4E07-A100-44F60AC9147E}">
      <dgm:prSet/>
      <dgm:spPr/>
      <dgm:t>
        <a:bodyPr/>
        <a:lstStyle/>
        <a:p>
          <a:endParaRPr lang="ru-RU"/>
        </a:p>
      </dgm:t>
    </dgm:pt>
    <dgm:pt modelId="{A1FBEEF7-5FFF-4E3E-ABCC-E5045785D439}">
      <dgm:prSet phldrT="[Текст]"/>
      <dgm:spPr/>
      <dgm:t>
        <a:bodyPr/>
        <a:lstStyle/>
        <a:p>
          <a:r>
            <a:rPr lang="ru-RU" dirty="0" smtClean="0"/>
            <a:t>Традиции, сложившиеся в коллективе "Заказчик-Разработчик"</a:t>
          </a:r>
          <a:endParaRPr lang="ru-RU" dirty="0"/>
        </a:p>
      </dgm:t>
    </dgm:pt>
    <dgm:pt modelId="{F4FAC7F4-23D8-4F76-ACE2-0356842E645D}" type="parTrans" cxnId="{59FDF881-5489-4A82-BB24-97A725AF1839}">
      <dgm:prSet/>
      <dgm:spPr/>
      <dgm:t>
        <a:bodyPr/>
        <a:lstStyle/>
        <a:p>
          <a:endParaRPr lang="ru-RU"/>
        </a:p>
      </dgm:t>
    </dgm:pt>
    <dgm:pt modelId="{A2F240AF-D4F7-4BD0-8E4C-BC995C392159}" type="sibTrans" cxnId="{59FDF881-5489-4A82-BB24-97A725AF1839}">
      <dgm:prSet/>
      <dgm:spPr/>
      <dgm:t>
        <a:bodyPr/>
        <a:lstStyle/>
        <a:p>
          <a:endParaRPr lang="ru-RU"/>
        </a:p>
      </dgm:t>
    </dgm:pt>
    <dgm:pt modelId="{5DCDC568-9B6D-4E09-8F98-8B1A80972282}" type="pres">
      <dgm:prSet presAssocID="{C159344B-3C5C-4DDF-9F77-045D06C412F8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DAD1C71-2AC6-4D72-94B3-E45A77D7C58C}" type="pres">
      <dgm:prSet presAssocID="{BB55EA40-1D4A-4042-8CC4-8E385231461F}" presName="roof" presStyleLbl="dkBgShp" presStyleIdx="0" presStyleCnt="2"/>
      <dgm:spPr/>
      <dgm:t>
        <a:bodyPr/>
        <a:lstStyle/>
        <a:p>
          <a:endParaRPr lang="ru-RU"/>
        </a:p>
      </dgm:t>
    </dgm:pt>
    <dgm:pt modelId="{F60CD433-4239-430E-8990-662138B4D026}" type="pres">
      <dgm:prSet presAssocID="{BB55EA40-1D4A-4042-8CC4-8E385231461F}" presName="pillars" presStyleCnt="0"/>
      <dgm:spPr/>
    </dgm:pt>
    <dgm:pt modelId="{09514D1A-022B-4905-8087-F472CCFC6AA5}" type="pres">
      <dgm:prSet presAssocID="{BB55EA40-1D4A-4042-8CC4-8E385231461F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6A871B-25DF-423E-9DD6-68768A729C94}" type="pres">
      <dgm:prSet presAssocID="{2DEABF5B-03D3-49B5-B34F-4BDC322E6FAC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E3E0ED-9BB1-488F-81D5-BAA609E1BF33}" type="pres">
      <dgm:prSet presAssocID="{A1FBEEF7-5FFF-4E3E-ABCC-E5045785D439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5168A3-336D-4793-8E8E-D47AE741CA1F}" type="pres">
      <dgm:prSet presAssocID="{BB55EA40-1D4A-4042-8CC4-8E385231461F}" presName="base" presStyleLbl="dkBgShp" presStyleIdx="1" presStyleCnt="2"/>
      <dgm:spPr/>
    </dgm:pt>
  </dgm:ptLst>
  <dgm:cxnLst>
    <dgm:cxn modelId="{C42D0A19-9936-4991-B271-12307AAA929E}" srcId="{BB55EA40-1D4A-4042-8CC4-8E385231461F}" destId="{CF23D612-D0B5-4876-946A-42BB5691B689}" srcOrd="0" destOrd="0" parTransId="{671A8607-CBA2-42BD-8191-2E82894541D5}" sibTransId="{DC0C4192-E8FE-4881-911A-AF5DDD71A0D7}"/>
    <dgm:cxn modelId="{1CEC13FB-98F3-4D40-844B-114357134CD1}" type="presOf" srcId="{BB55EA40-1D4A-4042-8CC4-8E385231461F}" destId="{0DAD1C71-2AC6-4D72-94B3-E45A77D7C58C}" srcOrd="0" destOrd="0" presId="urn:microsoft.com/office/officeart/2005/8/layout/hList3"/>
    <dgm:cxn modelId="{59FDF881-5489-4A82-BB24-97A725AF1839}" srcId="{BB55EA40-1D4A-4042-8CC4-8E385231461F}" destId="{A1FBEEF7-5FFF-4E3E-ABCC-E5045785D439}" srcOrd="2" destOrd="0" parTransId="{F4FAC7F4-23D8-4F76-ACE2-0356842E645D}" sibTransId="{A2F240AF-D4F7-4BD0-8E4C-BC995C392159}"/>
    <dgm:cxn modelId="{55C4D0DA-E479-4B15-AF91-5836672314F8}" type="presOf" srcId="{C159344B-3C5C-4DDF-9F77-045D06C412F8}" destId="{5DCDC568-9B6D-4E09-8F98-8B1A80972282}" srcOrd="0" destOrd="0" presId="urn:microsoft.com/office/officeart/2005/8/layout/hList3"/>
    <dgm:cxn modelId="{B16A9226-1272-4B62-B45E-B3DBAA6222E5}" type="presOf" srcId="{A1FBEEF7-5FFF-4E3E-ABCC-E5045785D439}" destId="{EBE3E0ED-9BB1-488F-81D5-BAA609E1BF33}" srcOrd="0" destOrd="0" presId="urn:microsoft.com/office/officeart/2005/8/layout/hList3"/>
    <dgm:cxn modelId="{34EB6585-484D-4E07-A100-44F60AC9147E}" srcId="{BB55EA40-1D4A-4042-8CC4-8E385231461F}" destId="{2DEABF5B-03D3-49B5-B34F-4BDC322E6FAC}" srcOrd="1" destOrd="0" parTransId="{79C54E46-8405-4F2C-955B-6A0B88AA1A6E}" sibTransId="{BAF9509E-FAA8-481B-AE17-DA050E2C90E1}"/>
    <dgm:cxn modelId="{46C977A3-60F3-409E-AD0C-70EF8E8DAADB}" srcId="{C159344B-3C5C-4DDF-9F77-045D06C412F8}" destId="{BB55EA40-1D4A-4042-8CC4-8E385231461F}" srcOrd="0" destOrd="0" parTransId="{EE3BA10C-6922-48B8-B5DC-EE196E5B0179}" sibTransId="{BC4AC475-1BCE-4580-A5A5-8ACB0AF2802D}"/>
    <dgm:cxn modelId="{FCB7AB6D-B142-4EB8-9539-CEC7A0178757}" type="presOf" srcId="{CF23D612-D0B5-4876-946A-42BB5691B689}" destId="{09514D1A-022B-4905-8087-F472CCFC6AA5}" srcOrd="0" destOrd="0" presId="urn:microsoft.com/office/officeart/2005/8/layout/hList3"/>
    <dgm:cxn modelId="{6B0A93E4-BDED-4D7B-A2A3-65BB40387E50}" type="presOf" srcId="{2DEABF5B-03D3-49B5-B34F-4BDC322E6FAC}" destId="{4D6A871B-25DF-423E-9DD6-68768A729C94}" srcOrd="0" destOrd="0" presId="urn:microsoft.com/office/officeart/2005/8/layout/hList3"/>
    <dgm:cxn modelId="{833B069A-9790-45D0-AB40-833F16D786CC}" type="presParOf" srcId="{5DCDC568-9B6D-4E09-8F98-8B1A80972282}" destId="{0DAD1C71-2AC6-4D72-94B3-E45A77D7C58C}" srcOrd="0" destOrd="0" presId="urn:microsoft.com/office/officeart/2005/8/layout/hList3"/>
    <dgm:cxn modelId="{DEF5A8A6-544D-4C6F-9801-D316C0D5709A}" type="presParOf" srcId="{5DCDC568-9B6D-4E09-8F98-8B1A80972282}" destId="{F60CD433-4239-430E-8990-662138B4D026}" srcOrd="1" destOrd="0" presId="urn:microsoft.com/office/officeart/2005/8/layout/hList3"/>
    <dgm:cxn modelId="{6DF6A7A7-39F4-43B9-B638-681A4AD48C26}" type="presParOf" srcId="{F60CD433-4239-430E-8990-662138B4D026}" destId="{09514D1A-022B-4905-8087-F472CCFC6AA5}" srcOrd="0" destOrd="0" presId="urn:microsoft.com/office/officeart/2005/8/layout/hList3"/>
    <dgm:cxn modelId="{4580CC5D-26D7-4920-88E1-441C132AEA6E}" type="presParOf" srcId="{F60CD433-4239-430E-8990-662138B4D026}" destId="{4D6A871B-25DF-423E-9DD6-68768A729C94}" srcOrd="1" destOrd="0" presId="urn:microsoft.com/office/officeart/2005/8/layout/hList3"/>
    <dgm:cxn modelId="{8D36D398-68DE-4CB9-80D4-E9A8085CC08F}" type="presParOf" srcId="{F60CD433-4239-430E-8990-662138B4D026}" destId="{EBE3E0ED-9BB1-488F-81D5-BAA609E1BF33}" srcOrd="2" destOrd="0" presId="urn:microsoft.com/office/officeart/2005/8/layout/hList3"/>
    <dgm:cxn modelId="{909B0F54-287E-4FC7-8515-E373D18D0923}" type="presParOf" srcId="{5DCDC568-9B6D-4E09-8F98-8B1A80972282}" destId="{B25168A3-336D-4793-8E8E-D47AE741CA1F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A6D5237-A250-4F2C-B63A-2B9D6571967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414AAB0-B50F-49F1-9E9A-B519261CB27E}">
      <dgm:prSet phldrT="[Текст]" custT="1"/>
      <dgm:spPr/>
      <dgm:t>
        <a:bodyPr/>
        <a:lstStyle/>
        <a:p>
          <a:r>
            <a:rPr lang="ru-RU" sz="2400" dirty="0" smtClean="0"/>
            <a:t>Разделяют все программные проекты по степени критичности на 4 категории: исходя из цены ошибок: "проекты, ошибки в которых могут привести к…"</a:t>
          </a:r>
          <a:endParaRPr lang="ru-RU" sz="2400" dirty="0"/>
        </a:p>
      </dgm:t>
    </dgm:pt>
    <dgm:pt modelId="{E845E001-0BCA-47E6-9810-7581E87BB888}" type="parTrans" cxnId="{B48E2DA0-025B-44FE-A8BA-512C9922E465}">
      <dgm:prSet/>
      <dgm:spPr/>
      <dgm:t>
        <a:bodyPr/>
        <a:lstStyle/>
        <a:p>
          <a:endParaRPr lang="ru-RU"/>
        </a:p>
      </dgm:t>
    </dgm:pt>
    <dgm:pt modelId="{846D1DC3-3C71-447E-8C5D-91F56CAEFDA5}" type="sibTrans" cxnId="{B48E2DA0-025B-44FE-A8BA-512C9922E465}">
      <dgm:prSet/>
      <dgm:spPr/>
      <dgm:t>
        <a:bodyPr/>
        <a:lstStyle/>
        <a:p>
          <a:endParaRPr lang="ru-RU"/>
        </a:p>
      </dgm:t>
    </dgm:pt>
    <dgm:pt modelId="{3B7B622E-79C8-4E4A-855A-556C846A5157}">
      <dgm:prSet phldrT="[Текст]" custT="1"/>
      <dgm:spPr/>
      <dgm:t>
        <a:bodyPr/>
        <a:lstStyle/>
        <a:p>
          <a:r>
            <a:rPr lang="ru-RU" sz="2800" dirty="0" smtClean="0"/>
            <a:t>опасности для жизни людей</a:t>
          </a:r>
          <a:endParaRPr lang="ru-RU" sz="2800" dirty="0"/>
        </a:p>
      </dgm:t>
    </dgm:pt>
    <dgm:pt modelId="{0ACEDE46-8571-4519-A48B-8C37B79A438F}" type="parTrans" cxnId="{7287DC51-6BD6-4BF1-AA41-220936E0C440}">
      <dgm:prSet/>
      <dgm:spPr/>
      <dgm:t>
        <a:bodyPr/>
        <a:lstStyle/>
        <a:p>
          <a:endParaRPr lang="ru-RU"/>
        </a:p>
      </dgm:t>
    </dgm:pt>
    <dgm:pt modelId="{0D7959C4-84DB-4EA9-9D50-6D8A87CEAA57}" type="sibTrans" cxnId="{7287DC51-6BD6-4BF1-AA41-220936E0C440}">
      <dgm:prSet/>
      <dgm:spPr/>
      <dgm:t>
        <a:bodyPr/>
        <a:lstStyle/>
        <a:p>
          <a:endParaRPr lang="ru-RU"/>
        </a:p>
      </dgm:t>
    </dgm:pt>
    <dgm:pt modelId="{F51D12CE-E0B9-4CAA-8C15-49FEC47E0A23}">
      <dgm:prSet phldrT="[Текст]" custT="1"/>
      <dgm:spPr/>
      <dgm:t>
        <a:bodyPr/>
        <a:lstStyle/>
        <a:p>
          <a:r>
            <a:rPr lang="ru-RU" sz="2800" dirty="0" smtClean="0"/>
            <a:t>невосполнимым финансовым потерям</a:t>
          </a:r>
          <a:endParaRPr lang="ru-RU" sz="2800" dirty="0"/>
        </a:p>
      </dgm:t>
    </dgm:pt>
    <dgm:pt modelId="{B5148B47-7EC8-4783-9D8B-FB00602C73EF}" type="parTrans" cxnId="{14DE4788-02F4-4F6B-9430-6A670DE0D993}">
      <dgm:prSet/>
      <dgm:spPr/>
      <dgm:t>
        <a:bodyPr/>
        <a:lstStyle/>
        <a:p>
          <a:endParaRPr lang="ru-RU"/>
        </a:p>
      </dgm:t>
    </dgm:pt>
    <dgm:pt modelId="{577BFCE5-F6B1-4333-89E0-77F0F6722474}" type="sibTrans" cxnId="{14DE4788-02F4-4F6B-9430-6A670DE0D993}">
      <dgm:prSet/>
      <dgm:spPr/>
      <dgm:t>
        <a:bodyPr/>
        <a:lstStyle/>
        <a:p>
          <a:endParaRPr lang="ru-RU"/>
        </a:p>
      </dgm:t>
    </dgm:pt>
    <dgm:pt modelId="{20BBC123-07AF-4953-A2C6-DF5F30DA2324}">
      <dgm:prSet custT="1"/>
      <dgm:spPr/>
      <dgm:t>
        <a:bodyPr/>
        <a:lstStyle/>
        <a:p>
          <a:r>
            <a:rPr lang="ru-RU" sz="2800" dirty="0" smtClean="0"/>
            <a:t>финансовым потерям в ограниченном объеме</a:t>
          </a:r>
          <a:endParaRPr lang="ru-RU" sz="2800" dirty="0"/>
        </a:p>
      </dgm:t>
    </dgm:pt>
    <dgm:pt modelId="{C88F23AA-8D49-43A4-A608-C4112ED50661}" type="parTrans" cxnId="{7459EB5A-1066-4B2B-8B6E-3835F17C5613}">
      <dgm:prSet/>
      <dgm:spPr/>
      <dgm:t>
        <a:bodyPr/>
        <a:lstStyle/>
        <a:p>
          <a:endParaRPr lang="ru-RU"/>
        </a:p>
      </dgm:t>
    </dgm:pt>
    <dgm:pt modelId="{DD18F44E-3DFA-4671-8BBD-54C61C1EB039}" type="sibTrans" cxnId="{7459EB5A-1066-4B2B-8B6E-3835F17C5613}">
      <dgm:prSet/>
      <dgm:spPr/>
      <dgm:t>
        <a:bodyPr/>
        <a:lstStyle/>
        <a:p>
          <a:endParaRPr lang="ru-RU"/>
        </a:p>
      </dgm:t>
    </dgm:pt>
    <dgm:pt modelId="{0ABAE058-5D89-4055-BD6D-90F27EE2FFC4}">
      <dgm:prSet custT="1"/>
      <dgm:spPr/>
      <dgm:t>
        <a:bodyPr/>
        <a:lstStyle/>
        <a:p>
          <a:r>
            <a:rPr lang="ru-RU" sz="2800" smtClean="0"/>
            <a:t>снижению комфортности конечного пользователя</a:t>
          </a:r>
          <a:endParaRPr lang="ru-RU" sz="2800"/>
        </a:p>
      </dgm:t>
    </dgm:pt>
    <dgm:pt modelId="{E0CFE597-400B-48E6-9414-889598A637A6}" type="parTrans" cxnId="{9C777093-5679-4C9C-8266-5A3C12336C35}">
      <dgm:prSet/>
      <dgm:spPr/>
      <dgm:t>
        <a:bodyPr/>
        <a:lstStyle/>
        <a:p>
          <a:endParaRPr lang="ru-RU"/>
        </a:p>
      </dgm:t>
    </dgm:pt>
    <dgm:pt modelId="{E4379F1E-C703-4263-8A9D-B87A8F8C4375}" type="sibTrans" cxnId="{9C777093-5679-4C9C-8266-5A3C12336C35}">
      <dgm:prSet/>
      <dgm:spPr/>
      <dgm:t>
        <a:bodyPr/>
        <a:lstStyle/>
        <a:p>
          <a:endParaRPr lang="ru-RU"/>
        </a:p>
      </dgm:t>
    </dgm:pt>
    <dgm:pt modelId="{39D9DE83-502C-47E8-B989-3465F49622E8}" type="pres">
      <dgm:prSet presAssocID="{2A6D5237-A250-4F2C-B63A-2B9D6571967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E61F63B-63B9-446F-9090-48BD5FE08A07}" type="pres">
      <dgm:prSet presAssocID="{A414AAB0-B50F-49F1-9E9A-B519261CB27E}" presName="root1" presStyleCnt="0"/>
      <dgm:spPr/>
    </dgm:pt>
    <dgm:pt modelId="{7145275B-CA4B-4020-A286-4CF19F3A771F}" type="pres">
      <dgm:prSet presAssocID="{A414AAB0-B50F-49F1-9E9A-B519261CB27E}" presName="LevelOneTextNode" presStyleLbl="node0" presStyleIdx="0" presStyleCnt="1" custScaleX="21507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96F53B3-E3C8-44F4-BDF7-BDB1B07E6F32}" type="pres">
      <dgm:prSet presAssocID="{A414AAB0-B50F-49F1-9E9A-B519261CB27E}" presName="level2hierChild" presStyleCnt="0"/>
      <dgm:spPr/>
    </dgm:pt>
    <dgm:pt modelId="{1E1FB9D2-7AF9-4975-BE5F-80140CB3E09C}" type="pres">
      <dgm:prSet presAssocID="{0ACEDE46-8571-4519-A48B-8C37B79A438F}" presName="conn2-1" presStyleLbl="parChTrans1D2" presStyleIdx="0" presStyleCnt="4"/>
      <dgm:spPr/>
      <dgm:t>
        <a:bodyPr/>
        <a:lstStyle/>
        <a:p>
          <a:endParaRPr lang="ru-RU"/>
        </a:p>
      </dgm:t>
    </dgm:pt>
    <dgm:pt modelId="{DF588693-8610-44EB-BC43-1BA042BBE8DB}" type="pres">
      <dgm:prSet presAssocID="{0ACEDE46-8571-4519-A48B-8C37B79A438F}" presName="connTx" presStyleLbl="parChTrans1D2" presStyleIdx="0" presStyleCnt="4"/>
      <dgm:spPr/>
      <dgm:t>
        <a:bodyPr/>
        <a:lstStyle/>
        <a:p>
          <a:endParaRPr lang="ru-RU"/>
        </a:p>
      </dgm:t>
    </dgm:pt>
    <dgm:pt modelId="{FEBB8ABB-25DD-4949-9884-EE46506CB4C8}" type="pres">
      <dgm:prSet presAssocID="{3B7B622E-79C8-4E4A-855A-556C846A5157}" presName="root2" presStyleCnt="0"/>
      <dgm:spPr/>
    </dgm:pt>
    <dgm:pt modelId="{0D6B4378-1CB8-405B-AE8D-AF544C9EC012}" type="pres">
      <dgm:prSet presAssocID="{3B7B622E-79C8-4E4A-855A-556C846A5157}" presName="LevelTwoTextNode" presStyleLbl="node2" presStyleIdx="0" presStyleCnt="4" custScaleX="11439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A99E761-8FDE-4CAC-BF7A-213E4E58A2E5}" type="pres">
      <dgm:prSet presAssocID="{3B7B622E-79C8-4E4A-855A-556C846A5157}" presName="level3hierChild" presStyleCnt="0"/>
      <dgm:spPr/>
    </dgm:pt>
    <dgm:pt modelId="{847A931F-1D1D-461C-9727-9ADEDFF1AFE9}" type="pres">
      <dgm:prSet presAssocID="{B5148B47-7EC8-4783-9D8B-FB00602C73EF}" presName="conn2-1" presStyleLbl="parChTrans1D2" presStyleIdx="1" presStyleCnt="4"/>
      <dgm:spPr/>
      <dgm:t>
        <a:bodyPr/>
        <a:lstStyle/>
        <a:p>
          <a:endParaRPr lang="ru-RU"/>
        </a:p>
      </dgm:t>
    </dgm:pt>
    <dgm:pt modelId="{D33E2B78-7BF9-4E32-AB21-94EAB3A8B306}" type="pres">
      <dgm:prSet presAssocID="{B5148B47-7EC8-4783-9D8B-FB00602C73EF}" presName="connTx" presStyleLbl="parChTrans1D2" presStyleIdx="1" presStyleCnt="4"/>
      <dgm:spPr/>
      <dgm:t>
        <a:bodyPr/>
        <a:lstStyle/>
        <a:p>
          <a:endParaRPr lang="ru-RU"/>
        </a:p>
      </dgm:t>
    </dgm:pt>
    <dgm:pt modelId="{9ABF4E8E-9E06-4D23-9D3D-0E9B70B6895F}" type="pres">
      <dgm:prSet presAssocID="{F51D12CE-E0B9-4CAA-8C15-49FEC47E0A23}" presName="root2" presStyleCnt="0"/>
      <dgm:spPr/>
    </dgm:pt>
    <dgm:pt modelId="{7F841C05-3D6C-4E76-A9A5-F48CB9D78913}" type="pres">
      <dgm:prSet presAssocID="{F51D12CE-E0B9-4CAA-8C15-49FEC47E0A23}" presName="LevelTwoTextNode" presStyleLbl="node2" presStyleIdx="1" presStyleCnt="4" custScaleX="11439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D52826F-C9E1-4E40-88D2-588052C14A76}" type="pres">
      <dgm:prSet presAssocID="{F51D12CE-E0B9-4CAA-8C15-49FEC47E0A23}" presName="level3hierChild" presStyleCnt="0"/>
      <dgm:spPr/>
    </dgm:pt>
    <dgm:pt modelId="{0AC5B20C-137C-4BBB-98C0-150BE7A362A7}" type="pres">
      <dgm:prSet presAssocID="{C88F23AA-8D49-43A4-A608-C4112ED50661}" presName="conn2-1" presStyleLbl="parChTrans1D2" presStyleIdx="2" presStyleCnt="4"/>
      <dgm:spPr/>
      <dgm:t>
        <a:bodyPr/>
        <a:lstStyle/>
        <a:p>
          <a:endParaRPr lang="ru-RU"/>
        </a:p>
      </dgm:t>
    </dgm:pt>
    <dgm:pt modelId="{556B1E85-507C-4D70-B30D-65FB6D5E906F}" type="pres">
      <dgm:prSet presAssocID="{C88F23AA-8D49-43A4-A608-C4112ED50661}" presName="connTx" presStyleLbl="parChTrans1D2" presStyleIdx="2" presStyleCnt="4"/>
      <dgm:spPr/>
      <dgm:t>
        <a:bodyPr/>
        <a:lstStyle/>
        <a:p>
          <a:endParaRPr lang="ru-RU"/>
        </a:p>
      </dgm:t>
    </dgm:pt>
    <dgm:pt modelId="{3228AC7B-C63B-4118-A092-079EE03B18BB}" type="pres">
      <dgm:prSet presAssocID="{20BBC123-07AF-4953-A2C6-DF5F30DA2324}" presName="root2" presStyleCnt="0"/>
      <dgm:spPr/>
    </dgm:pt>
    <dgm:pt modelId="{C1B7F830-7123-4F7C-9B4A-218E5203708C}" type="pres">
      <dgm:prSet presAssocID="{20BBC123-07AF-4953-A2C6-DF5F30DA2324}" presName="LevelTwoTextNode" presStyleLbl="node2" presStyleIdx="2" presStyleCnt="4" custScaleX="11439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6CE59B-22FB-4553-AE03-C123977C850F}" type="pres">
      <dgm:prSet presAssocID="{20BBC123-07AF-4953-A2C6-DF5F30DA2324}" presName="level3hierChild" presStyleCnt="0"/>
      <dgm:spPr/>
    </dgm:pt>
    <dgm:pt modelId="{87F86CB1-BAAF-468A-8AD6-0C684397902B}" type="pres">
      <dgm:prSet presAssocID="{E0CFE597-400B-48E6-9414-889598A637A6}" presName="conn2-1" presStyleLbl="parChTrans1D2" presStyleIdx="3" presStyleCnt="4"/>
      <dgm:spPr/>
      <dgm:t>
        <a:bodyPr/>
        <a:lstStyle/>
        <a:p>
          <a:endParaRPr lang="ru-RU"/>
        </a:p>
      </dgm:t>
    </dgm:pt>
    <dgm:pt modelId="{AAA339F8-8EA8-423B-986A-7E59E118FF6C}" type="pres">
      <dgm:prSet presAssocID="{E0CFE597-400B-48E6-9414-889598A637A6}" presName="connTx" presStyleLbl="parChTrans1D2" presStyleIdx="3" presStyleCnt="4"/>
      <dgm:spPr/>
      <dgm:t>
        <a:bodyPr/>
        <a:lstStyle/>
        <a:p>
          <a:endParaRPr lang="ru-RU"/>
        </a:p>
      </dgm:t>
    </dgm:pt>
    <dgm:pt modelId="{907EC61C-52CC-4BF7-AAE8-6BE9CB64C5B0}" type="pres">
      <dgm:prSet presAssocID="{0ABAE058-5D89-4055-BD6D-90F27EE2FFC4}" presName="root2" presStyleCnt="0"/>
      <dgm:spPr/>
    </dgm:pt>
    <dgm:pt modelId="{3F1ED61A-9B24-45F7-8FBB-C1FC31659402}" type="pres">
      <dgm:prSet presAssocID="{0ABAE058-5D89-4055-BD6D-90F27EE2FFC4}" presName="LevelTwoTextNode" presStyleLbl="node2" presStyleIdx="3" presStyleCnt="4" custScaleX="11439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A613E2A-BB42-4E50-AD13-D23015974823}" type="pres">
      <dgm:prSet presAssocID="{0ABAE058-5D89-4055-BD6D-90F27EE2FFC4}" presName="level3hierChild" presStyleCnt="0"/>
      <dgm:spPr/>
    </dgm:pt>
  </dgm:ptLst>
  <dgm:cxnLst>
    <dgm:cxn modelId="{7D920A36-F835-49E2-8EE6-43F973E9BB33}" type="presOf" srcId="{0ABAE058-5D89-4055-BD6D-90F27EE2FFC4}" destId="{3F1ED61A-9B24-45F7-8FBB-C1FC31659402}" srcOrd="0" destOrd="0" presId="urn:microsoft.com/office/officeart/2008/layout/HorizontalMultiLevelHierarchy"/>
    <dgm:cxn modelId="{7459EB5A-1066-4B2B-8B6E-3835F17C5613}" srcId="{A414AAB0-B50F-49F1-9E9A-B519261CB27E}" destId="{20BBC123-07AF-4953-A2C6-DF5F30DA2324}" srcOrd="2" destOrd="0" parTransId="{C88F23AA-8D49-43A4-A608-C4112ED50661}" sibTransId="{DD18F44E-3DFA-4671-8BBD-54C61C1EB039}"/>
    <dgm:cxn modelId="{F1E582CF-0C7C-477D-BB58-5A13EC7116C9}" type="presOf" srcId="{0ACEDE46-8571-4519-A48B-8C37B79A438F}" destId="{1E1FB9D2-7AF9-4975-BE5F-80140CB3E09C}" srcOrd="0" destOrd="0" presId="urn:microsoft.com/office/officeart/2008/layout/HorizontalMultiLevelHierarchy"/>
    <dgm:cxn modelId="{7287DC51-6BD6-4BF1-AA41-220936E0C440}" srcId="{A414AAB0-B50F-49F1-9E9A-B519261CB27E}" destId="{3B7B622E-79C8-4E4A-855A-556C846A5157}" srcOrd="0" destOrd="0" parTransId="{0ACEDE46-8571-4519-A48B-8C37B79A438F}" sibTransId="{0D7959C4-84DB-4EA9-9D50-6D8A87CEAA57}"/>
    <dgm:cxn modelId="{6A7F97CB-79F1-410B-A9FA-6380040A3422}" type="presOf" srcId="{F51D12CE-E0B9-4CAA-8C15-49FEC47E0A23}" destId="{7F841C05-3D6C-4E76-A9A5-F48CB9D78913}" srcOrd="0" destOrd="0" presId="urn:microsoft.com/office/officeart/2008/layout/HorizontalMultiLevelHierarchy"/>
    <dgm:cxn modelId="{C16DBFF3-C94A-4661-A2C7-AE73D5EE3375}" type="presOf" srcId="{C88F23AA-8D49-43A4-A608-C4112ED50661}" destId="{556B1E85-507C-4D70-B30D-65FB6D5E906F}" srcOrd="1" destOrd="0" presId="urn:microsoft.com/office/officeart/2008/layout/HorizontalMultiLevelHierarchy"/>
    <dgm:cxn modelId="{9C777093-5679-4C9C-8266-5A3C12336C35}" srcId="{A414AAB0-B50F-49F1-9E9A-B519261CB27E}" destId="{0ABAE058-5D89-4055-BD6D-90F27EE2FFC4}" srcOrd="3" destOrd="0" parTransId="{E0CFE597-400B-48E6-9414-889598A637A6}" sibTransId="{E4379F1E-C703-4263-8A9D-B87A8F8C4375}"/>
    <dgm:cxn modelId="{25BF52AE-99D1-461E-B13E-EA5E6C85FBB9}" type="presOf" srcId="{3B7B622E-79C8-4E4A-855A-556C846A5157}" destId="{0D6B4378-1CB8-405B-AE8D-AF544C9EC012}" srcOrd="0" destOrd="0" presId="urn:microsoft.com/office/officeart/2008/layout/HorizontalMultiLevelHierarchy"/>
    <dgm:cxn modelId="{C4ADDEFE-FC2A-4A45-AF6B-917F2C93DC72}" type="presOf" srcId="{C88F23AA-8D49-43A4-A608-C4112ED50661}" destId="{0AC5B20C-137C-4BBB-98C0-150BE7A362A7}" srcOrd="0" destOrd="0" presId="urn:microsoft.com/office/officeart/2008/layout/HorizontalMultiLevelHierarchy"/>
    <dgm:cxn modelId="{B48E2DA0-025B-44FE-A8BA-512C9922E465}" srcId="{2A6D5237-A250-4F2C-B63A-2B9D6571967A}" destId="{A414AAB0-B50F-49F1-9E9A-B519261CB27E}" srcOrd="0" destOrd="0" parTransId="{E845E001-0BCA-47E6-9810-7581E87BB888}" sibTransId="{846D1DC3-3C71-447E-8C5D-91F56CAEFDA5}"/>
    <dgm:cxn modelId="{14DE4788-02F4-4F6B-9430-6A670DE0D993}" srcId="{A414AAB0-B50F-49F1-9E9A-B519261CB27E}" destId="{F51D12CE-E0B9-4CAA-8C15-49FEC47E0A23}" srcOrd="1" destOrd="0" parTransId="{B5148B47-7EC8-4783-9D8B-FB00602C73EF}" sibTransId="{577BFCE5-F6B1-4333-89E0-77F0F6722474}"/>
    <dgm:cxn modelId="{33F60457-7F0A-4482-845B-66B2565B9678}" type="presOf" srcId="{B5148B47-7EC8-4783-9D8B-FB00602C73EF}" destId="{847A931F-1D1D-461C-9727-9ADEDFF1AFE9}" srcOrd="0" destOrd="0" presId="urn:microsoft.com/office/officeart/2008/layout/HorizontalMultiLevelHierarchy"/>
    <dgm:cxn modelId="{C8F77DE3-DB9B-46C8-9669-67DA6B224B6C}" type="presOf" srcId="{20BBC123-07AF-4953-A2C6-DF5F30DA2324}" destId="{C1B7F830-7123-4F7C-9B4A-218E5203708C}" srcOrd="0" destOrd="0" presId="urn:microsoft.com/office/officeart/2008/layout/HorizontalMultiLevelHierarchy"/>
    <dgm:cxn modelId="{266C3EFD-FA2B-45DC-9C0B-949EB39FCB58}" type="presOf" srcId="{A414AAB0-B50F-49F1-9E9A-B519261CB27E}" destId="{7145275B-CA4B-4020-A286-4CF19F3A771F}" srcOrd="0" destOrd="0" presId="urn:microsoft.com/office/officeart/2008/layout/HorizontalMultiLevelHierarchy"/>
    <dgm:cxn modelId="{39CFAED9-AA8A-4DCE-AB9F-E702CE39160B}" type="presOf" srcId="{0ACEDE46-8571-4519-A48B-8C37B79A438F}" destId="{DF588693-8610-44EB-BC43-1BA042BBE8DB}" srcOrd="1" destOrd="0" presId="urn:microsoft.com/office/officeart/2008/layout/HorizontalMultiLevelHierarchy"/>
    <dgm:cxn modelId="{8E149B4E-00A4-47C3-B19D-CEBF3CE22370}" type="presOf" srcId="{2A6D5237-A250-4F2C-B63A-2B9D6571967A}" destId="{39D9DE83-502C-47E8-B989-3465F49622E8}" srcOrd="0" destOrd="0" presId="urn:microsoft.com/office/officeart/2008/layout/HorizontalMultiLevelHierarchy"/>
    <dgm:cxn modelId="{D5EAFF23-6CE7-41E5-8D39-2FBF9878CC73}" type="presOf" srcId="{E0CFE597-400B-48E6-9414-889598A637A6}" destId="{AAA339F8-8EA8-423B-986A-7E59E118FF6C}" srcOrd="1" destOrd="0" presId="urn:microsoft.com/office/officeart/2008/layout/HorizontalMultiLevelHierarchy"/>
    <dgm:cxn modelId="{0CD95949-B236-4B54-9BE0-6FFF87E07972}" type="presOf" srcId="{B5148B47-7EC8-4783-9D8B-FB00602C73EF}" destId="{D33E2B78-7BF9-4E32-AB21-94EAB3A8B306}" srcOrd="1" destOrd="0" presId="urn:microsoft.com/office/officeart/2008/layout/HorizontalMultiLevelHierarchy"/>
    <dgm:cxn modelId="{6725E4E0-6F62-441B-A9DF-2B0476DE38DC}" type="presOf" srcId="{E0CFE597-400B-48E6-9414-889598A637A6}" destId="{87F86CB1-BAAF-468A-8AD6-0C684397902B}" srcOrd="0" destOrd="0" presId="urn:microsoft.com/office/officeart/2008/layout/HorizontalMultiLevelHierarchy"/>
    <dgm:cxn modelId="{7FDBDC4B-4756-4603-8D53-895CB74E402B}" type="presParOf" srcId="{39D9DE83-502C-47E8-B989-3465F49622E8}" destId="{2E61F63B-63B9-446F-9090-48BD5FE08A07}" srcOrd="0" destOrd="0" presId="urn:microsoft.com/office/officeart/2008/layout/HorizontalMultiLevelHierarchy"/>
    <dgm:cxn modelId="{02B78533-2F9C-412C-B4A6-CD0A90DD7CAF}" type="presParOf" srcId="{2E61F63B-63B9-446F-9090-48BD5FE08A07}" destId="{7145275B-CA4B-4020-A286-4CF19F3A771F}" srcOrd="0" destOrd="0" presId="urn:microsoft.com/office/officeart/2008/layout/HorizontalMultiLevelHierarchy"/>
    <dgm:cxn modelId="{DFAD4F3E-B643-4591-9015-A1BE6940234D}" type="presParOf" srcId="{2E61F63B-63B9-446F-9090-48BD5FE08A07}" destId="{796F53B3-E3C8-44F4-BDF7-BDB1B07E6F32}" srcOrd="1" destOrd="0" presId="urn:microsoft.com/office/officeart/2008/layout/HorizontalMultiLevelHierarchy"/>
    <dgm:cxn modelId="{9C6CEFF1-CDED-427C-AF60-82BD2A441688}" type="presParOf" srcId="{796F53B3-E3C8-44F4-BDF7-BDB1B07E6F32}" destId="{1E1FB9D2-7AF9-4975-BE5F-80140CB3E09C}" srcOrd="0" destOrd="0" presId="urn:microsoft.com/office/officeart/2008/layout/HorizontalMultiLevelHierarchy"/>
    <dgm:cxn modelId="{C32B6152-3594-41EB-AA17-93999097378E}" type="presParOf" srcId="{1E1FB9D2-7AF9-4975-BE5F-80140CB3E09C}" destId="{DF588693-8610-44EB-BC43-1BA042BBE8DB}" srcOrd="0" destOrd="0" presId="urn:microsoft.com/office/officeart/2008/layout/HorizontalMultiLevelHierarchy"/>
    <dgm:cxn modelId="{22B3BFA5-E366-4220-9F3D-EA8DE9980F73}" type="presParOf" srcId="{796F53B3-E3C8-44F4-BDF7-BDB1B07E6F32}" destId="{FEBB8ABB-25DD-4949-9884-EE46506CB4C8}" srcOrd="1" destOrd="0" presId="urn:microsoft.com/office/officeart/2008/layout/HorizontalMultiLevelHierarchy"/>
    <dgm:cxn modelId="{747843EE-EC42-4EAB-8122-78762C8E998B}" type="presParOf" srcId="{FEBB8ABB-25DD-4949-9884-EE46506CB4C8}" destId="{0D6B4378-1CB8-405B-AE8D-AF544C9EC012}" srcOrd="0" destOrd="0" presId="urn:microsoft.com/office/officeart/2008/layout/HorizontalMultiLevelHierarchy"/>
    <dgm:cxn modelId="{C7B7799C-58CE-43A6-B997-9D2523FCD510}" type="presParOf" srcId="{FEBB8ABB-25DD-4949-9884-EE46506CB4C8}" destId="{0A99E761-8FDE-4CAC-BF7A-213E4E58A2E5}" srcOrd="1" destOrd="0" presId="urn:microsoft.com/office/officeart/2008/layout/HorizontalMultiLevelHierarchy"/>
    <dgm:cxn modelId="{CE4B0C68-856F-4432-AFD2-2F328CF569F8}" type="presParOf" srcId="{796F53B3-E3C8-44F4-BDF7-BDB1B07E6F32}" destId="{847A931F-1D1D-461C-9727-9ADEDFF1AFE9}" srcOrd="2" destOrd="0" presId="urn:microsoft.com/office/officeart/2008/layout/HorizontalMultiLevelHierarchy"/>
    <dgm:cxn modelId="{8132C44C-D9DD-48B5-81ED-F2B0C02EE5DE}" type="presParOf" srcId="{847A931F-1D1D-461C-9727-9ADEDFF1AFE9}" destId="{D33E2B78-7BF9-4E32-AB21-94EAB3A8B306}" srcOrd="0" destOrd="0" presId="urn:microsoft.com/office/officeart/2008/layout/HorizontalMultiLevelHierarchy"/>
    <dgm:cxn modelId="{3D736B96-4B62-41BF-80A0-E4245417939D}" type="presParOf" srcId="{796F53B3-E3C8-44F4-BDF7-BDB1B07E6F32}" destId="{9ABF4E8E-9E06-4D23-9D3D-0E9B70B6895F}" srcOrd="3" destOrd="0" presId="urn:microsoft.com/office/officeart/2008/layout/HorizontalMultiLevelHierarchy"/>
    <dgm:cxn modelId="{C505B0B8-908E-4869-9D17-9158289EBE0E}" type="presParOf" srcId="{9ABF4E8E-9E06-4D23-9D3D-0E9B70B6895F}" destId="{7F841C05-3D6C-4E76-A9A5-F48CB9D78913}" srcOrd="0" destOrd="0" presId="urn:microsoft.com/office/officeart/2008/layout/HorizontalMultiLevelHierarchy"/>
    <dgm:cxn modelId="{D07B5BD4-2E85-446F-AD48-5E94C64BD136}" type="presParOf" srcId="{9ABF4E8E-9E06-4D23-9D3D-0E9B70B6895F}" destId="{DD52826F-C9E1-4E40-88D2-588052C14A76}" srcOrd="1" destOrd="0" presId="urn:microsoft.com/office/officeart/2008/layout/HorizontalMultiLevelHierarchy"/>
    <dgm:cxn modelId="{7DD03B76-51D0-4284-AB7D-A85CC4BD0E96}" type="presParOf" srcId="{796F53B3-E3C8-44F4-BDF7-BDB1B07E6F32}" destId="{0AC5B20C-137C-4BBB-98C0-150BE7A362A7}" srcOrd="4" destOrd="0" presId="urn:microsoft.com/office/officeart/2008/layout/HorizontalMultiLevelHierarchy"/>
    <dgm:cxn modelId="{31FB01C0-5B51-4671-A316-9BD3CEB20B10}" type="presParOf" srcId="{0AC5B20C-137C-4BBB-98C0-150BE7A362A7}" destId="{556B1E85-507C-4D70-B30D-65FB6D5E906F}" srcOrd="0" destOrd="0" presId="urn:microsoft.com/office/officeart/2008/layout/HorizontalMultiLevelHierarchy"/>
    <dgm:cxn modelId="{7A9812AF-D237-4A4D-BB36-F7A17998CFAA}" type="presParOf" srcId="{796F53B3-E3C8-44F4-BDF7-BDB1B07E6F32}" destId="{3228AC7B-C63B-4118-A092-079EE03B18BB}" srcOrd="5" destOrd="0" presId="urn:microsoft.com/office/officeart/2008/layout/HorizontalMultiLevelHierarchy"/>
    <dgm:cxn modelId="{E2F8344D-4518-4CAE-830A-FEDFB4D63B44}" type="presParOf" srcId="{3228AC7B-C63B-4118-A092-079EE03B18BB}" destId="{C1B7F830-7123-4F7C-9B4A-218E5203708C}" srcOrd="0" destOrd="0" presId="urn:microsoft.com/office/officeart/2008/layout/HorizontalMultiLevelHierarchy"/>
    <dgm:cxn modelId="{0ED18DBD-95F5-45DE-B314-F5E52262B882}" type="presParOf" srcId="{3228AC7B-C63B-4118-A092-079EE03B18BB}" destId="{866CE59B-22FB-4553-AE03-C123977C850F}" srcOrd="1" destOrd="0" presId="urn:microsoft.com/office/officeart/2008/layout/HorizontalMultiLevelHierarchy"/>
    <dgm:cxn modelId="{DA0F4AE4-90BE-4423-809C-7161A276E04B}" type="presParOf" srcId="{796F53B3-E3C8-44F4-BDF7-BDB1B07E6F32}" destId="{87F86CB1-BAAF-468A-8AD6-0C684397902B}" srcOrd="6" destOrd="0" presId="urn:microsoft.com/office/officeart/2008/layout/HorizontalMultiLevelHierarchy"/>
    <dgm:cxn modelId="{7B535718-8087-494D-BD1A-47F3591552F1}" type="presParOf" srcId="{87F86CB1-BAAF-468A-8AD6-0C684397902B}" destId="{AAA339F8-8EA8-423B-986A-7E59E118FF6C}" srcOrd="0" destOrd="0" presId="urn:microsoft.com/office/officeart/2008/layout/HorizontalMultiLevelHierarchy"/>
    <dgm:cxn modelId="{CC457FEF-26E8-4913-8255-6788C2B9FDAB}" type="presParOf" srcId="{796F53B3-E3C8-44F4-BDF7-BDB1B07E6F32}" destId="{907EC61C-52CC-4BF7-AAE8-6BE9CB64C5B0}" srcOrd="7" destOrd="0" presId="urn:microsoft.com/office/officeart/2008/layout/HorizontalMultiLevelHierarchy"/>
    <dgm:cxn modelId="{E9C5B90A-DBCC-4B39-9562-0BBD75D8E108}" type="presParOf" srcId="{907EC61C-52CC-4BF7-AAE8-6BE9CB64C5B0}" destId="{3F1ED61A-9B24-45F7-8FBB-C1FC31659402}" srcOrd="0" destOrd="0" presId="urn:microsoft.com/office/officeart/2008/layout/HorizontalMultiLevelHierarchy"/>
    <dgm:cxn modelId="{3316EEDB-3BC5-4E7B-B6B5-CF46B803CA82}" type="presParOf" srcId="{907EC61C-52CC-4BF7-AAE8-6BE9CB64C5B0}" destId="{2A613E2A-BB42-4E50-AD13-D2301597482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90B4049-DB35-4992-9129-6DAB542C9259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E7234493-F69C-4496-82F5-E07D5E8CE95B}">
      <dgm:prSet phldrT="[Текст]"/>
      <dgm:spPr/>
      <dgm:t>
        <a:bodyPr/>
        <a:lstStyle/>
        <a:p>
          <a:r>
            <a:rPr lang="ru-RU" dirty="0" smtClean="0"/>
            <a:t>Классификация прототипов</a:t>
          </a:r>
          <a:endParaRPr lang="ru-RU" dirty="0"/>
        </a:p>
      </dgm:t>
    </dgm:pt>
    <dgm:pt modelId="{46B618EE-380F-4F12-BDAD-B1B44C37A4EB}" type="parTrans" cxnId="{5BB648CF-8124-401A-8DED-7606FE578FA1}">
      <dgm:prSet/>
      <dgm:spPr/>
      <dgm:t>
        <a:bodyPr/>
        <a:lstStyle/>
        <a:p>
          <a:endParaRPr lang="ru-RU"/>
        </a:p>
      </dgm:t>
    </dgm:pt>
    <dgm:pt modelId="{89E054C5-D328-4DB3-BB3B-F105BC8FD358}" type="sibTrans" cxnId="{5BB648CF-8124-401A-8DED-7606FE578FA1}">
      <dgm:prSet/>
      <dgm:spPr/>
      <dgm:t>
        <a:bodyPr/>
        <a:lstStyle/>
        <a:p>
          <a:endParaRPr lang="ru-RU"/>
        </a:p>
      </dgm:t>
    </dgm:pt>
    <dgm:pt modelId="{25C67B88-14A5-48C3-A119-0FED86DB8D50}">
      <dgm:prSet phldrT="[Текст]"/>
      <dgm:spPr/>
      <dgm:t>
        <a:bodyPr/>
        <a:lstStyle/>
        <a:p>
          <a:r>
            <a:rPr lang="ru-RU" dirty="0" smtClean="0"/>
            <a:t>горизонтальные и вертикальные</a:t>
          </a:r>
          <a:endParaRPr lang="ru-RU" dirty="0"/>
        </a:p>
      </dgm:t>
    </dgm:pt>
    <dgm:pt modelId="{BFB701C5-0EC1-46DD-95A4-DF85DB1C623D}" type="parTrans" cxnId="{6C6DE36B-E336-4FC4-A376-7DE7F4D55840}">
      <dgm:prSet/>
      <dgm:spPr/>
      <dgm:t>
        <a:bodyPr/>
        <a:lstStyle/>
        <a:p>
          <a:endParaRPr lang="ru-RU"/>
        </a:p>
      </dgm:t>
    </dgm:pt>
    <dgm:pt modelId="{F6F5F04B-A5D2-42D1-AB6A-E47BA6608C48}" type="sibTrans" cxnId="{6C6DE36B-E336-4FC4-A376-7DE7F4D55840}">
      <dgm:prSet/>
      <dgm:spPr/>
      <dgm:t>
        <a:bodyPr/>
        <a:lstStyle/>
        <a:p>
          <a:endParaRPr lang="ru-RU"/>
        </a:p>
      </dgm:t>
    </dgm:pt>
    <dgm:pt modelId="{6AE858B9-923B-44AA-9DA5-C945E2438DF8}">
      <dgm:prSet phldrT="[Текст]"/>
      <dgm:spPr/>
      <dgm:t>
        <a:bodyPr/>
        <a:lstStyle/>
        <a:p>
          <a:r>
            <a:rPr lang="ru-RU" dirty="0" smtClean="0"/>
            <a:t>одноразовые и эволюционные</a:t>
          </a:r>
          <a:endParaRPr lang="ru-RU" dirty="0"/>
        </a:p>
      </dgm:t>
    </dgm:pt>
    <dgm:pt modelId="{C1F3FB8D-567C-4701-96C9-3983866D5418}" type="parTrans" cxnId="{45CEC77B-6363-418F-B9AD-DDDD8C17EF98}">
      <dgm:prSet/>
      <dgm:spPr/>
      <dgm:t>
        <a:bodyPr/>
        <a:lstStyle/>
        <a:p>
          <a:endParaRPr lang="ru-RU"/>
        </a:p>
      </dgm:t>
    </dgm:pt>
    <dgm:pt modelId="{D2C29BCF-0112-4E4A-80F0-FD6803D1747E}" type="sibTrans" cxnId="{45CEC77B-6363-418F-B9AD-DDDD8C17EF98}">
      <dgm:prSet/>
      <dgm:spPr/>
      <dgm:t>
        <a:bodyPr/>
        <a:lstStyle/>
        <a:p>
          <a:endParaRPr lang="ru-RU"/>
        </a:p>
      </dgm:t>
    </dgm:pt>
    <dgm:pt modelId="{830003DB-CEC8-4681-866E-6EC697C091EC}">
      <dgm:prSet phldrT="[Текст]"/>
      <dgm:spPr/>
      <dgm:t>
        <a:bodyPr/>
        <a:lstStyle/>
        <a:p>
          <a:r>
            <a:rPr lang="ru-RU" dirty="0" smtClean="0"/>
            <a:t>бумажные и электронные, </a:t>
          </a:r>
          <a:r>
            <a:rPr lang="ru-RU" dirty="0" err="1" smtClean="0"/>
            <a:t>раскадровки</a:t>
          </a:r>
          <a:endParaRPr lang="ru-RU" dirty="0" smtClean="0"/>
        </a:p>
      </dgm:t>
    </dgm:pt>
    <dgm:pt modelId="{4568011C-CDAE-4BB2-8742-A878A93DA34A}" type="parTrans" cxnId="{FCBEFA0B-1481-49CF-B82F-5625E6E2D780}">
      <dgm:prSet/>
      <dgm:spPr/>
      <dgm:t>
        <a:bodyPr/>
        <a:lstStyle/>
        <a:p>
          <a:endParaRPr lang="ru-RU"/>
        </a:p>
      </dgm:t>
    </dgm:pt>
    <dgm:pt modelId="{37FBC78B-A544-4F51-B210-7C03A38CD786}" type="sibTrans" cxnId="{FCBEFA0B-1481-49CF-B82F-5625E6E2D780}">
      <dgm:prSet/>
      <dgm:spPr/>
      <dgm:t>
        <a:bodyPr/>
        <a:lstStyle/>
        <a:p>
          <a:endParaRPr lang="ru-RU"/>
        </a:p>
      </dgm:t>
    </dgm:pt>
    <dgm:pt modelId="{535AF678-8DE3-43D3-86DD-D865060DDE02}" type="pres">
      <dgm:prSet presAssocID="{F90B4049-DB35-4992-9129-6DAB542C92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9A9121BA-09A8-43DD-ACB6-F1856CF189A6}" type="pres">
      <dgm:prSet presAssocID="{E7234493-F69C-4496-82F5-E07D5E8CE95B}" presName="hierRoot1" presStyleCnt="0">
        <dgm:presLayoutVars>
          <dgm:hierBranch val="init"/>
        </dgm:presLayoutVars>
      </dgm:prSet>
      <dgm:spPr/>
    </dgm:pt>
    <dgm:pt modelId="{5A579FC2-97AD-42D9-A10C-4B14723E0E21}" type="pres">
      <dgm:prSet presAssocID="{E7234493-F69C-4496-82F5-E07D5E8CE95B}" presName="rootComposite1" presStyleCnt="0"/>
      <dgm:spPr/>
    </dgm:pt>
    <dgm:pt modelId="{4E3CC341-55BF-417A-8856-D80C9993DDE7}" type="pres">
      <dgm:prSet presAssocID="{E7234493-F69C-4496-82F5-E07D5E8CE95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B652810-1B8B-4538-AE4E-C9814186CE7C}" type="pres">
      <dgm:prSet presAssocID="{E7234493-F69C-4496-82F5-E07D5E8CE95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32B4DB1A-97CB-400C-BFBC-15F25A44107A}" type="pres">
      <dgm:prSet presAssocID="{E7234493-F69C-4496-82F5-E07D5E8CE95B}" presName="hierChild2" presStyleCnt="0"/>
      <dgm:spPr/>
    </dgm:pt>
    <dgm:pt modelId="{90FF4F4E-6A47-4C67-A454-D7042097216D}" type="pres">
      <dgm:prSet presAssocID="{BFB701C5-0EC1-46DD-95A4-DF85DB1C623D}" presName="Name37" presStyleLbl="parChTrans1D2" presStyleIdx="0" presStyleCnt="3"/>
      <dgm:spPr/>
      <dgm:t>
        <a:bodyPr/>
        <a:lstStyle/>
        <a:p>
          <a:endParaRPr lang="ru-RU"/>
        </a:p>
      </dgm:t>
    </dgm:pt>
    <dgm:pt modelId="{C34A84EC-0555-4BE3-AC53-5945A8C5105D}" type="pres">
      <dgm:prSet presAssocID="{25C67B88-14A5-48C3-A119-0FED86DB8D50}" presName="hierRoot2" presStyleCnt="0">
        <dgm:presLayoutVars>
          <dgm:hierBranch val="init"/>
        </dgm:presLayoutVars>
      </dgm:prSet>
      <dgm:spPr/>
    </dgm:pt>
    <dgm:pt modelId="{23E7E4E9-3837-43DB-AF29-364F246A27E6}" type="pres">
      <dgm:prSet presAssocID="{25C67B88-14A5-48C3-A119-0FED86DB8D50}" presName="rootComposite" presStyleCnt="0"/>
      <dgm:spPr/>
    </dgm:pt>
    <dgm:pt modelId="{599261A1-EEBA-45DB-A948-096392DAE98C}" type="pres">
      <dgm:prSet presAssocID="{25C67B88-14A5-48C3-A119-0FED86DB8D5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124683D-F381-4423-8C90-EB7877DFFBFD}" type="pres">
      <dgm:prSet presAssocID="{25C67B88-14A5-48C3-A119-0FED86DB8D50}" presName="rootConnector" presStyleLbl="node2" presStyleIdx="0" presStyleCnt="3"/>
      <dgm:spPr/>
      <dgm:t>
        <a:bodyPr/>
        <a:lstStyle/>
        <a:p>
          <a:endParaRPr lang="ru-RU"/>
        </a:p>
      </dgm:t>
    </dgm:pt>
    <dgm:pt modelId="{742E7FDC-9265-40E8-8FDE-1D20F8978288}" type="pres">
      <dgm:prSet presAssocID="{25C67B88-14A5-48C3-A119-0FED86DB8D50}" presName="hierChild4" presStyleCnt="0"/>
      <dgm:spPr/>
    </dgm:pt>
    <dgm:pt modelId="{3A57F806-834D-47CE-8E8E-7F7E50A81A75}" type="pres">
      <dgm:prSet presAssocID="{25C67B88-14A5-48C3-A119-0FED86DB8D50}" presName="hierChild5" presStyleCnt="0"/>
      <dgm:spPr/>
    </dgm:pt>
    <dgm:pt modelId="{74A300B5-DC5A-4C8A-ACFC-4B9DBDFACAF6}" type="pres">
      <dgm:prSet presAssocID="{C1F3FB8D-567C-4701-96C9-3983866D5418}" presName="Name37" presStyleLbl="parChTrans1D2" presStyleIdx="1" presStyleCnt="3"/>
      <dgm:spPr/>
      <dgm:t>
        <a:bodyPr/>
        <a:lstStyle/>
        <a:p>
          <a:endParaRPr lang="ru-RU"/>
        </a:p>
      </dgm:t>
    </dgm:pt>
    <dgm:pt modelId="{9DF4C674-9FF2-4527-AF5B-A4EEF86DEBDE}" type="pres">
      <dgm:prSet presAssocID="{6AE858B9-923B-44AA-9DA5-C945E2438DF8}" presName="hierRoot2" presStyleCnt="0">
        <dgm:presLayoutVars>
          <dgm:hierBranch val="init"/>
        </dgm:presLayoutVars>
      </dgm:prSet>
      <dgm:spPr/>
    </dgm:pt>
    <dgm:pt modelId="{C0FD1B11-09F2-4367-96A1-BA8D84EA425B}" type="pres">
      <dgm:prSet presAssocID="{6AE858B9-923B-44AA-9DA5-C945E2438DF8}" presName="rootComposite" presStyleCnt="0"/>
      <dgm:spPr/>
    </dgm:pt>
    <dgm:pt modelId="{89AF0331-68C6-443B-B25E-E8FC25E354B2}" type="pres">
      <dgm:prSet presAssocID="{6AE858B9-923B-44AA-9DA5-C945E2438DF8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8E52ED6-3FC6-4FE1-A377-AF81E1435134}" type="pres">
      <dgm:prSet presAssocID="{6AE858B9-923B-44AA-9DA5-C945E2438DF8}" presName="rootConnector" presStyleLbl="node2" presStyleIdx="1" presStyleCnt="3"/>
      <dgm:spPr/>
      <dgm:t>
        <a:bodyPr/>
        <a:lstStyle/>
        <a:p>
          <a:endParaRPr lang="ru-RU"/>
        </a:p>
      </dgm:t>
    </dgm:pt>
    <dgm:pt modelId="{4277D829-2E84-40ED-BC90-4B02171D2A3A}" type="pres">
      <dgm:prSet presAssocID="{6AE858B9-923B-44AA-9DA5-C945E2438DF8}" presName="hierChild4" presStyleCnt="0"/>
      <dgm:spPr/>
    </dgm:pt>
    <dgm:pt modelId="{3EFD4A3F-A5BF-479B-AEAA-0C099175740F}" type="pres">
      <dgm:prSet presAssocID="{6AE858B9-923B-44AA-9DA5-C945E2438DF8}" presName="hierChild5" presStyleCnt="0"/>
      <dgm:spPr/>
    </dgm:pt>
    <dgm:pt modelId="{3DEBA25D-49FD-4612-9800-6CB859C49674}" type="pres">
      <dgm:prSet presAssocID="{4568011C-CDAE-4BB2-8742-A878A93DA34A}" presName="Name37" presStyleLbl="parChTrans1D2" presStyleIdx="2" presStyleCnt="3"/>
      <dgm:spPr/>
      <dgm:t>
        <a:bodyPr/>
        <a:lstStyle/>
        <a:p>
          <a:endParaRPr lang="ru-RU"/>
        </a:p>
      </dgm:t>
    </dgm:pt>
    <dgm:pt modelId="{C783E1B3-5BA0-45B9-9587-C20C1683EC8E}" type="pres">
      <dgm:prSet presAssocID="{830003DB-CEC8-4681-866E-6EC697C091EC}" presName="hierRoot2" presStyleCnt="0">
        <dgm:presLayoutVars>
          <dgm:hierBranch val="init"/>
        </dgm:presLayoutVars>
      </dgm:prSet>
      <dgm:spPr/>
    </dgm:pt>
    <dgm:pt modelId="{5ED52691-5A79-48CC-ADE0-F8669664CD5D}" type="pres">
      <dgm:prSet presAssocID="{830003DB-CEC8-4681-866E-6EC697C091EC}" presName="rootComposite" presStyleCnt="0"/>
      <dgm:spPr/>
    </dgm:pt>
    <dgm:pt modelId="{6103D427-A0AC-4BEA-92E6-CA7C4AFF82C8}" type="pres">
      <dgm:prSet presAssocID="{830003DB-CEC8-4681-866E-6EC697C091EC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FE20E21-C157-4C7A-9D27-9942FCC355AE}" type="pres">
      <dgm:prSet presAssocID="{830003DB-CEC8-4681-866E-6EC697C091EC}" presName="rootConnector" presStyleLbl="node2" presStyleIdx="2" presStyleCnt="3"/>
      <dgm:spPr/>
      <dgm:t>
        <a:bodyPr/>
        <a:lstStyle/>
        <a:p>
          <a:endParaRPr lang="ru-RU"/>
        </a:p>
      </dgm:t>
    </dgm:pt>
    <dgm:pt modelId="{2EF6DC46-EBDF-4C3C-A30F-FA08EC00994D}" type="pres">
      <dgm:prSet presAssocID="{830003DB-CEC8-4681-866E-6EC697C091EC}" presName="hierChild4" presStyleCnt="0"/>
      <dgm:spPr/>
    </dgm:pt>
    <dgm:pt modelId="{6F86CAFF-BADD-4551-A7DA-A762C762B37D}" type="pres">
      <dgm:prSet presAssocID="{830003DB-CEC8-4681-866E-6EC697C091EC}" presName="hierChild5" presStyleCnt="0"/>
      <dgm:spPr/>
    </dgm:pt>
    <dgm:pt modelId="{5CA80795-AA48-4C72-A714-3A5098CF5752}" type="pres">
      <dgm:prSet presAssocID="{E7234493-F69C-4496-82F5-E07D5E8CE95B}" presName="hierChild3" presStyleCnt="0"/>
      <dgm:spPr/>
    </dgm:pt>
  </dgm:ptLst>
  <dgm:cxnLst>
    <dgm:cxn modelId="{E05661BE-FC90-4FCA-BF62-A5D2B6823222}" type="presOf" srcId="{F90B4049-DB35-4992-9129-6DAB542C9259}" destId="{535AF678-8DE3-43D3-86DD-D865060DDE02}" srcOrd="0" destOrd="0" presId="urn:microsoft.com/office/officeart/2005/8/layout/orgChart1"/>
    <dgm:cxn modelId="{561547D9-1442-4CD4-818F-9927A4AB1538}" type="presOf" srcId="{830003DB-CEC8-4681-866E-6EC697C091EC}" destId="{AFE20E21-C157-4C7A-9D27-9942FCC355AE}" srcOrd="1" destOrd="0" presId="urn:microsoft.com/office/officeart/2005/8/layout/orgChart1"/>
    <dgm:cxn modelId="{45CEC77B-6363-418F-B9AD-DDDD8C17EF98}" srcId="{E7234493-F69C-4496-82F5-E07D5E8CE95B}" destId="{6AE858B9-923B-44AA-9DA5-C945E2438DF8}" srcOrd="1" destOrd="0" parTransId="{C1F3FB8D-567C-4701-96C9-3983866D5418}" sibTransId="{D2C29BCF-0112-4E4A-80F0-FD6803D1747E}"/>
    <dgm:cxn modelId="{32F566F1-DF6C-4DE7-B24B-C0E9EF4D49E2}" type="presOf" srcId="{25C67B88-14A5-48C3-A119-0FED86DB8D50}" destId="{599261A1-EEBA-45DB-A948-096392DAE98C}" srcOrd="0" destOrd="0" presId="urn:microsoft.com/office/officeart/2005/8/layout/orgChart1"/>
    <dgm:cxn modelId="{B84F5C4B-AF72-423B-B8E8-F29922A46D94}" type="presOf" srcId="{25C67B88-14A5-48C3-A119-0FED86DB8D50}" destId="{8124683D-F381-4423-8C90-EB7877DFFBFD}" srcOrd="1" destOrd="0" presId="urn:microsoft.com/office/officeart/2005/8/layout/orgChart1"/>
    <dgm:cxn modelId="{FCBEFA0B-1481-49CF-B82F-5625E6E2D780}" srcId="{E7234493-F69C-4496-82F5-E07D5E8CE95B}" destId="{830003DB-CEC8-4681-866E-6EC697C091EC}" srcOrd="2" destOrd="0" parTransId="{4568011C-CDAE-4BB2-8742-A878A93DA34A}" sibTransId="{37FBC78B-A544-4F51-B210-7C03A38CD786}"/>
    <dgm:cxn modelId="{5BBB494A-3582-4DC9-97B3-A26AC2C6924E}" type="presOf" srcId="{6AE858B9-923B-44AA-9DA5-C945E2438DF8}" destId="{89AF0331-68C6-443B-B25E-E8FC25E354B2}" srcOrd="0" destOrd="0" presId="urn:microsoft.com/office/officeart/2005/8/layout/orgChart1"/>
    <dgm:cxn modelId="{5BB648CF-8124-401A-8DED-7606FE578FA1}" srcId="{F90B4049-DB35-4992-9129-6DAB542C9259}" destId="{E7234493-F69C-4496-82F5-E07D5E8CE95B}" srcOrd="0" destOrd="0" parTransId="{46B618EE-380F-4F12-BDAD-B1B44C37A4EB}" sibTransId="{89E054C5-D328-4DB3-BB3B-F105BC8FD358}"/>
    <dgm:cxn modelId="{D382A84C-37B3-45DD-9A7C-C856BE754A0C}" type="presOf" srcId="{4568011C-CDAE-4BB2-8742-A878A93DA34A}" destId="{3DEBA25D-49FD-4612-9800-6CB859C49674}" srcOrd="0" destOrd="0" presId="urn:microsoft.com/office/officeart/2005/8/layout/orgChart1"/>
    <dgm:cxn modelId="{5AC44628-37C2-4E6F-BD68-611605CE53BB}" type="presOf" srcId="{830003DB-CEC8-4681-866E-6EC697C091EC}" destId="{6103D427-A0AC-4BEA-92E6-CA7C4AFF82C8}" srcOrd="0" destOrd="0" presId="urn:microsoft.com/office/officeart/2005/8/layout/orgChart1"/>
    <dgm:cxn modelId="{6C6DE36B-E336-4FC4-A376-7DE7F4D55840}" srcId="{E7234493-F69C-4496-82F5-E07D5E8CE95B}" destId="{25C67B88-14A5-48C3-A119-0FED86DB8D50}" srcOrd="0" destOrd="0" parTransId="{BFB701C5-0EC1-46DD-95A4-DF85DB1C623D}" sibTransId="{F6F5F04B-A5D2-42D1-AB6A-E47BA6608C48}"/>
    <dgm:cxn modelId="{17F5390C-93F0-4DF1-9150-AC91FBE369C9}" type="presOf" srcId="{E7234493-F69C-4496-82F5-E07D5E8CE95B}" destId="{4B652810-1B8B-4538-AE4E-C9814186CE7C}" srcOrd="1" destOrd="0" presId="urn:microsoft.com/office/officeart/2005/8/layout/orgChart1"/>
    <dgm:cxn modelId="{70C8454F-2700-4D06-B8C9-CD40C04CF66C}" type="presOf" srcId="{E7234493-F69C-4496-82F5-E07D5E8CE95B}" destId="{4E3CC341-55BF-417A-8856-D80C9993DDE7}" srcOrd="0" destOrd="0" presId="urn:microsoft.com/office/officeart/2005/8/layout/orgChart1"/>
    <dgm:cxn modelId="{C81C06BC-0ECB-438D-A9C4-88E6417B00CA}" type="presOf" srcId="{BFB701C5-0EC1-46DD-95A4-DF85DB1C623D}" destId="{90FF4F4E-6A47-4C67-A454-D7042097216D}" srcOrd="0" destOrd="0" presId="urn:microsoft.com/office/officeart/2005/8/layout/orgChart1"/>
    <dgm:cxn modelId="{A2A03EE5-4EAF-4778-AB58-F8E903E60D87}" type="presOf" srcId="{C1F3FB8D-567C-4701-96C9-3983866D5418}" destId="{74A300B5-DC5A-4C8A-ACFC-4B9DBDFACAF6}" srcOrd="0" destOrd="0" presId="urn:microsoft.com/office/officeart/2005/8/layout/orgChart1"/>
    <dgm:cxn modelId="{57158023-3878-4E61-83B0-A6D8F56EDF0C}" type="presOf" srcId="{6AE858B9-923B-44AA-9DA5-C945E2438DF8}" destId="{A8E52ED6-3FC6-4FE1-A377-AF81E1435134}" srcOrd="1" destOrd="0" presId="urn:microsoft.com/office/officeart/2005/8/layout/orgChart1"/>
    <dgm:cxn modelId="{1513097D-F9BB-4482-8FE3-3BF2DE9D61B6}" type="presParOf" srcId="{535AF678-8DE3-43D3-86DD-D865060DDE02}" destId="{9A9121BA-09A8-43DD-ACB6-F1856CF189A6}" srcOrd="0" destOrd="0" presId="urn:microsoft.com/office/officeart/2005/8/layout/orgChart1"/>
    <dgm:cxn modelId="{9F479307-432E-4DB7-A14E-2FCF20353C95}" type="presParOf" srcId="{9A9121BA-09A8-43DD-ACB6-F1856CF189A6}" destId="{5A579FC2-97AD-42D9-A10C-4B14723E0E21}" srcOrd="0" destOrd="0" presId="urn:microsoft.com/office/officeart/2005/8/layout/orgChart1"/>
    <dgm:cxn modelId="{4D2CA7DF-22EB-4C4E-A8A6-8851CAEB20C4}" type="presParOf" srcId="{5A579FC2-97AD-42D9-A10C-4B14723E0E21}" destId="{4E3CC341-55BF-417A-8856-D80C9993DDE7}" srcOrd="0" destOrd="0" presId="urn:microsoft.com/office/officeart/2005/8/layout/orgChart1"/>
    <dgm:cxn modelId="{101AB82D-7FFB-46FB-BFD2-E3B38E7B3152}" type="presParOf" srcId="{5A579FC2-97AD-42D9-A10C-4B14723E0E21}" destId="{4B652810-1B8B-4538-AE4E-C9814186CE7C}" srcOrd="1" destOrd="0" presId="urn:microsoft.com/office/officeart/2005/8/layout/orgChart1"/>
    <dgm:cxn modelId="{05F94558-14AC-4245-9959-FA84EFA41539}" type="presParOf" srcId="{9A9121BA-09A8-43DD-ACB6-F1856CF189A6}" destId="{32B4DB1A-97CB-400C-BFBC-15F25A44107A}" srcOrd="1" destOrd="0" presId="urn:microsoft.com/office/officeart/2005/8/layout/orgChart1"/>
    <dgm:cxn modelId="{D944DA7F-4665-4CAD-9C07-61837E62F070}" type="presParOf" srcId="{32B4DB1A-97CB-400C-BFBC-15F25A44107A}" destId="{90FF4F4E-6A47-4C67-A454-D7042097216D}" srcOrd="0" destOrd="0" presId="urn:microsoft.com/office/officeart/2005/8/layout/orgChart1"/>
    <dgm:cxn modelId="{B5F9EA7A-730D-4AB8-A220-1A43242A1B58}" type="presParOf" srcId="{32B4DB1A-97CB-400C-BFBC-15F25A44107A}" destId="{C34A84EC-0555-4BE3-AC53-5945A8C5105D}" srcOrd="1" destOrd="0" presId="urn:microsoft.com/office/officeart/2005/8/layout/orgChart1"/>
    <dgm:cxn modelId="{1C1868E5-759D-4DF8-939B-A4757E51F73B}" type="presParOf" srcId="{C34A84EC-0555-4BE3-AC53-5945A8C5105D}" destId="{23E7E4E9-3837-43DB-AF29-364F246A27E6}" srcOrd="0" destOrd="0" presId="urn:microsoft.com/office/officeart/2005/8/layout/orgChart1"/>
    <dgm:cxn modelId="{657B8E51-E79A-4F72-B639-0A4FA1145189}" type="presParOf" srcId="{23E7E4E9-3837-43DB-AF29-364F246A27E6}" destId="{599261A1-EEBA-45DB-A948-096392DAE98C}" srcOrd="0" destOrd="0" presId="urn:microsoft.com/office/officeart/2005/8/layout/orgChart1"/>
    <dgm:cxn modelId="{A132F0D1-EA89-4D64-A80C-BF18894285AF}" type="presParOf" srcId="{23E7E4E9-3837-43DB-AF29-364F246A27E6}" destId="{8124683D-F381-4423-8C90-EB7877DFFBFD}" srcOrd="1" destOrd="0" presId="urn:microsoft.com/office/officeart/2005/8/layout/orgChart1"/>
    <dgm:cxn modelId="{1968D866-B92F-47F6-AA01-BE5D8E4119A9}" type="presParOf" srcId="{C34A84EC-0555-4BE3-AC53-5945A8C5105D}" destId="{742E7FDC-9265-40E8-8FDE-1D20F8978288}" srcOrd="1" destOrd="0" presId="urn:microsoft.com/office/officeart/2005/8/layout/orgChart1"/>
    <dgm:cxn modelId="{DF1BC32E-8352-4135-9822-65ED5DECCA65}" type="presParOf" srcId="{C34A84EC-0555-4BE3-AC53-5945A8C5105D}" destId="{3A57F806-834D-47CE-8E8E-7F7E50A81A75}" srcOrd="2" destOrd="0" presId="urn:microsoft.com/office/officeart/2005/8/layout/orgChart1"/>
    <dgm:cxn modelId="{B3C6FE60-3301-4D12-B4A3-68440DD1AD8C}" type="presParOf" srcId="{32B4DB1A-97CB-400C-BFBC-15F25A44107A}" destId="{74A300B5-DC5A-4C8A-ACFC-4B9DBDFACAF6}" srcOrd="2" destOrd="0" presId="urn:microsoft.com/office/officeart/2005/8/layout/orgChart1"/>
    <dgm:cxn modelId="{91F5E9D1-0635-49A8-BC09-779F9022DD21}" type="presParOf" srcId="{32B4DB1A-97CB-400C-BFBC-15F25A44107A}" destId="{9DF4C674-9FF2-4527-AF5B-A4EEF86DEBDE}" srcOrd="3" destOrd="0" presId="urn:microsoft.com/office/officeart/2005/8/layout/orgChart1"/>
    <dgm:cxn modelId="{02894991-4197-458C-AE12-82C074AF0681}" type="presParOf" srcId="{9DF4C674-9FF2-4527-AF5B-A4EEF86DEBDE}" destId="{C0FD1B11-09F2-4367-96A1-BA8D84EA425B}" srcOrd="0" destOrd="0" presId="urn:microsoft.com/office/officeart/2005/8/layout/orgChart1"/>
    <dgm:cxn modelId="{60DF1B51-DDDD-48D0-917A-7FB61AA5EFD4}" type="presParOf" srcId="{C0FD1B11-09F2-4367-96A1-BA8D84EA425B}" destId="{89AF0331-68C6-443B-B25E-E8FC25E354B2}" srcOrd="0" destOrd="0" presId="urn:microsoft.com/office/officeart/2005/8/layout/orgChart1"/>
    <dgm:cxn modelId="{5B6716ED-920D-4CCC-A0FD-56BDACDC210E}" type="presParOf" srcId="{C0FD1B11-09F2-4367-96A1-BA8D84EA425B}" destId="{A8E52ED6-3FC6-4FE1-A377-AF81E1435134}" srcOrd="1" destOrd="0" presId="urn:microsoft.com/office/officeart/2005/8/layout/orgChart1"/>
    <dgm:cxn modelId="{531E1833-FAEA-49BF-9CF9-7207909C3A12}" type="presParOf" srcId="{9DF4C674-9FF2-4527-AF5B-A4EEF86DEBDE}" destId="{4277D829-2E84-40ED-BC90-4B02171D2A3A}" srcOrd="1" destOrd="0" presId="urn:microsoft.com/office/officeart/2005/8/layout/orgChart1"/>
    <dgm:cxn modelId="{A7C08249-2A26-44D8-AFF7-6FC2221FE5FC}" type="presParOf" srcId="{9DF4C674-9FF2-4527-AF5B-A4EEF86DEBDE}" destId="{3EFD4A3F-A5BF-479B-AEAA-0C099175740F}" srcOrd="2" destOrd="0" presId="urn:microsoft.com/office/officeart/2005/8/layout/orgChart1"/>
    <dgm:cxn modelId="{9EBADECA-2BF8-4D87-8561-11F89E84A312}" type="presParOf" srcId="{32B4DB1A-97CB-400C-BFBC-15F25A44107A}" destId="{3DEBA25D-49FD-4612-9800-6CB859C49674}" srcOrd="4" destOrd="0" presId="urn:microsoft.com/office/officeart/2005/8/layout/orgChart1"/>
    <dgm:cxn modelId="{2D6E76F3-5D24-4CF7-B3C8-FFF52A72F7EE}" type="presParOf" srcId="{32B4DB1A-97CB-400C-BFBC-15F25A44107A}" destId="{C783E1B3-5BA0-45B9-9587-C20C1683EC8E}" srcOrd="5" destOrd="0" presId="urn:microsoft.com/office/officeart/2005/8/layout/orgChart1"/>
    <dgm:cxn modelId="{94B6BDA9-6F28-4AAE-834B-DA0675988AF2}" type="presParOf" srcId="{C783E1B3-5BA0-45B9-9587-C20C1683EC8E}" destId="{5ED52691-5A79-48CC-ADE0-F8669664CD5D}" srcOrd="0" destOrd="0" presId="urn:microsoft.com/office/officeart/2005/8/layout/orgChart1"/>
    <dgm:cxn modelId="{5754D643-991C-4D58-ABCB-F4815A090D9D}" type="presParOf" srcId="{5ED52691-5A79-48CC-ADE0-F8669664CD5D}" destId="{6103D427-A0AC-4BEA-92E6-CA7C4AFF82C8}" srcOrd="0" destOrd="0" presId="urn:microsoft.com/office/officeart/2005/8/layout/orgChart1"/>
    <dgm:cxn modelId="{72D7CA47-BCEB-4F37-8B1A-AB33C80FFE9B}" type="presParOf" srcId="{5ED52691-5A79-48CC-ADE0-F8669664CD5D}" destId="{AFE20E21-C157-4C7A-9D27-9942FCC355AE}" srcOrd="1" destOrd="0" presId="urn:microsoft.com/office/officeart/2005/8/layout/orgChart1"/>
    <dgm:cxn modelId="{684FAFD1-0FE7-4FCA-AABF-E33C326B4CCD}" type="presParOf" srcId="{C783E1B3-5BA0-45B9-9587-C20C1683EC8E}" destId="{2EF6DC46-EBDF-4C3C-A30F-FA08EC00994D}" srcOrd="1" destOrd="0" presId="urn:microsoft.com/office/officeart/2005/8/layout/orgChart1"/>
    <dgm:cxn modelId="{2D67437A-545A-45E9-97DA-FA8C39E0DD19}" type="presParOf" srcId="{C783E1B3-5BA0-45B9-9587-C20C1683EC8E}" destId="{6F86CAFF-BADD-4551-A7DA-A762C762B37D}" srcOrd="2" destOrd="0" presId="urn:microsoft.com/office/officeart/2005/8/layout/orgChart1"/>
    <dgm:cxn modelId="{74AC46D0-6940-4F26-9481-91FFD759D107}" type="presParOf" srcId="{9A9121BA-09A8-43DD-ACB6-F1856CF189A6}" destId="{5CA80795-AA48-4C72-A714-3A5098CF575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E0C8848-C9BC-4F90-A9C5-AF75C086F1BD}" type="doc">
      <dgm:prSet loTypeId="urn:microsoft.com/office/officeart/2008/layout/LinedList" loCatId="list" qsTypeId="urn:microsoft.com/office/officeart/2005/8/quickstyle/simple4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F098460C-338C-4ECB-A0A2-4D125CEADFC9}">
      <dgm:prSet phldrT="[Текст]"/>
      <dgm:spPr/>
      <dgm:t>
        <a:bodyPr/>
        <a:lstStyle/>
        <a:p>
          <a:r>
            <a:rPr lang="ru-RU" dirty="0" smtClean="0"/>
            <a:t>Аспект применимости</a:t>
          </a:r>
          <a:endParaRPr lang="ru-RU" dirty="0"/>
        </a:p>
      </dgm:t>
    </dgm:pt>
    <dgm:pt modelId="{385D3440-FC7B-4A18-BBA0-EDB8C4F84CD1}" type="parTrans" cxnId="{1DEA7BA9-65CE-4414-A6F6-727099955A5E}">
      <dgm:prSet/>
      <dgm:spPr/>
      <dgm:t>
        <a:bodyPr/>
        <a:lstStyle/>
        <a:p>
          <a:endParaRPr lang="ru-RU"/>
        </a:p>
      </dgm:t>
    </dgm:pt>
    <dgm:pt modelId="{F94E7C58-3B09-47AA-BB0A-BB342B112BF1}" type="sibTrans" cxnId="{1DEA7BA9-65CE-4414-A6F6-727099955A5E}">
      <dgm:prSet/>
      <dgm:spPr/>
      <dgm:t>
        <a:bodyPr/>
        <a:lstStyle/>
        <a:p>
          <a:endParaRPr lang="ru-RU"/>
        </a:p>
      </dgm:t>
    </dgm:pt>
    <dgm:pt modelId="{75F997B1-13FF-47AA-B0B5-5CEC77267B88}">
      <dgm:prSet phldrT="[Текст]"/>
      <dgm:spPr/>
      <dgm:t>
        <a:bodyPr/>
        <a:lstStyle/>
        <a:p>
          <a:r>
            <a:rPr lang="ru-RU" dirty="0" smtClean="0"/>
            <a:t>Ориентиры</a:t>
          </a:r>
          <a:endParaRPr lang="ru-RU" dirty="0"/>
        </a:p>
      </dgm:t>
    </dgm:pt>
    <dgm:pt modelId="{CA5649EB-C3ED-40A6-95C1-19D2EFAE8A73}" type="parTrans" cxnId="{56D8ED0A-699B-424F-AA0F-AA33068126D0}">
      <dgm:prSet/>
      <dgm:spPr/>
      <dgm:t>
        <a:bodyPr/>
        <a:lstStyle/>
        <a:p>
          <a:endParaRPr lang="ru-RU"/>
        </a:p>
      </dgm:t>
    </dgm:pt>
    <dgm:pt modelId="{D2FC1162-7895-4995-93D9-88541D062AE2}" type="sibTrans" cxnId="{56D8ED0A-699B-424F-AA0F-AA33068126D0}">
      <dgm:prSet/>
      <dgm:spPr/>
      <dgm:t>
        <a:bodyPr/>
        <a:lstStyle/>
        <a:p>
          <a:endParaRPr lang="ru-RU"/>
        </a:p>
      </dgm:t>
    </dgm:pt>
    <dgm:pt modelId="{7A48A362-559C-4368-9A0B-4F70DD734941}">
      <dgm:prSet phldrT="[Текст]"/>
      <dgm:spPr/>
      <dgm:t>
        <a:bodyPr/>
        <a:lstStyle/>
        <a:p>
          <a:r>
            <a:rPr lang="ru-RU" dirty="0" smtClean="0"/>
            <a:t>средние значения атрибутов и объемы объектов</a:t>
          </a:r>
          <a:endParaRPr lang="ru-RU" dirty="0"/>
        </a:p>
      </dgm:t>
    </dgm:pt>
    <dgm:pt modelId="{3ECF21B1-0E2D-4F72-AB04-17E4EBDC895F}" type="parTrans" cxnId="{D90E5ABE-7CAF-4C8C-BAA4-EAA01BDB608A}">
      <dgm:prSet/>
      <dgm:spPr/>
      <dgm:t>
        <a:bodyPr/>
        <a:lstStyle/>
        <a:p>
          <a:endParaRPr lang="ru-RU"/>
        </a:p>
      </dgm:t>
    </dgm:pt>
    <dgm:pt modelId="{6630CCE3-C692-47F1-AB02-CD1A5548E825}" type="sibTrans" cxnId="{D90E5ABE-7CAF-4C8C-BAA4-EAA01BDB608A}">
      <dgm:prSet/>
      <dgm:spPr/>
      <dgm:t>
        <a:bodyPr/>
        <a:lstStyle/>
        <a:p>
          <a:endParaRPr lang="ru-RU"/>
        </a:p>
      </dgm:t>
    </dgm:pt>
    <dgm:pt modelId="{19D09192-1CE8-44DD-8B9E-9380B4BDB805}">
      <dgm:prSet phldrT="[Текст]"/>
      <dgm:spPr/>
      <dgm:t>
        <a:bodyPr/>
        <a:lstStyle/>
        <a:p>
          <a:r>
            <a:rPr lang="ru-RU" dirty="0" smtClean="0"/>
            <a:t>средняя интенсивность использования</a:t>
          </a:r>
          <a:endParaRPr lang="ru-RU" dirty="0"/>
        </a:p>
      </dgm:t>
    </dgm:pt>
    <dgm:pt modelId="{D0A54FDB-06B2-47D8-8A9A-F84F5A85FCD4}" type="parTrans" cxnId="{9F5A939D-04DD-4CD8-904B-B2B48FED0C36}">
      <dgm:prSet/>
      <dgm:spPr/>
      <dgm:t>
        <a:bodyPr/>
        <a:lstStyle/>
        <a:p>
          <a:endParaRPr lang="ru-RU"/>
        </a:p>
      </dgm:t>
    </dgm:pt>
    <dgm:pt modelId="{28B29A81-61B1-42AA-A3BB-4B726E9A941A}" type="sibTrans" cxnId="{9F5A939D-04DD-4CD8-904B-B2B48FED0C36}">
      <dgm:prSet/>
      <dgm:spPr/>
      <dgm:t>
        <a:bodyPr/>
        <a:lstStyle/>
        <a:p>
          <a:endParaRPr lang="ru-RU"/>
        </a:p>
      </dgm:t>
    </dgm:pt>
    <dgm:pt modelId="{9E66A9B0-EC72-446D-BECB-5C9ACE0958A1}" type="pres">
      <dgm:prSet presAssocID="{5E0C8848-C9BC-4F90-A9C5-AF75C086F1BD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49B9A7FA-EA61-44DF-A2AA-B84CEE657372}" type="pres">
      <dgm:prSet presAssocID="{F098460C-338C-4ECB-A0A2-4D125CEADFC9}" presName="thickLine" presStyleLbl="alignNode1" presStyleIdx="0" presStyleCnt="1"/>
      <dgm:spPr/>
    </dgm:pt>
    <dgm:pt modelId="{0C64101B-DB23-4685-88E8-4824FD5C412C}" type="pres">
      <dgm:prSet presAssocID="{F098460C-338C-4ECB-A0A2-4D125CEADFC9}" presName="horz1" presStyleCnt="0"/>
      <dgm:spPr/>
    </dgm:pt>
    <dgm:pt modelId="{BB70D012-113C-497C-8060-ECFEAB1C346B}" type="pres">
      <dgm:prSet presAssocID="{F098460C-338C-4ECB-A0A2-4D125CEADFC9}" presName="tx1" presStyleLbl="revTx" presStyleIdx="0" presStyleCnt="4" custScaleX="134851"/>
      <dgm:spPr/>
      <dgm:t>
        <a:bodyPr/>
        <a:lstStyle/>
        <a:p>
          <a:endParaRPr lang="ru-RU"/>
        </a:p>
      </dgm:t>
    </dgm:pt>
    <dgm:pt modelId="{4D5F4EC7-33E6-43BE-89FF-3E2153862208}" type="pres">
      <dgm:prSet presAssocID="{F098460C-338C-4ECB-A0A2-4D125CEADFC9}" presName="vert1" presStyleCnt="0"/>
      <dgm:spPr/>
    </dgm:pt>
    <dgm:pt modelId="{7E178B83-6866-4140-BB4F-6AB8730E55BC}" type="pres">
      <dgm:prSet presAssocID="{75F997B1-13FF-47AA-B0B5-5CEC77267B88}" presName="vertSpace2a" presStyleCnt="0"/>
      <dgm:spPr/>
    </dgm:pt>
    <dgm:pt modelId="{649BA7C0-0374-4602-8EAA-84C9D95B2479}" type="pres">
      <dgm:prSet presAssocID="{75F997B1-13FF-47AA-B0B5-5CEC77267B88}" presName="horz2" presStyleCnt="0"/>
      <dgm:spPr/>
    </dgm:pt>
    <dgm:pt modelId="{C63193B2-B55D-4823-B061-6772526828BE}" type="pres">
      <dgm:prSet presAssocID="{75F997B1-13FF-47AA-B0B5-5CEC77267B88}" presName="horzSpace2" presStyleCnt="0"/>
      <dgm:spPr/>
    </dgm:pt>
    <dgm:pt modelId="{449FE4EB-85DE-4FE8-83B0-407EBF86AD4C}" type="pres">
      <dgm:prSet presAssocID="{75F997B1-13FF-47AA-B0B5-5CEC77267B88}" presName="tx2" presStyleLbl="revTx" presStyleIdx="1" presStyleCnt="4"/>
      <dgm:spPr/>
      <dgm:t>
        <a:bodyPr/>
        <a:lstStyle/>
        <a:p>
          <a:endParaRPr lang="ru-RU"/>
        </a:p>
      </dgm:t>
    </dgm:pt>
    <dgm:pt modelId="{2C7D7E44-F1BE-421E-9211-D8AB3DF2F6E9}" type="pres">
      <dgm:prSet presAssocID="{75F997B1-13FF-47AA-B0B5-5CEC77267B88}" presName="vert2" presStyleCnt="0"/>
      <dgm:spPr/>
    </dgm:pt>
    <dgm:pt modelId="{1B23CCFE-0247-490B-B0B4-D54D0824CCCD}" type="pres">
      <dgm:prSet presAssocID="{75F997B1-13FF-47AA-B0B5-5CEC77267B88}" presName="thinLine2b" presStyleLbl="callout" presStyleIdx="0" presStyleCnt="3"/>
      <dgm:spPr/>
    </dgm:pt>
    <dgm:pt modelId="{FC429D76-8D3A-4FF8-878D-205F4694BBC5}" type="pres">
      <dgm:prSet presAssocID="{75F997B1-13FF-47AA-B0B5-5CEC77267B88}" presName="vertSpace2b" presStyleCnt="0"/>
      <dgm:spPr/>
    </dgm:pt>
    <dgm:pt modelId="{478858D2-137E-4B3B-8793-474A67289038}" type="pres">
      <dgm:prSet presAssocID="{7A48A362-559C-4368-9A0B-4F70DD734941}" presName="horz2" presStyleCnt="0"/>
      <dgm:spPr/>
    </dgm:pt>
    <dgm:pt modelId="{CF177985-EF15-4FFE-818D-7A78AF8F7025}" type="pres">
      <dgm:prSet presAssocID="{7A48A362-559C-4368-9A0B-4F70DD734941}" presName="horzSpace2" presStyleCnt="0"/>
      <dgm:spPr/>
    </dgm:pt>
    <dgm:pt modelId="{4AB13284-5676-4652-9390-B2872CF61C68}" type="pres">
      <dgm:prSet presAssocID="{7A48A362-559C-4368-9A0B-4F70DD734941}" presName="tx2" presStyleLbl="revTx" presStyleIdx="2" presStyleCnt="4"/>
      <dgm:spPr/>
      <dgm:t>
        <a:bodyPr/>
        <a:lstStyle/>
        <a:p>
          <a:endParaRPr lang="ru-RU"/>
        </a:p>
      </dgm:t>
    </dgm:pt>
    <dgm:pt modelId="{5E41F912-3164-4E58-B8EF-9D313BE4C705}" type="pres">
      <dgm:prSet presAssocID="{7A48A362-559C-4368-9A0B-4F70DD734941}" presName="vert2" presStyleCnt="0"/>
      <dgm:spPr/>
    </dgm:pt>
    <dgm:pt modelId="{B11DCBE6-34E5-494A-B91A-A26D8468FC88}" type="pres">
      <dgm:prSet presAssocID="{7A48A362-559C-4368-9A0B-4F70DD734941}" presName="thinLine2b" presStyleLbl="callout" presStyleIdx="1" presStyleCnt="3"/>
      <dgm:spPr/>
    </dgm:pt>
    <dgm:pt modelId="{8F9C1DD0-3002-4DD7-9584-85CC4A7C7036}" type="pres">
      <dgm:prSet presAssocID="{7A48A362-559C-4368-9A0B-4F70DD734941}" presName="vertSpace2b" presStyleCnt="0"/>
      <dgm:spPr/>
    </dgm:pt>
    <dgm:pt modelId="{3D14E73E-CD57-4D66-9D35-94AEDA8C59A2}" type="pres">
      <dgm:prSet presAssocID="{19D09192-1CE8-44DD-8B9E-9380B4BDB805}" presName="horz2" presStyleCnt="0"/>
      <dgm:spPr/>
    </dgm:pt>
    <dgm:pt modelId="{51E6E837-AF0A-4EEC-B3B3-5908B5B2D033}" type="pres">
      <dgm:prSet presAssocID="{19D09192-1CE8-44DD-8B9E-9380B4BDB805}" presName="horzSpace2" presStyleCnt="0"/>
      <dgm:spPr/>
    </dgm:pt>
    <dgm:pt modelId="{8AF26551-0422-4EBC-8998-1468BD1CC55B}" type="pres">
      <dgm:prSet presAssocID="{19D09192-1CE8-44DD-8B9E-9380B4BDB805}" presName="tx2" presStyleLbl="revTx" presStyleIdx="3" presStyleCnt="4"/>
      <dgm:spPr/>
      <dgm:t>
        <a:bodyPr/>
        <a:lstStyle/>
        <a:p>
          <a:endParaRPr lang="ru-RU"/>
        </a:p>
      </dgm:t>
    </dgm:pt>
    <dgm:pt modelId="{671B3571-EA5E-415A-9445-6C0331CB5E19}" type="pres">
      <dgm:prSet presAssocID="{19D09192-1CE8-44DD-8B9E-9380B4BDB805}" presName="vert2" presStyleCnt="0"/>
      <dgm:spPr/>
    </dgm:pt>
    <dgm:pt modelId="{D4469540-8C3A-48B4-8DC0-7E57FF888D22}" type="pres">
      <dgm:prSet presAssocID="{19D09192-1CE8-44DD-8B9E-9380B4BDB805}" presName="thinLine2b" presStyleLbl="callout" presStyleIdx="2" presStyleCnt="3"/>
      <dgm:spPr/>
    </dgm:pt>
    <dgm:pt modelId="{B68DE5B0-322E-4208-8242-E0BCF009A0CF}" type="pres">
      <dgm:prSet presAssocID="{19D09192-1CE8-44DD-8B9E-9380B4BDB805}" presName="vertSpace2b" presStyleCnt="0"/>
      <dgm:spPr/>
    </dgm:pt>
  </dgm:ptLst>
  <dgm:cxnLst>
    <dgm:cxn modelId="{2182BE52-6A79-449B-BD05-088BFD5E8C14}" type="presOf" srcId="{5E0C8848-C9BC-4F90-A9C5-AF75C086F1BD}" destId="{9E66A9B0-EC72-446D-BECB-5C9ACE0958A1}" srcOrd="0" destOrd="0" presId="urn:microsoft.com/office/officeart/2008/layout/LinedList"/>
    <dgm:cxn modelId="{D90E5ABE-7CAF-4C8C-BAA4-EAA01BDB608A}" srcId="{F098460C-338C-4ECB-A0A2-4D125CEADFC9}" destId="{7A48A362-559C-4368-9A0B-4F70DD734941}" srcOrd="1" destOrd="0" parTransId="{3ECF21B1-0E2D-4F72-AB04-17E4EBDC895F}" sibTransId="{6630CCE3-C692-47F1-AB02-CD1A5548E825}"/>
    <dgm:cxn modelId="{9F318D4E-F502-4B50-BA1B-E8469AE61D24}" type="presOf" srcId="{F098460C-338C-4ECB-A0A2-4D125CEADFC9}" destId="{BB70D012-113C-497C-8060-ECFEAB1C346B}" srcOrd="0" destOrd="0" presId="urn:microsoft.com/office/officeart/2008/layout/LinedList"/>
    <dgm:cxn modelId="{56D8ED0A-699B-424F-AA0F-AA33068126D0}" srcId="{F098460C-338C-4ECB-A0A2-4D125CEADFC9}" destId="{75F997B1-13FF-47AA-B0B5-5CEC77267B88}" srcOrd="0" destOrd="0" parTransId="{CA5649EB-C3ED-40A6-95C1-19D2EFAE8A73}" sibTransId="{D2FC1162-7895-4995-93D9-88541D062AE2}"/>
    <dgm:cxn modelId="{2A5E3DE6-A5DE-4D23-B0AF-62608CA9305D}" type="presOf" srcId="{75F997B1-13FF-47AA-B0B5-5CEC77267B88}" destId="{449FE4EB-85DE-4FE8-83B0-407EBF86AD4C}" srcOrd="0" destOrd="0" presId="urn:microsoft.com/office/officeart/2008/layout/LinedList"/>
    <dgm:cxn modelId="{1DEA7BA9-65CE-4414-A6F6-727099955A5E}" srcId="{5E0C8848-C9BC-4F90-A9C5-AF75C086F1BD}" destId="{F098460C-338C-4ECB-A0A2-4D125CEADFC9}" srcOrd="0" destOrd="0" parTransId="{385D3440-FC7B-4A18-BBA0-EDB8C4F84CD1}" sibTransId="{F94E7C58-3B09-47AA-BB0A-BB342B112BF1}"/>
    <dgm:cxn modelId="{9F5A939D-04DD-4CD8-904B-B2B48FED0C36}" srcId="{F098460C-338C-4ECB-A0A2-4D125CEADFC9}" destId="{19D09192-1CE8-44DD-8B9E-9380B4BDB805}" srcOrd="2" destOrd="0" parTransId="{D0A54FDB-06B2-47D8-8A9A-F84F5A85FCD4}" sibTransId="{28B29A81-61B1-42AA-A3BB-4B726E9A941A}"/>
    <dgm:cxn modelId="{1D50416F-3A4C-492C-872F-E7351834F5FC}" type="presOf" srcId="{19D09192-1CE8-44DD-8B9E-9380B4BDB805}" destId="{8AF26551-0422-4EBC-8998-1468BD1CC55B}" srcOrd="0" destOrd="0" presId="urn:microsoft.com/office/officeart/2008/layout/LinedList"/>
    <dgm:cxn modelId="{424C8714-9DA9-46B6-8AC2-1410FCBA6A6A}" type="presOf" srcId="{7A48A362-559C-4368-9A0B-4F70DD734941}" destId="{4AB13284-5676-4652-9390-B2872CF61C68}" srcOrd="0" destOrd="0" presId="urn:microsoft.com/office/officeart/2008/layout/LinedList"/>
    <dgm:cxn modelId="{3CECAFF1-C6FB-49A4-9221-1FE746E7BC9F}" type="presParOf" srcId="{9E66A9B0-EC72-446D-BECB-5C9ACE0958A1}" destId="{49B9A7FA-EA61-44DF-A2AA-B84CEE657372}" srcOrd="0" destOrd="0" presId="urn:microsoft.com/office/officeart/2008/layout/LinedList"/>
    <dgm:cxn modelId="{169A0184-CD27-4205-B5A0-313C6B422280}" type="presParOf" srcId="{9E66A9B0-EC72-446D-BECB-5C9ACE0958A1}" destId="{0C64101B-DB23-4685-88E8-4824FD5C412C}" srcOrd="1" destOrd="0" presId="urn:microsoft.com/office/officeart/2008/layout/LinedList"/>
    <dgm:cxn modelId="{33724F7E-82A4-4383-AAB4-2B02E7C0BF9D}" type="presParOf" srcId="{0C64101B-DB23-4685-88E8-4824FD5C412C}" destId="{BB70D012-113C-497C-8060-ECFEAB1C346B}" srcOrd="0" destOrd="0" presId="urn:microsoft.com/office/officeart/2008/layout/LinedList"/>
    <dgm:cxn modelId="{44528CBB-D4C0-442F-8EDC-C58B46619B94}" type="presParOf" srcId="{0C64101B-DB23-4685-88E8-4824FD5C412C}" destId="{4D5F4EC7-33E6-43BE-89FF-3E2153862208}" srcOrd="1" destOrd="0" presId="urn:microsoft.com/office/officeart/2008/layout/LinedList"/>
    <dgm:cxn modelId="{B416796A-0E21-4F50-8546-92E561676E60}" type="presParOf" srcId="{4D5F4EC7-33E6-43BE-89FF-3E2153862208}" destId="{7E178B83-6866-4140-BB4F-6AB8730E55BC}" srcOrd="0" destOrd="0" presId="urn:microsoft.com/office/officeart/2008/layout/LinedList"/>
    <dgm:cxn modelId="{9DDF6BCD-B975-46E9-A83F-7A36202B9D16}" type="presParOf" srcId="{4D5F4EC7-33E6-43BE-89FF-3E2153862208}" destId="{649BA7C0-0374-4602-8EAA-84C9D95B2479}" srcOrd="1" destOrd="0" presId="urn:microsoft.com/office/officeart/2008/layout/LinedList"/>
    <dgm:cxn modelId="{8287EB3D-FB40-465D-AB71-4F9127E76227}" type="presParOf" srcId="{649BA7C0-0374-4602-8EAA-84C9D95B2479}" destId="{C63193B2-B55D-4823-B061-6772526828BE}" srcOrd="0" destOrd="0" presId="urn:microsoft.com/office/officeart/2008/layout/LinedList"/>
    <dgm:cxn modelId="{917A3647-8C78-425D-98DD-4DF26037009B}" type="presParOf" srcId="{649BA7C0-0374-4602-8EAA-84C9D95B2479}" destId="{449FE4EB-85DE-4FE8-83B0-407EBF86AD4C}" srcOrd="1" destOrd="0" presId="urn:microsoft.com/office/officeart/2008/layout/LinedList"/>
    <dgm:cxn modelId="{D36A9FD7-6D43-4AFA-8D75-5B96B0743207}" type="presParOf" srcId="{649BA7C0-0374-4602-8EAA-84C9D95B2479}" destId="{2C7D7E44-F1BE-421E-9211-D8AB3DF2F6E9}" srcOrd="2" destOrd="0" presId="urn:microsoft.com/office/officeart/2008/layout/LinedList"/>
    <dgm:cxn modelId="{3E552278-DB22-4DCA-A2A4-CE6305BF69EF}" type="presParOf" srcId="{4D5F4EC7-33E6-43BE-89FF-3E2153862208}" destId="{1B23CCFE-0247-490B-B0B4-D54D0824CCCD}" srcOrd="2" destOrd="0" presId="urn:microsoft.com/office/officeart/2008/layout/LinedList"/>
    <dgm:cxn modelId="{15BDE842-B880-486A-9596-F3B78014003A}" type="presParOf" srcId="{4D5F4EC7-33E6-43BE-89FF-3E2153862208}" destId="{FC429D76-8D3A-4FF8-878D-205F4694BBC5}" srcOrd="3" destOrd="0" presId="urn:microsoft.com/office/officeart/2008/layout/LinedList"/>
    <dgm:cxn modelId="{EF81ACAF-00DA-45C9-8D25-9B1BDAA37851}" type="presParOf" srcId="{4D5F4EC7-33E6-43BE-89FF-3E2153862208}" destId="{478858D2-137E-4B3B-8793-474A67289038}" srcOrd="4" destOrd="0" presId="urn:microsoft.com/office/officeart/2008/layout/LinedList"/>
    <dgm:cxn modelId="{CC0B4F0A-897E-4B46-8931-443105C87E69}" type="presParOf" srcId="{478858D2-137E-4B3B-8793-474A67289038}" destId="{CF177985-EF15-4FFE-818D-7A78AF8F7025}" srcOrd="0" destOrd="0" presId="urn:microsoft.com/office/officeart/2008/layout/LinedList"/>
    <dgm:cxn modelId="{072A3C7D-E666-4EF1-8DFC-54D820DE332A}" type="presParOf" srcId="{478858D2-137E-4B3B-8793-474A67289038}" destId="{4AB13284-5676-4652-9390-B2872CF61C68}" srcOrd="1" destOrd="0" presId="urn:microsoft.com/office/officeart/2008/layout/LinedList"/>
    <dgm:cxn modelId="{6DFDB4BB-FC8B-45C0-B55B-B127DE9A353D}" type="presParOf" srcId="{478858D2-137E-4B3B-8793-474A67289038}" destId="{5E41F912-3164-4E58-B8EF-9D313BE4C705}" srcOrd="2" destOrd="0" presId="urn:microsoft.com/office/officeart/2008/layout/LinedList"/>
    <dgm:cxn modelId="{C3770CB8-6476-4021-B791-4077C9CA34F2}" type="presParOf" srcId="{4D5F4EC7-33E6-43BE-89FF-3E2153862208}" destId="{B11DCBE6-34E5-494A-B91A-A26D8468FC88}" srcOrd="5" destOrd="0" presId="urn:microsoft.com/office/officeart/2008/layout/LinedList"/>
    <dgm:cxn modelId="{A4F9BF99-97F2-4230-A9F4-F59281CB69A4}" type="presParOf" srcId="{4D5F4EC7-33E6-43BE-89FF-3E2153862208}" destId="{8F9C1DD0-3002-4DD7-9584-85CC4A7C7036}" srcOrd="6" destOrd="0" presId="urn:microsoft.com/office/officeart/2008/layout/LinedList"/>
    <dgm:cxn modelId="{F700302E-E59F-47BA-8E31-E93EDFBA166A}" type="presParOf" srcId="{4D5F4EC7-33E6-43BE-89FF-3E2153862208}" destId="{3D14E73E-CD57-4D66-9D35-94AEDA8C59A2}" srcOrd="7" destOrd="0" presId="urn:microsoft.com/office/officeart/2008/layout/LinedList"/>
    <dgm:cxn modelId="{FDBB4AE8-FD4D-4E88-A8C1-2E3B0A3F3AC8}" type="presParOf" srcId="{3D14E73E-CD57-4D66-9D35-94AEDA8C59A2}" destId="{51E6E837-AF0A-4EEC-B3B3-5908B5B2D033}" srcOrd="0" destOrd="0" presId="urn:microsoft.com/office/officeart/2008/layout/LinedList"/>
    <dgm:cxn modelId="{1A966063-BE61-4816-8758-A61336CF375C}" type="presParOf" srcId="{3D14E73E-CD57-4D66-9D35-94AEDA8C59A2}" destId="{8AF26551-0422-4EBC-8998-1468BD1CC55B}" srcOrd="1" destOrd="0" presId="urn:microsoft.com/office/officeart/2008/layout/LinedList"/>
    <dgm:cxn modelId="{17E68617-D7AE-4E20-A8D0-EA0013512570}" type="presParOf" srcId="{3D14E73E-CD57-4D66-9D35-94AEDA8C59A2}" destId="{671B3571-EA5E-415A-9445-6C0331CB5E19}" srcOrd="2" destOrd="0" presId="urn:microsoft.com/office/officeart/2008/layout/LinedList"/>
    <dgm:cxn modelId="{24C43BD1-CC5A-4437-827B-DFA46E8A2426}" type="presParOf" srcId="{4D5F4EC7-33E6-43BE-89FF-3E2153862208}" destId="{D4469540-8C3A-48B4-8DC0-7E57FF888D22}" srcOrd="8" destOrd="0" presId="urn:microsoft.com/office/officeart/2008/layout/LinedList"/>
    <dgm:cxn modelId="{CB9CE7EA-B1BF-4117-B674-352221F0AE3B}" type="presParOf" srcId="{4D5F4EC7-33E6-43BE-89FF-3E2153862208}" destId="{B68DE5B0-322E-4208-8242-E0BCF009A0CF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F92D180-F906-4221-8D92-E64D787BA5E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A4C6A15-B38B-41C9-BF35-9E780B75A15A}">
      <dgm:prSet phldrT="[Текст]"/>
      <dgm:spPr/>
      <dgm:t>
        <a:bodyPr/>
        <a:lstStyle/>
        <a:p>
          <a:r>
            <a:rPr lang="ru-RU" dirty="0" smtClean="0"/>
            <a:t>Требования необходимо оформить в виде документа</a:t>
          </a:r>
          <a:endParaRPr lang="ru-RU" dirty="0"/>
        </a:p>
      </dgm:t>
    </dgm:pt>
    <dgm:pt modelId="{9FB35DDD-D692-48A2-8712-A8C44B44AE57}" type="parTrans" cxnId="{3B85A3BE-D299-4BA9-BC1D-1D1AFF42E236}">
      <dgm:prSet/>
      <dgm:spPr/>
      <dgm:t>
        <a:bodyPr/>
        <a:lstStyle/>
        <a:p>
          <a:endParaRPr lang="ru-RU"/>
        </a:p>
      </dgm:t>
    </dgm:pt>
    <dgm:pt modelId="{2D97AC42-166C-463B-B7BF-597AC0C5B884}" type="sibTrans" cxnId="{3B85A3BE-D299-4BA9-BC1D-1D1AFF42E236}">
      <dgm:prSet/>
      <dgm:spPr/>
      <dgm:t>
        <a:bodyPr/>
        <a:lstStyle/>
        <a:p>
          <a:endParaRPr lang="ru-RU"/>
        </a:p>
      </dgm:t>
    </dgm:pt>
    <dgm:pt modelId="{BD2CC6CC-0058-45D0-8429-53490A37B75D}">
      <dgm:prSet phldrT="[Текст]"/>
      <dgm:spPr/>
      <dgm:t>
        <a:bodyPr/>
        <a:lstStyle/>
        <a:p>
          <a:r>
            <a:rPr lang="ru-RU" dirty="0" smtClean="0"/>
            <a:t>Техническое задание</a:t>
          </a:r>
          <a:endParaRPr lang="en-US" dirty="0" smtClean="0"/>
        </a:p>
        <a:p>
          <a:r>
            <a:rPr lang="ru-RU" dirty="0" smtClean="0"/>
            <a:t>ГОСТ 34.602-89</a:t>
          </a:r>
          <a:endParaRPr lang="ru-RU" dirty="0"/>
        </a:p>
      </dgm:t>
    </dgm:pt>
    <dgm:pt modelId="{E4CC6129-AE17-47DC-A84A-AFDAE6E23656}" type="parTrans" cxnId="{53110AF4-6D16-43EB-9F21-A064F3DFD254}">
      <dgm:prSet/>
      <dgm:spPr/>
      <dgm:t>
        <a:bodyPr/>
        <a:lstStyle/>
        <a:p>
          <a:endParaRPr lang="ru-RU"/>
        </a:p>
      </dgm:t>
    </dgm:pt>
    <dgm:pt modelId="{2A30D12C-7BDB-477E-8F5B-B294FD49180D}" type="sibTrans" cxnId="{53110AF4-6D16-43EB-9F21-A064F3DFD254}">
      <dgm:prSet/>
      <dgm:spPr/>
      <dgm:t>
        <a:bodyPr/>
        <a:lstStyle/>
        <a:p>
          <a:endParaRPr lang="ru-RU"/>
        </a:p>
      </dgm:t>
    </dgm:pt>
    <dgm:pt modelId="{92DA7DFC-09EF-4F6B-89D7-420ABD048ABF}">
      <dgm:prSet phldrT="[Текст]"/>
      <dgm:spPr/>
      <dgm:t>
        <a:bodyPr/>
        <a:lstStyle/>
        <a:p>
          <a:r>
            <a:rPr lang="en-US" dirty="0" smtClean="0"/>
            <a:t>Software Requirements Specification</a:t>
          </a:r>
          <a:r>
            <a:rPr lang="ru-RU" dirty="0" smtClean="0"/>
            <a:t> (</a:t>
          </a:r>
          <a:r>
            <a:rPr lang="en-US" dirty="0" smtClean="0"/>
            <a:t>SRS) - </a:t>
          </a:r>
          <a:r>
            <a:rPr lang="ru-RU" dirty="0" smtClean="0"/>
            <a:t>спецификация программных требований</a:t>
          </a:r>
          <a:endParaRPr lang="en-US" dirty="0" smtClean="0"/>
        </a:p>
        <a:p>
          <a:r>
            <a:rPr lang="ru-RU" dirty="0" smtClean="0"/>
            <a:t>IEEE STD 830-1998 </a:t>
          </a:r>
          <a:r>
            <a:rPr lang="ru-RU" dirty="0" smtClean="0">
              <a:hlinkClick xmlns:r="http://schemas.openxmlformats.org/officeDocument/2006/relationships" r:id="rId1"/>
            </a:rPr>
            <a:t>http://standards.ieee.org/findstds/standard/830-1998.html</a:t>
          </a:r>
          <a:endParaRPr lang="ru-RU" dirty="0"/>
        </a:p>
      </dgm:t>
    </dgm:pt>
    <dgm:pt modelId="{A71829FD-4DA9-401D-8EBC-366142F91B6E}" type="parTrans" cxnId="{AD22BE2B-1932-4A89-A145-196AD935AEFD}">
      <dgm:prSet/>
      <dgm:spPr/>
      <dgm:t>
        <a:bodyPr/>
        <a:lstStyle/>
        <a:p>
          <a:endParaRPr lang="ru-RU"/>
        </a:p>
      </dgm:t>
    </dgm:pt>
    <dgm:pt modelId="{5EC66B97-BFC1-432C-903D-653568C54E89}" type="sibTrans" cxnId="{AD22BE2B-1932-4A89-A145-196AD935AEFD}">
      <dgm:prSet/>
      <dgm:spPr/>
      <dgm:t>
        <a:bodyPr/>
        <a:lstStyle/>
        <a:p>
          <a:endParaRPr lang="ru-RU"/>
        </a:p>
      </dgm:t>
    </dgm:pt>
    <dgm:pt modelId="{1F3F13F1-E05A-4B19-A107-3735D8BC28B8}" type="pres">
      <dgm:prSet presAssocID="{7F92D180-F906-4221-8D92-E64D787BA5E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CFE29AA-2248-4723-8187-EBF0D253A089}" type="pres">
      <dgm:prSet presAssocID="{2A4C6A15-B38B-41C9-BF35-9E780B75A15A}" presName="root1" presStyleCnt="0"/>
      <dgm:spPr/>
    </dgm:pt>
    <dgm:pt modelId="{E635F40C-A274-4E1E-B7E7-F1362A4ED353}" type="pres">
      <dgm:prSet presAssocID="{2A4C6A15-B38B-41C9-BF35-9E780B75A15A}" presName="LevelOneTextNode" presStyleLbl="node0" presStyleIdx="0" presStyleCnt="1" custScaleX="63306" custLinFactNeighborX="-93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2327BF4-A2E5-4E4F-9ECE-C7409FC3AB5B}" type="pres">
      <dgm:prSet presAssocID="{2A4C6A15-B38B-41C9-BF35-9E780B75A15A}" presName="level2hierChild" presStyleCnt="0"/>
      <dgm:spPr/>
    </dgm:pt>
    <dgm:pt modelId="{1BA9007A-20E1-4B4B-8A41-486A8D503D20}" type="pres">
      <dgm:prSet presAssocID="{E4CC6129-AE17-47DC-A84A-AFDAE6E23656}" presName="conn2-1" presStyleLbl="parChTrans1D2" presStyleIdx="0" presStyleCnt="2"/>
      <dgm:spPr/>
      <dgm:t>
        <a:bodyPr/>
        <a:lstStyle/>
        <a:p>
          <a:endParaRPr lang="ru-RU"/>
        </a:p>
      </dgm:t>
    </dgm:pt>
    <dgm:pt modelId="{FEED4F3F-4E73-4C55-8461-B2281FB319E3}" type="pres">
      <dgm:prSet presAssocID="{E4CC6129-AE17-47DC-A84A-AFDAE6E23656}" presName="connTx" presStyleLbl="parChTrans1D2" presStyleIdx="0" presStyleCnt="2"/>
      <dgm:spPr/>
      <dgm:t>
        <a:bodyPr/>
        <a:lstStyle/>
        <a:p>
          <a:endParaRPr lang="ru-RU"/>
        </a:p>
      </dgm:t>
    </dgm:pt>
    <dgm:pt modelId="{8887CF4B-4986-44FC-B92E-41F9101B19FC}" type="pres">
      <dgm:prSet presAssocID="{BD2CC6CC-0058-45D0-8429-53490A37B75D}" presName="root2" presStyleCnt="0"/>
      <dgm:spPr/>
    </dgm:pt>
    <dgm:pt modelId="{B3B5E20D-390C-4DC4-96C7-08DECD5648FC}" type="pres">
      <dgm:prSet presAssocID="{BD2CC6CC-0058-45D0-8429-53490A37B75D}" presName="LevelTwoTextNode" presStyleLbl="node2" presStyleIdx="0" presStyleCnt="2" custScaleX="137140" custLinFactNeighborX="-1434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4464EB4-A631-496B-AEF2-231F70B3010A}" type="pres">
      <dgm:prSet presAssocID="{BD2CC6CC-0058-45D0-8429-53490A37B75D}" presName="level3hierChild" presStyleCnt="0"/>
      <dgm:spPr/>
    </dgm:pt>
    <dgm:pt modelId="{E1103760-99D1-4921-833D-AE715A532507}" type="pres">
      <dgm:prSet presAssocID="{A71829FD-4DA9-401D-8EBC-366142F91B6E}" presName="conn2-1" presStyleLbl="parChTrans1D2" presStyleIdx="1" presStyleCnt="2"/>
      <dgm:spPr/>
      <dgm:t>
        <a:bodyPr/>
        <a:lstStyle/>
        <a:p>
          <a:endParaRPr lang="ru-RU"/>
        </a:p>
      </dgm:t>
    </dgm:pt>
    <dgm:pt modelId="{74940359-C57B-4E65-9BAC-934C51501537}" type="pres">
      <dgm:prSet presAssocID="{A71829FD-4DA9-401D-8EBC-366142F91B6E}" presName="connTx" presStyleLbl="parChTrans1D2" presStyleIdx="1" presStyleCnt="2"/>
      <dgm:spPr/>
      <dgm:t>
        <a:bodyPr/>
        <a:lstStyle/>
        <a:p>
          <a:endParaRPr lang="ru-RU"/>
        </a:p>
      </dgm:t>
    </dgm:pt>
    <dgm:pt modelId="{C1DB8929-5512-446A-810D-DB8861996893}" type="pres">
      <dgm:prSet presAssocID="{92DA7DFC-09EF-4F6B-89D7-420ABD048ABF}" presName="root2" presStyleCnt="0"/>
      <dgm:spPr/>
    </dgm:pt>
    <dgm:pt modelId="{5E8AC511-A931-4165-934E-A781BFA0E093}" type="pres">
      <dgm:prSet presAssocID="{92DA7DFC-09EF-4F6B-89D7-420ABD048ABF}" presName="LevelTwoTextNode" presStyleLbl="node2" presStyleIdx="1" presStyleCnt="2" custScaleX="137140" custLinFactNeighborX="-1434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4FDDDE5-1F21-4DF9-9FE0-2D89B48F5CE6}" type="pres">
      <dgm:prSet presAssocID="{92DA7DFC-09EF-4F6B-89D7-420ABD048ABF}" presName="level3hierChild" presStyleCnt="0"/>
      <dgm:spPr/>
    </dgm:pt>
  </dgm:ptLst>
  <dgm:cxnLst>
    <dgm:cxn modelId="{472048C5-9F56-41BF-9332-FE3B290DF403}" type="presOf" srcId="{E4CC6129-AE17-47DC-A84A-AFDAE6E23656}" destId="{1BA9007A-20E1-4B4B-8A41-486A8D503D20}" srcOrd="0" destOrd="0" presId="urn:microsoft.com/office/officeart/2005/8/layout/hierarchy2"/>
    <dgm:cxn modelId="{B24529F3-6346-4F23-8DD2-410E54A4E8E5}" type="presOf" srcId="{A71829FD-4DA9-401D-8EBC-366142F91B6E}" destId="{74940359-C57B-4E65-9BAC-934C51501537}" srcOrd="1" destOrd="0" presId="urn:microsoft.com/office/officeart/2005/8/layout/hierarchy2"/>
    <dgm:cxn modelId="{AD22BE2B-1932-4A89-A145-196AD935AEFD}" srcId="{2A4C6A15-B38B-41C9-BF35-9E780B75A15A}" destId="{92DA7DFC-09EF-4F6B-89D7-420ABD048ABF}" srcOrd="1" destOrd="0" parTransId="{A71829FD-4DA9-401D-8EBC-366142F91B6E}" sibTransId="{5EC66B97-BFC1-432C-903D-653568C54E89}"/>
    <dgm:cxn modelId="{3B85A3BE-D299-4BA9-BC1D-1D1AFF42E236}" srcId="{7F92D180-F906-4221-8D92-E64D787BA5E4}" destId="{2A4C6A15-B38B-41C9-BF35-9E780B75A15A}" srcOrd="0" destOrd="0" parTransId="{9FB35DDD-D692-48A2-8712-A8C44B44AE57}" sibTransId="{2D97AC42-166C-463B-B7BF-597AC0C5B884}"/>
    <dgm:cxn modelId="{53110AF4-6D16-43EB-9F21-A064F3DFD254}" srcId="{2A4C6A15-B38B-41C9-BF35-9E780B75A15A}" destId="{BD2CC6CC-0058-45D0-8429-53490A37B75D}" srcOrd="0" destOrd="0" parTransId="{E4CC6129-AE17-47DC-A84A-AFDAE6E23656}" sibTransId="{2A30D12C-7BDB-477E-8F5B-B294FD49180D}"/>
    <dgm:cxn modelId="{1BAB65E9-5F9D-4F08-827E-F755694BF58E}" type="presOf" srcId="{92DA7DFC-09EF-4F6B-89D7-420ABD048ABF}" destId="{5E8AC511-A931-4165-934E-A781BFA0E093}" srcOrd="0" destOrd="0" presId="urn:microsoft.com/office/officeart/2005/8/layout/hierarchy2"/>
    <dgm:cxn modelId="{4AAE4B4A-EE23-4D63-9A77-422B96B47D28}" type="presOf" srcId="{BD2CC6CC-0058-45D0-8429-53490A37B75D}" destId="{B3B5E20D-390C-4DC4-96C7-08DECD5648FC}" srcOrd="0" destOrd="0" presId="urn:microsoft.com/office/officeart/2005/8/layout/hierarchy2"/>
    <dgm:cxn modelId="{D6F254D4-8089-49FD-B895-9967F2A0BFD8}" type="presOf" srcId="{7F92D180-F906-4221-8D92-E64D787BA5E4}" destId="{1F3F13F1-E05A-4B19-A107-3735D8BC28B8}" srcOrd="0" destOrd="0" presId="urn:microsoft.com/office/officeart/2005/8/layout/hierarchy2"/>
    <dgm:cxn modelId="{7B8E1DA9-4415-4C5A-9F62-0E964C1FE195}" type="presOf" srcId="{E4CC6129-AE17-47DC-A84A-AFDAE6E23656}" destId="{FEED4F3F-4E73-4C55-8461-B2281FB319E3}" srcOrd="1" destOrd="0" presId="urn:microsoft.com/office/officeart/2005/8/layout/hierarchy2"/>
    <dgm:cxn modelId="{89EBFA5F-39CC-439E-8041-87D7E6663D95}" type="presOf" srcId="{A71829FD-4DA9-401D-8EBC-366142F91B6E}" destId="{E1103760-99D1-4921-833D-AE715A532507}" srcOrd="0" destOrd="0" presId="urn:microsoft.com/office/officeart/2005/8/layout/hierarchy2"/>
    <dgm:cxn modelId="{982BB925-271D-44C0-ADCF-E9013B9B921E}" type="presOf" srcId="{2A4C6A15-B38B-41C9-BF35-9E780B75A15A}" destId="{E635F40C-A274-4E1E-B7E7-F1362A4ED353}" srcOrd="0" destOrd="0" presId="urn:microsoft.com/office/officeart/2005/8/layout/hierarchy2"/>
    <dgm:cxn modelId="{55233A3E-FFF3-4233-8763-3BAB04C37ACA}" type="presParOf" srcId="{1F3F13F1-E05A-4B19-A107-3735D8BC28B8}" destId="{ACFE29AA-2248-4723-8187-EBF0D253A089}" srcOrd="0" destOrd="0" presId="urn:microsoft.com/office/officeart/2005/8/layout/hierarchy2"/>
    <dgm:cxn modelId="{0F7293D2-A917-45F7-8BB3-07D270EFD354}" type="presParOf" srcId="{ACFE29AA-2248-4723-8187-EBF0D253A089}" destId="{E635F40C-A274-4E1E-B7E7-F1362A4ED353}" srcOrd="0" destOrd="0" presId="urn:microsoft.com/office/officeart/2005/8/layout/hierarchy2"/>
    <dgm:cxn modelId="{A0FDC83C-358E-4AC4-A07D-8DA009BA54D6}" type="presParOf" srcId="{ACFE29AA-2248-4723-8187-EBF0D253A089}" destId="{C2327BF4-A2E5-4E4F-9ECE-C7409FC3AB5B}" srcOrd="1" destOrd="0" presId="urn:microsoft.com/office/officeart/2005/8/layout/hierarchy2"/>
    <dgm:cxn modelId="{24091ECA-3791-46C5-8359-83A54990C777}" type="presParOf" srcId="{C2327BF4-A2E5-4E4F-9ECE-C7409FC3AB5B}" destId="{1BA9007A-20E1-4B4B-8A41-486A8D503D20}" srcOrd="0" destOrd="0" presId="urn:microsoft.com/office/officeart/2005/8/layout/hierarchy2"/>
    <dgm:cxn modelId="{876F25EE-18E4-47C4-99C2-BFE5EBE7F3AA}" type="presParOf" srcId="{1BA9007A-20E1-4B4B-8A41-486A8D503D20}" destId="{FEED4F3F-4E73-4C55-8461-B2281FB319E3}" srcOrd="0" destOrd="0" presId="urn:microsoft.com/office/officeart/2005/8/layout/hierarchy2"/>
    <dgm:cxn modelId="{BAA530D7-B0E8-4EF1-BBE3-87FA8E20FBDF}" type="presParOf" srcId="{C2327BF4-A2E5-4E4F-9ECE-C7409FC3AB5B}" destId="{8887CF4B-4986-44FC-B92E-41F9101B19FC}" srcOrd="1" destOrd="0" presId="urn:microsoft.com/office/officeart/2005/8/layout/hierarchy2"/>
    <dgm:cxn modelId="{697F342C-34CE-4277-8C78-F33BDAB52DEB}" type="presParOf" srcId="{8887CF4B-4986-44FC-B92E-41F9101B19FC}" destId="{B3B5E20D-390C-4DC4-96C7-08DECD5648FC}" srcOrd="0" destOrd="0" presId="urn:microsoft.com/office/officeart/2005/8/layout/hierarchy2"/>
    <dgm:cxn modelId="{1644F5D3-69BF-406A-92E9-24352011884E}" type="presParOf" srcId="{8887CF4B-4986-44FC-B92E-41F9101B19FC}" destId="{A4464EB4-A631-496B-AEF2-231F70B3010A}" srcOrd="1" destOrd="0" presId="urn:microsoft.com/office/officeart/2005/8/layout/hierarchy2"/>
    <dgm:cxn modelId="{044BB651-0565-4831-9C3B-2316E16CCCA3}" type="presParOf" srcId="{C2327BF4-A2E5-4E4F-9ECE-C7409FC3AB5B}" destId="{E1103760-99D1-4921-833D-AE715A532507}" srcOrd="2" destOrd="0" presId="urn:microsoft.com/office/officeart/2005/8/layout/hierarchy2"/>
    <dgm:cxn modelId="{69A51058-33EA-41A7-882E-FD3BF1D54EEF}" type="presParOf" srcId="{E1103760-99D1-4921-833D-AE715A532507}" destId="{74940359-C57B-4E65-9BAC-934C51501537}" srcOrd="0" destOrd="0" presId="urn:microsoft.com/office/officeart/2005/8/layout/hierarchy2"/>
    <dgm:cxn modelId="{5F828AA1-C852-4451-8E09-A323CF86589F}" type="presParOf" srcId="{C2327BF4-A2E5-4E4F-9ECE-C7409FC3AB5B}" destId="{C1DB8929-5512-446A-810D-DB8861996893}" srcOrd="3" destOrd="0" presId="urn:microsoft.com/office/officeart/2005/8/layout/hierarchy2"/>
    <dgm:cxn modelId="{71B9465F-DD98-43E8-AEAE-5E0A9423A024}" type="presParOf" srcId="{C1DB8929-5512-446A-810D-DB8861996893}" destId="{5E8AC511-A931-4165-934E-A781BFA0E093}" srcOrd="0" destOrd="0" presId="urn:microsoft.com/office/officeart/2005/8/layout/hierarchy2"/>
    <dgm:cxn modelId="{95D5043A-C409-4268-8BB8-46F71B5FCB61}" type="presParOf" srcId="{C1DB8929-5512-446A-810D-DB8861996893}" destId="{34FDDDE5-1F21-4DF9-9FE0-2D89B48F5CE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705275C-ED87-4F8E-A01A-E9BB0414F9B4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0414D928-171E-455F-841E-2C57C40E29E4}">
      <dgm:prSet phldrT="[Текст]" custT="1"/>
      <dgm:spPr/>
      <dgm:t>
        <a:bodyPr/>
        <a:lstStyle/>
        <a:p>
          <a:r>
            <a:rPr lang="ru-RU" sz="2000" dirty="0" smtClean="0"/>
            <a:t>требования к системе в целом</a:t>
          </a:r>
          <a:endParaRPr lang="ru-RU" sz="2000" dirty="0"/>
        </a:p>
      </dgm:t>
    </dgm:pt>
    <dgm:pt modelId="{2F36DF6E-066B-44C1-AD3C-ED428D1EA24C}" type="parTrans" cxnId="{B588154F-9F6B-470C-89CD-4A3D42FD7E49}">
      <dgm:prSet/>
      <dgm:spPr/>
      <dgm:t>
        <a:bodyPr/>
        <a:lstStyle/>
        <a:p>
          <a:endParaRPr lang="ru-RU"/>
        </a:p>
      </dgm:t>
    </dgm:pt>
    <dgm:pt modelId="{1A5E4EF2-4BB3-4864-9AB1-3E9ADC5C3813}" type="sibTrans" cxnId="{B588154F-9F6B-470C-89CD-4A3D42FD7E49}">
      <dgm:prSet/>
      <dgm:spPr/>
      <dgm:t>
        <a:bodyPr/>
        <a:lstStyle/>
        <a:p>
          <a:endParaRPr lang="ru-RU"/>
        </a:p>
      </dgm:t>
    </dgm:pt>
    <dgm:pt modelId="{A8F0285F-E839-447B-9FBA-99C7E0441280}">
      <dgm:prSet phldrT="[Текст]" custT="1"/>
      <dgm:spPr/>
      <dgm:t>
        <a:bodyPr/>
        <a:lstStyle/>
        <a:p>
          <a:r>
            <a:rPr lang="ru-RU" sz="2000" dirty="0" smtClean="0"/>
            <a:t>требования к функциям (задачам), выполняемым системой</a:t>
          </a:r>
          <a:endParaRPr lang="ru-RU" sz="2000" dirty="0"/>
        </a:p>
      </dgm:t>
    </dgm:pt>
    <dgm:pt modelId="{4038CB63-1D91-4FCB-AE69-A75FBBE547B0}" type="parTrans" cxnId="{1E507ED8-5246-4DFC-94D4-A4F2977EF101}">
      <dgm:prSet/>
      <dgm:spPr/>
      <dgm:t>
        <a:bodyPr/>
        <a:lstStyle/>
        <a:p>
          <a:endParaRPr lang="ru-RU"/>
        </a:p>
      </dgm:t>
    </dgm:pt>
    <dgm:pt modelId="{15A3231A-3081-4B8F-B851-DCBF65548781}" type="sibTrans" cxnId="{1E507ED8-5246-4DFC-94D4-A4F2977EF101}">
      <dgm:prSet/>
      <dgm:spPr/>
      <dgm:t>
        <a:bodyPr/>
        <a:lstStyle/>
        <a:p>
          <a:endParaRPr lang="ru-RU"/>
        </a:p>
      </dgm:t>
    </dgm:pt>
    <dgm:pt modelId="{E86B6EDC-376B-4A2C-AA90-9F4536BDFBC4}">
      <dgm:prSet phldrT="[Текст]" custT="1"/>
      <dgm:spPr/>
      <dgm:t>
        <a:bodyPr/>
        <a:lstStyle/>
        <a:p>
          <a:r>
            <a:rPr lang="ru-RU" sz="2000" dirty="0" smtClean="0"/>
            <a:t>требования к видам обеспечения</a:t>
          </a:r>
          <a:endParaRPr lang="ru-RU" sz="2000" dirty="0"/>
        </a:p>
      </dgm:t>
    </dgm:pt>
    <dgm:pt modelId="{D68A29B4-F893-4F2C-A689-44D101E23408}" type="parTrans" cxnId="{E912BA02-751E-4420-8D89-5BC8E91CFBD9}">
      <dgm:prSet/>
      <dgm:spPr/>
      <dgm:t>
        <a:bodyPr/>
        <a:lstStyle/>
        <a:p>
          <a:endParaRPr lang="ru-RU"/>
        </a:p>
      </dgm:t>
    </dgm:pt>
    <dgm:pt modelId="{E5328761-0015-4EC6-B3C2-A43ABCD74962}" type="sibTrans" cxnId="{E912BA02-751E-4420-8D89-5BC8E91CFBD9}">
      <dgm:prSet/>
      <dgm:spPr/>
      <dgm:t>
        <a:bodyPr/>
        <a:lstStyle/>
        <a:p>
          <a:endParaRPr lang="ru-RU"/>
        </a:p>
      </dgm:t>
    </dgm:pt>
    <dgm:pt modelId="{482FB0BD-26E1-43D9-A519-95C363CB5EFD}" type="pres">
      <dgm:prSet presAssocID="{F705275C-ED87-4F8E-A01A-E9BB0414F9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C3ED317-7F77-475F-AC76-4CE9FEFFE89F}" type="pres">
      <dgm:prSet presAssocID="{0414D928-171E-455F-841E-2C57C40E29E4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75F53F-8FEF-465B-9966-E5ED3BA3AFB1}" type="pres">
      <dgm:prSet presAssocID="{1A5E4EF2-4BB3-4864-9AB1-3E9ADC5C3813}" presName="sibTrans" presStyleCnt="0"/>
      <dgm:spPr/>
    </dgm:pt>
    <dgm:pt modelId="{619C03A8-0E33-411F-986A-14E9155A959A}" type="pres">
      <dgm:prSet presAssocID="{A8F0285F-E839-447B-9FBA-99C7E044128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B2ACF3-86E8-4411-8DDA-3D1E1BC62C0B}" type="pres">
      <dgm:prSet presAssocID="{15A3231A-3081-4B8F-B851-DCBF65548781}" presName="sibTrans" presStyleCnt="0"/>
      <dgm:spPr/>
    </dgm:pt>
    <dgm:pt modelId="{5176067A-FAF0-4FA9-A92C-14EFD8B39DAD}" type="pres">
      <dgm:prSet presAssocID="{E86B6EDC-376B-4A2C-AA90-9F4536BDFBC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228FB23-4F2D-4ABC-8D3C-D245AF595AA2}" type="presOf" srcId="{0414D928-171E-455F-841E-2C57C40E29E4}" destId="{EC3ED317-7F77-475F-AC76-4CE9FEFFE89F}" srcOrd="0" destOrd="0" presId="urn:microsoft.com/office/officeart/2005/8/layout/default"/>
    <dgm:cxn modelId="{B588154F-9F6B-470C-89CD-4A3D42FD7E49}" srcId="{F705275C-ED87-4F8E-A01A-E9BB0414F9B4}" destId="{0414D928-171E-455F-841E-2C57C40E29E4}" srcOrd="0" destOrd="0" parTransId="{2F36DF6E-066B-44C1-AD3C-ED428D1EA24C}" sibTransId="{1A5E4EF2-4BB3-4864-9AB1-3E9ADC5C3813}"/>
    <dgm:cxn modelId="{E912BA02-751E-4420-8D89-5BC8E91CFBD9}" srcId="{F705275C-ED87-4F8E-A01A-E9BB0414F9B4}" destId="{E86B6EDC-376B-4A2C-AA90-9F4536BDFBC4}" srcOrd="2" destOrd="0" parTransId="{D68A29B4-F893-4F2C-A689-44D101E23408}" sibTransId="{E5328761-0015-4EC6-B3C2-A43ABCD74962}"/>
    <dgm:cxn modelId="{8ADB3977-CC24-4F1E-B585-75800FC76E14}" type="presOf" srcId="{E86B6EDC-376B-4A2C-AA90-9F4536BDFBC4}" destId="{5176067A-FAF0-4FA9-A92C-14EFD8B39DAD}" srcOrd="0" destOrd="0" presId="urn:microsoft.com/office/officeart/2005/8/layout/default"/>
    <dgm:cxn modelId="{1E507ED8-5246-4DFC-94D4-A4F2977EF101}" srcId="{F705275C-ED87-4F8E-A01A-E9BB0414F9B4}" destId="{A8F0285F-E839-447B-9FBA-99C7E0441280}" srcOrd="1" destOrd="0" parTransId="{4038CB63-1D91-4FCB-AE69-A75FBBE547B0}" sibTransId="{15A3231A-3081-4B8F-B851-DCBF65548781}"/>
    <dgm:cxn modelId="{BF97E9C1-7B6D-4618-955A-CA033C33DCFA}" type="presOf" srcId="{F705275C-ED87-4F8E-A01A-E9BB0414F9B4}" destId="{482FB0BD-26E1-43D9-A519-95C363CB5EFD}" srcOrd="0" destOrd="0" presId="urn:microsoft.com/office/officeart/2005/8/layout/default"/>
    <dgm:cxn modelId="{60EA1E8E-B46A-4AAF-A1CC-734E3ACE3502}" type="presOf" srcId="{A8F0285F-E839-447B-9FBA-99C7E0441280}" destId="{619C03A8-0E33-411F-986A-14E9155A959A}" srcOrd="0" destOrd="0" presId="urn:microsoft.com/office/officeart/2005/8/layout/default"/>
    <dgm:cxn modelId="{090845DA-5CF9-4767-B502-AD43C3BC1A5E}" type="presParOf" srcId="{482FB0BD-26E1-43D9-A519-95C363CB5EFD}" destId="{EC3ED317-7F77-475F-AC76-4CE9FEFFE89F}" srcOrd="0" destOrd="0" presId="urn:microsoft.com/office/officeart/2005/8/layout/default"/>
    <dgm:cxn modelId="{CDF00F2B-65BB-4AC5-96DC-C9DC9975BBB0}" type="presParOf" srcId="{482FB0BD-26E1-43D9-A519-95C363CB5EFD}" destId="{CD75F53F-8FEF-465B-9966-E5ED3BA3AFB1}" srcOrd="1" destOrd="0" presId="urn:microsoft.com/office/officeart/2005/8/layout/default"/>
    <dgm:cxn modelId="{97EB2C94-D15B-489F-AA60-6326AED6E050}" type="presParOf" srcId="{482FB0BD-26E1-43D9-A519-95C363CB5EFD}" destId="{619C03A8-0E33-411F-986A-14E9155A959A}" srcOrd="2" destOrd="0" presId="urn:microsoft.com/office/officeart/2005/8/layout/default"/>
    <dgm:cxn modelId="{E881641A-4CE6-4329-88F0-95D8E50EA318}" type="presParOf" srcId="{482FB0BD-26E1-43D9-A519-95C363CB5EFD}" destId="{B6B2ACF3-86E8-4411-8DDA-3D1E1BC62C0B}" srcOrd="3" destOrd="0" presId="urn:microsoft.com/office/officeart/2005/8/layout/default"/>
    <dgm:cxn modelId="{7ADAB864-BFB5-4302-8953-CCD1810FAA71}" type="presParOf" srcId="{482FB0BD-26E1-43D9-A519-95C363CB5EFD}" destId="{5176067A-FAF0-4FA9-A92C-14EFD8B39DA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9E26B6B-0F58-4570-BEC7-534904D97AF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13C4E18-5987-4A3D-A9CD-C96AF77304BC}">
      <dgm:prSet phldrT="[Текст]" custT="1"/>
      <dgm:spPr/>
      <dgm:t>
        <a:bodyPr/>
        <a:lstStyle/>
        <a:p>
          <a:r>
            <a:rPr lang="ru-RU" sz="2400" dirty="0" smtClean="0"/>
            <a:t>Требования ГОСТ к функциям (задачам)</a:t>
          </a:r>
          <a:endParaRPr lang="ru-RU" sz="2400" dirty="0"/>
        </a:p>
      </dgm:t>
    </dgm:pt>
    <dgm:pt modelId="{B2F27321-38B2-41AB-8662-B050D83D9E03}" type="parTrans" cxnId="{661E0EC1-B8E7-46E1-BCFE-134B6FBDBB4A}">
      <dgm:prSet/>
      <dgm:spPr/>
      <dgm:t>
        <a:bodyPr/>
        <a:lstStyle/>
        <a:p>
          <a:endParaRPr lang="ru-RU"/>
        </a:p>
      </dgm:t>
    </dgm:pt>
    <dgm:pt modelId="{33A24E52-33A9-47A7-8383-CF58137FCB82}" type="sibTrans" cxnId="{661E0EC1-B8E7-46E1-BCFE-134B6FBDBB4A}">
      <dgm:prSet/>
      <dgm:spPr/>
      <dgm:t>
        <a:bodyPr/>
        <a:lstStyle/>
        <a:p>
          <a:endParaRPr lang="ru-RU"/>
        </a:p>
      </dgm:t>
    </dgm:pt>
    <dgm:pt modelId="{B4B724A1-60D2-41DA-BBFE-F1F8E375D711}">
      <dgm:prSet phldrT="[Текст]" custT="1"/>
      <dgm:spPr/>
      <dgm:t>
        <a:bodyPr/>
        <a:lstStyle/>
        <a:p>
          <a:r>
            <a:rPr lang="ru-RU" sz="1200" dirty="0" smtClean="0"/>
            <a:t>перечень функциональных требований в привязке к подсистемам и очередям автоматизации</a:t>
          </a:r>
          <a:endParaRPr lang="ru-RU" sz="1200" dirty="0"/>
        </a:p>
      </dgm:t>
    </dgm:pt>
    <dgm:pt modelId="{DC70B4A4-AAE0-45FE-9397-FAFA442D4188}" type="parTrans" cxnId="{2EC81A25-68C6-4D27-9B19-CCCE7A51F80B}">
      <dgm:prSet/>
      <dgm:spPr/>
      <dgm:t>
        <a:bodyPr/>
        <a:lstStyle/>
        <a:p>
          <a:endParaRPr lang="ru-RU"/>
        </a:p>
      </dgm:t>
    </dgm:pt>
    <dgm:pt modelId="{7B9FA7B0-2BFA-4C60-B712-CBC7252AD05D}" type="sibTrans" cxnId="{2EC81A25-68C6-4D27-9B19-CCCE7A51F80B}">
      <dgm:prSet/>
      <dgm:spPr/>
      <dgm:t>
        <a:bodyPr/>
        <a:lstStyle/>
        <a:p>
          <a:endParaRPr lang="ru-RU"/>
        </a:p>
      </dgm:t>
    </dgm:pt>
    <dgm:pt modelId="{EAC03182-61FA-4822-8B81-5ECE8A4FC5F3}">
      <dgm:prSet phldrT="[Текст]" custT="1"/>
      <dgm:spPr/>
      <dgm:t>
        <a:bodyPr/>
        <a:lstStyle/>
        <a:p>
          <a:r>
            <a:rPr lang="ru-RU" sz="1200" dirty="0" smtClean="0"/>
            <a:t>временной регламент реализации функциональных требований</a:t>
          </a:r>
          <a:endParaRPr lang="ru-RU" sz="1200" dirty="0"/>
        </a:p>
      </dgm:t>
    </dgm:pt>
    <dgm:pt modelId="{EF68BA6B-9AED-45C0-941C-1FB14A107BCF}" type="parTrans" cxnId="{FB148133-3D02-4BDD-9797-D28479820702}">
      <dgm:prSet/>
      <dgm:spPr/>
      <dgm:t>
        <a:bodyPr/>
        <a:lstStyle/>
        <a:p>
          <a:endParaRPr lang="ru-RU"/>
        </a:p>
      </dgm:t>
    </dgm:pt>
    <dgm:pt modelId="{563E755D-1FF4-4547-AB43-651C70CFB832}" type="sibTrans" cxnId="{FB148133-3D02-4BDD-9797-D28479820702}">
      <dgm:prSet/>
      <dgm:spPr/>
      <dgm:t>
        <a:bodyPr/>
        <a:lstStyle/>
        <a:p>
          <a:endParaRPr lang="ru-RU"/>
        </a:p>
      </dgm:t>
    </dgm:pt>
    <dgm:pt modelId="{9EE7458C-BDBE-4DC0-A207-37C00A33F069}">
      <dgm:prSet custT="1"/>
      <dgm:spPr/>
      <dgm:t>
        <a:bodyPr/>
        <a:lstStyle/>
        <a:p>
          <a:r>
            <a:rPr lang="ru-RU" sz="1200" smtClean="0"/>
            <a:t>требования </a:t>
          </a:r>
          <a:r>
            <a:rPr lang="ru-RU" sz="1200" dirty="0" smtClean="0"/>
            <a:t>к качеству реализации каждого из функциональных требований</a:t>
          </a:r>
          <a:endParaRPr lang="ru-RU" sz="1200" dirty="0"/>
        </a:p>
      </dgm:t>
    </dgm:pt>
    <dgm:pt modelId="{B8E4E6C5-03B6-4B72-B35E-09A63DF62C6D}" type="parTrans" cxnId="{87CCA189-7CB9-4DFC-862A-2A9F5472AD6D}">
      <dgm:prSet/>
      <dgm:spPr/>
      <dgm:t>
        <a:bodyPr/>
        <a:lstStyle/>
        <a:p>
          <a:endParaRPr lang="ru-RU"/>
        </a:p>
      </dgm:t>
    </dgm:pt>
    <dgm:pt modelId="{9A818219-E8AB-4EB7-BBE5-6D5D03A7E929}" type="sibTrans" cxnId="{87CCA189-7CB9-4DFC-862A-2A9F5472AD6D}">
      <dgm:prSet/>
      <dgm:spPr/>
      <dgm:t>
        <a:bodyPr/>
        <a:lstStyle/>
        <a:p>
          <a:endParaRPr lang="ru-RU"/>
        </a:p>
      </dgm:t>
    </dgm:pt>
    <dgm:pt modelId="{8A5C4177-5236-48F7-BA36-AE54207837DB}">
      <dgm:prSet custT="1"/>
      <dgm:spPr/>
      <dgm:t>
        <a:bodyPr/>
        <a:lstStyle/>
        <a:p>
          <a:r>
            <a:rPr lang="ru-RU" sz="1200" smtClean="0"/>
            <a:t>перечень и критерии отказов для каждого функционального требования, по которому были заданы требования по надежности</a:t>
          </a:r>
          <a:endParaRPr lang="ru-RU" sz="1200"/>
        </a:p>
      </dgm:t>
    </dgm:pt>
    <dgm:pt modelId="{44354764-FD2E-44A0-8081-189915F35D62}" type="parTrans" cxnId="{5725D396-D3D5-427E-83D0-6A2747EAA95E}">
      <dgm:prSet/>
      <dgm:spPr/>
      <dgm:t>
        <a:bodyPr/>
        <a:lstStyle/>
        <a:p>
          <a:endParaRPr lang="ru-RU"/>
        </a:p>
      </dgm:t>
    </dgm:pt>
    <dgm:pt modelId="{F168AB41-207C-47B7-B6A2-21E7D04B4ABE}" type="sibTrans" cxnId="{5725D396-D3D5-427E-83D0-6A2747EAA95E}">
      <dgm:prSet/>
      <dgm:spPr/>
      <dgm:t>
        <a:bodyPr/>
        <a:lstStyle/>
        <a:p>
          <a:endParaRPr lang="ru-RU"/>
        </a:p>
      </dgm:t>
    </dgm:pt>
    <dgm:pt modelId="{2CC13E83-81B2-4D31-81F3-CFE47F369227}" type="pres">
      <dgm:prSet presAssocID="{79E26B6B-0F58-4570-BEC7-534904D97A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0BD3B72C-C184-4742-BCFC-39AD59B79AE4}" type="pres">
      <dgm:prSet presAssocID="{F13C4E18-5987-4A3D-A9CD-C96AF77304BC}" presName="hierRoot1" presStyleCnt="0"/>
      <dgm:spPr/>
    </dgm:pt>
    <dgm:pt modelId="{55FFDC28-4666-49DE-8B85-6BD1ABD0BE05}" type="pres">
      <dgm:prSet presAssocID="{F13C4E18-5987-4A3D-A9CD-C96AF77304BC}" presName="composite" presStyleCnt="0"/>
      <dgm:spPr/>
    </dgm:pt>
    <dgm:pt modelId="{A11CC95C-84CD-4DF8-9A9F-CC7A27131149}" type="pres">
      <dgm:prSet presAssocID="{F13C4E18-5987-4A3D-A9CD-C96AF77304BC}" presName="background" presStyleLbl="node0" presStyleIdx="0" presStyleCnt="1"/>
      <dgm:spPr/>
    </dgm:pt>
    <dgm:pt modelId="{D1232A9C-6223-486E-A340-3ADC3BED9CE9}" type="pres">
      <dgm:prSet presAssocID="{F13C4E18-5987-4A3D-A9CD-C96AF77304BC}" presName="text" presStyleLbl="fgAcc0" presStyleIdx="0" presStyleCnt="1" custScaleX="182653" custScaleY="16832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9C98B79-1DBE-4CDC-BE5F-704FEC6E70E6}" type="pres">
      <dgm:prSet presAssocID="{F13C4E18-5987-4A3D-A9CD-C96AF77304BC}" presName="hierChild2" presStyleCnt="0"/>
      <dgm:spPr/>
    </dgm:pt>
    <dgm:pt modelId="{A64FDD7C-614C-4AB6-BA32-4F9C9ECE3731}" type="pres">
      <dgm:prSet presAssocID="{DC70B4A4-AAE0-45FE-9397-FAFA442D4188}" presName="Name10" presStyleLbl="parChTrans1D2" presStyleIdx="0" presStyleCnt="4"/>
      <dgm:spPr/>
      <dgm:t>
        <a:bodyPr/>
        <a:lstStyle/>
        <a:p>
          <a:endParaRPr lang="ru-RU"/>
        </a:p>
      </dgm:t>
    </dgm:pt>
    <dgm:pt modelId="{E5C31DD4-37F3-4FD3-B9BA-16C9CCE3FF64}" type="pres">
      <dgm:prSet presAssocID="{B4B724A1-60D2-41DA-BBFE-F1F8E375D711}" presName="hierRoot2" presStyleCnt="0"/>
      <dgm:spPr/>
    </dgm:pt>
    <dgm:pt modelId="{D2BABB6F-A535-4AD6-9FA2-D579E2FC2362}" type="pres">
      <dgm:prSet presAssocID="{B4B724A1-60D2-41DA-BBFE-F1F8E375D711}" presName="composite2" presStyleCnt="0"/>
      <dgm:spPr/>
    </dgm:pt>
    <dgm:pt modelId="{2B34F8D3-B4BD-4C81-847E-F17D85131F52}" type="pres">
      <dgm:prSet presAssocID="{B4B724A1-60D2-41DA-BBFE-F1F8E375D711}" presName="background2" presStyleLbl="node2" presStyleIdx="0" presStyleCnt="4"/>
      <dgm:spPr/>
    </dgm:pt>
    <dgm:pt modelId="{BA085ACB-19C3-4661-97B6-4607E3AE0FFE}" type="pres">
      <dgm:prSet presAssocID="{B4B724A1-60D2-41DA-BBFE-F1F8E375D711}" presName="text2" presStyleLbl="fgAcc2" presStyleIdx="0" presStyleCnt="4" custScaleY="1295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650D956-BBB9-403C-87D1-8EE03A54BCDD}" type="pres">
      <dgm:prSet presAssocID="{B4B724A1-60D2-41DA-BBFE-F1F8E375D711}" presName="hierChild3" presStyleCnt="0"/>
      <dgm:spPr/>
    </dgm:pt>
    <dgm:pt modelId="{FF99C4C6-E39C-46BC-993B-8250ACF9CD03}" type="pres">
      <dgm:prSet presAssocID="{EF68BA6B-9AED-45C0-941C-1FB14A107BCF}" presName="Name10" presStyleLbl="parChTrans1D2" presStyleIdx="1" presStyleCnt="4"/>
      <dgm:spPr/>
      <dgm:t>
        <a:bodyPr/>
        <a:lstStyle/>
        <a:p>
          <a:endParaRPr lang="ru-RU"/>
        </a:p>
      </dgm:t>
    </dgm:pt>
    <dgm:pt modelId="{2D38B527-5000-4677-8655-0A3015B16B9E}" type="pres">
      <dgm:prSet presAssocID="{EAC03182-61FA-4822-8B81-5ECE8A4FC5F3}" presName="hierRoot2" presStyleCnt="0"/>
      <dgm:spPr/>
    </dgm:pt>
    <dgm:pt modelId="{2BC19E3F-BAB7-402E-9B0B-AEB69E273220}" type="pres">
      <dgm:prSet presAssocID="{EAC03182-61FA-4822-8B81-5ECE8A4FC5F3}" presName="composite2" presStyleCnt="0"/>
      <dgm:spPr/>
    </dgm:pt>
    <dgm:pt modelId="{FB523A80-5D33-4B45-B0FF-9F6F26EDCFA5}" type="pres">
      <dgm:prSet presAssocID="{EAC03182-61FA-4822-8B81-5ECE8A4FC5F3}" presName="background2" presStyleLbl="node2" presStyleIdx="1" presStyleCnt="4"/>
      <dgm:spPr/>
      <dgm:t>
        <a:bodyPr/>
        <a:lstStyle/>
        <a:p>
          <a:endParaRPr lang="ru-RU"/>
        </a:p>
      </dgm:t>
    </dgm:pt>
    <dgm:pt modelId="{21AEF400-E63F-4241-931C-2F5F59E2B230}" type="pres">
      <dgm:prSet presAssocID="{EAC03182-61FA-4822-8B81-5ECE8A4FC5F3}" presName="text2" presStyleLbl="fgAcc2" presStyleIdx="1" presStyleCnt="4" custScaleY="1295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D8E0D88-38DB-4587-935D-24F1D483AD5F}" type="pres">
      <dgm:prSet presAssocID="{EAC03182-61FA-4822-8B81-5ECE8A4FC5F3}" presName="hierChild3" presStyleCnt="0"/>
      <dgm:spPr/>
    </dgm:pt>
    <dgm:pt modelId="{258C59A6-42AC-474C-B713-486F34D2708D}" type="pres">
      <dgm:prSet presAssocID="{B8E4E6C5-03B6-4B72-B35E-09A63DF62C6D}" presName="Name10" presStyleLbl="parChTrans1D2" presStyleIdx="2" presStyleCnt="4"/>
      <dgm:spPr/>
      <dgm:t>
        <a:bodyPr/>
        <a:lstStyle/>
        <a:p>
          <a:endParaRPr lang="ru-RU"/>
        </a:p>
      </dgm:t>
    </dgm:pt>
    <dgm:pt modelId="{081AEF1C-FE55-4897-A546-A66753D801CE}" type="pres">
      <dgm:prSet presAssocID="{9EE7458C-BDBE-4DC0-A207-37C00A33F069}" presName="hierRoot2" presStyleCnt="0"/>
      <dgm:spPr/>
    </dgm:pt>
    <dgm:pt modelId="{6D259C26-EE8D-4355-858E-91A501910F91}" type="pres">
      <dgm:prSet presAssocID="{9EE7458C-BDBE-4DC0-A207-37C00A33F069}" presName="composite2" presStyleCnt="0"/>
      <dgm:spPr/>
    </dgm:pt>
    <dgm:pt modelId="{C382B411-73E5-48C6-BC4E-3121C5BFDA45}" type="pres">
      <dgm:prSet presAssocID="{9EE7458C-BDBE-4DC0-A207-37C00A33F069}" presName="background2" presStyleLbl="node2" presStyleIdx="2" presStyleCnt="4"/>
      <dgm:spPr/>
    </dgm:pt>
    <dgm:pt modelId="{FFEBD7FE-E3C4-4B87-9BE3-39D6AC99DACE}" type="pres">
      <dgm:prSet presAssocID="{9EE7458C-BDBE-4DC0-A207-37C00A33F069}" presName="text2" presStyleLbl="fgAcc2" presStyleIdx="2" presStyleCnt="4" custScaleY="1295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E0AD8C0-7B26-4513-B155-77620C53E9AE}" type="pres">
      <dgm:prSet presAssocID="{9EE7458C-BDBE-4DC0-A207-37C00A33F069}" presName="hierChild3" presStyleCnt="0"/>
      <dgm:spPr/>
    </dgm:pt>
    <dgm:pt modelId="{A11928B9-CDE4-4018-A481-B2A9DEF625B9}" type="pres">
      <dgm:prSet presAssocID="{44354764-FD2E-44A0-8081-189915F35D62}" presName="Name10" presStyleLbl="parChTrans1D2" presStyleIdx="3" presStyleCnt="4"/>
      <dgm:spPr/>
      <dgm:t>
        <a:bodyPr/>
        <a:lstStyle/>
        <a:p>
          <a:endParaRPr lang="ru-RU"/>
        </a:p>
      </dgm:t>
    </dgm:pt>
    <dgm:pt modelId="{DAF57D3D-9581-45EE-BC51-BB6588A8314A}" type="pres">
      <dgm:prSet presAssocID="{8A5C4177-5236-48F7-BA36-AE54207837DB}" presName="hierRoot2" presStyleCnt="0"/>
      <dgm:spPr/>
    </dgm:pt>
    <dgm:pt modelId="{15AFC291-FE98-4A5D-AB23-BB5ABB57655B}" type="pres">
      <dgm:prSet presAssocID="{8A5C4177-5236-48F7-BA36-AE54207837DB}" presName="composite2" presStyleCnt="0"/>
      <dgm:spPr/>
    </dgm:pt>
    <dgm:pt modelId="{70EBC83D-273D-46DE-91AB-E26A91600D47}" type="pres">
      <dgm:prSet presAssocID="{8A5C4177-5236-48F7-BA36-AE54207837DB}" presName="background2" presStyleLbl="node2" presStyleIdx="3" presStyleCnt="4"/>
      <dgm:spPr/>
    </dgm:pt>
    <dgm:pt modelId="{6027CC62-F79F-41F6-8E88-932DBCD5EB50}" type="pres">
      <dgm:prSet presAssocID="{8A5C4177-5236-48F7-BA36-AE54207837DB}" presName="text2" presStyleLbl="fgAcc2" presStyleIdx="3" presStyleCnt="4" custScaleY="1295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18DB97B-E0DD-4A3C-A343-4D3A5566641E}" type="pres">
      <dgm:prSet presAssocID="{8A5C4177-5236-48F7-BA36-AE54207837DB}" presName="hierChild3" presStyleCnt="0"/>
      <dgm:spPr/>
    </dgm:pt>
  </dgm:ptLst>
  <dgm:cxnLst>
    <dgm:cxn modelId="{199E7055-A11D-4436-89DE-96014DCAC802}" type="presOf" srcId="{79E26B6B-0F58-4570-BEC7-534904D97AFF}" destId="{2CC13E83-81B2-4D31-81F3-CFE47F369227}" srcOrd="0" destOrd="0" presId="urn:microsoft.com/office/officeart/2005/8/layout/hierarchy1"/>
    <dgm:cxn modelId="{01EF36FD-69C3-4FA7-A64E-36B4653C1995}" type="presOf" srcId="{9EE7458C-BDBE-4DC0-A207-37C00A33F069}" destId="{FFEBD7FE-E3C4-4B87-9BE3-39D6AC99DACE}" srcOrd="0" destOrd="0" presId="urn:microsoft.com/office/officeart/2005/8/layout/hierarchy1"/>
    <dgm:cxn modelId="{6AC71E4A-6A8D-4E23-9D1D-576FAFB1B4D9}" type="presOf" srcId="{DC70B4A4-AAE0-45FE-9397-FAFA442D4188}" destId="{A64FDD7C-614C-4AB6-BA32-4F9C9ECE3731}" srcOrd="0" destOrd="0" presId="urn:microsoft.com/office/officeart/2005/8/layout/hierarchy1"/>
    <dgm:cxn modelId="{295C9DC9-3D25-4B2A-99D8-ACD18D3DDAF5}" type="presOf" srcId="{8A5C4177-5236-48F7-BA36-AE54207837DB}" destId="{6027CC62-F79F-41F6-8E88-932DBCD5EB50}" srcOrd="0" destOrd="0" presId="urn:microsoft.com/office/officeart/2005/8/layout/hierarchy1"/>
    <dgm:cxn modelId="{2EC81A25-68C6-4D27-9B19-CCCE7A51F80B}" srcId="{F13C4E18-5987-4A3D-A9CD-C96AF77304BC}" destId="{B4B724A1-60D2-41DA-BBFE-F1F8E375D711}" srcOrd="0" destOrd="0" parTransId="{DC70B4A4-AAE0-45FE-9397-FAFA442D4188}" sibTransId="{7B9FA7B0-2BFA-4C60-B712-CBC7252AD05D}"/>
    <dgm:cxn modelId="{FC578673-8DC5-43F5-9476-E3235FAB983C}" type="presOf" srcId="{B8E4E6C5-03B6-4B72-B35E-09A63DF62C6D}" destId="{258C59A6-42AC-474C-B713-486F34D2708D}" srcOrd="0" destOrd="0" presId="urn:microsoft.com/office/officeart/2005/8/layout/hierarchy1"/>
    <dgm:cxn modelId="{87CCA189-7CB9-4DFC-862A-2A9F5472AD6D}" srcId="{F13C4E18-5987-4A3D-A9CD-C96AF77304BC}" destId="{9EE7458C-BDBE-4DC0-A207-37C00A33F069}" srcOrd="2" destOrd="0" parTransId="{B8E4E6C5-03B6-4B72-B35E-09A63DF62C6D}" sibTransId="{9A818219-E8AB-4EB7-BBE5-6D5D03A7E929}"/>
    <dgm:cxn modelId="{3DF4DC91-585F-42F6-A45B-A1EAFE53C046}" type="presOf" srcId="{F13C4E18-5987-4A3D-A9CD-C96AF77304BC}" destId="{D1232A9C-6223-486E-A340-3ADC3BED9CE9}" srcOrd="0" destOrd="0" presId="urn:microsoft.com/office/officeart/2005/8/layout/hierarchy1"/>
    <dgm:cxn modelId="{5725D396-D3D5-427E-83D0-6A2747EAA95E}" srcId="{F13C4E18-5987-4A3D-A9CD-C96AF77304BC}" destId="{8A5C4177-5236-48F7-BA36-AE54207837DB}" srcOrd="3" destOrd="0" parTransId="{44354764-FD2E-44A0-8081-189915F35D62}" sibTransId="{F168AB41-207C-47B7-B6A2-21E7D04B4ABE}"/>
    <dgm:cxn modelId="{167994CA-D2EE-4C33-B04B-917CD2B6C72B}" type="presOf" srcId="{44354764-FD2E-44A0-8081-189915F35D62}" destId="{A11928B9-CDE4-4018-A481-B2A9DEF625B9}" srcOrd="0" destOrd="0" presId="urn:microsoft.com/office/officeart/2005/8/layout/hierarchy1"/>
    <dgm:cxn modelId="{FE78AD18-6851-4BB5-97F7-9508DC1A793E}" type="presOf" srcId="{B4B724A1-60D2-41DA-BBFE-F1F8E375D711}" destId="{BA085ACB-19C3-4661-97B6-4607E3AE0FFE}" srcOrd="0" destOrd="0" presId="urn:microsoft.com/office/officeart/2005/8/layout/hierarchy1"/>
    <dgm:cxn modelId="{1289B764-DA21-45BA-9DC5-89F89AFFDB32}" type="presOf" srcId="{EAC03182-61FA-4822-8B81-5ECE8A4FC5F3}" destId="{21AEF400-E63F-4241-931C-2F5F59E2B230}" srcOrd="0" destOrd="0" presId="urn:microsoft.com/office/officeart/2005/8/layout/hierarchy1"/>
    <dgm:cxn modelId="{FB148133-3D02-4BDD-9797-D28479820702}" srcId="{F13C4E18-5987-4A3D-A9CD-C96AF77304BC}" destId="{EAC03182-61FA-4822-8B81-5ECE8A4FC5F3}" srcOrd="1" destOrd="0" parTransId="{EF68BA6B-9AED-45C0-941C-1FB14A107BCF}" sibTransId="{563E755D-1FF4-4547-AB43-651C70CFB832}"/>
    <dgm:cxn modelId="{661E0EC1-B8E7-46E1-BCFE-134B6FBDBB4A}" srcId="{79E26B6B-0F58-4570-BEC7-534904D97AFF}" destId="{F13C4E18-5987-4A3D-A9CD-C96AF77304BC}" srcOrd="0" destOrd="0" parTransId="{B2F27321-38B2-41AB-8662-B050D83D9E03}" sibTransId="{33A24E52-33A9-47A7-8383-CF58137FCB82}"/>
    <dgm:cxn modelId="{64FD4300-4F43-4882-85F6-B318BDBEB0EF}" type="presOf" srcId="{EF68BA6B-9AED-45C0-941C-1FB14A107BCF}" destId="{FF99C4C6-E39C-46BC-993B-8250ACF9CD03}" srcOrd="0" destOrd="0" presId="urn:microsoft.com/office/officeart/2005/8/layout/hierarchy1"/>
    <dgm:cxn modelId="{24BBF7D5-2E38-4549-A87A-817CC22788ED}" type="presParOf" srcId="{2CC13E83-81B2-4D31-81F3-CFE47F369227}" destId="{0BD3B72C-C184-4742-BCFC-39AD59B79AE4}" srcOrd="0" destOrd="0" presId="urn:microsoft.com/office/officeart/2005/8/layout/hierarchy1"/>
    <dgm:cxn modelId="{4F1154EA-772E-403E-995B-80782DF66783}" type="presParOf" srcId="{0BD3B72C-C184-4742-BCFC-39AD59B79AE4}" destId="{55FFDC28-4666-49DE-8B85-6BD1ABD0BE05}" srcOrd="0" destOrd="0" presId="urn:microsoft.com/office/officeart/2005/8/layout/hierarchy1"/>
    <dgm:cxn modelId="{91E55591-3709-4C6F-AE7C-FEC524201CC6}" type="presParOf" srcId="{55FFDC28-4666-49DE-8B85-6BD1ABD0BE05}" destId="{A11CC95C-84CD-4DF8-9A9F-CC7A27131149}" srcOrd="0" destOrd="0" presId="urn:microsoft.com/office/officeart/2005/8/layout/hierarchy1"/>
    <dgm:cxn modelId="{40574F80-ABA4-4EB9-BCBD-B2DCF1115356}" type="presParOf" srcId="{55FFDC28-4666-49DE-8B85-6BD1ABD0BE05}" destId="{D1232A9C-6223-486E-A340-3ADC3BED9CE9}" srcOrd="1" destOrd="0" presId="urn:microsoft.com/office/officeart/2005/8/layout/hierarchy1"/>
    <dgm:cxn modelId="{C4453978-DC06-42E4-9CF3-E78E16066032}" type="presParOf" srcId="{0BD3B72C-C184-4742-BCFC-39AD59B79AE4}" destId="{D9C98B79-1DBE-4CDC-BE5F-704FEC6E70E6}" srcOrd="1" destOrd="0" presId="urn:microsoft.com/office/officeart/2005/8/layout/hierarchy1"/>
    <dgm:cxn modelId="{B809CAC6-31EA-411F-BB37-61859635A6CA}" type="presParOf" srcId="{D9C98B79-1DBE-4CDC-BE5F-704FEC6E70E6}" destId="{A64FDD7C-614C-4AB6-BA32-4F9C9ECE3731}" srcOrd="0" destOrd="0" presId="urn:microsoft.com/office/officeart/2005/8/layout/hierarchy1"/>
    <dgm:cxn modelId="{D5491100-3505-41F8-A0D1-D46674E78D48}" type="presParOf" srcId="{D9C98B79-1DBE-4CDC-BE5F-704FEC6E70E6}" destId="{E5C31DD4-37F3-4FD3-B9BA-16C9CCE3FF64}" srcOrd="1" destOrd="0" presId="urn:microsoft.com/office/officeart/2005/8/layout/hierarchy1"/>
    <dgm:cxn modelId="{661BABB9-B409-4A00-84D0-5644CFB0E303}" type="presParOf" srcId="{E5C31DD4-37F3-4FD3-B9BA-16C9CCE3FF64}" destId="{D2BABB6F-A535-4AD6-9FA2-D579E2FC2362}" srcOrd="0" destOrd="0" presId="urn:microsoft.com/office/officeart/2005/8/layout/hierarchy1"/>
    <dgm:cxn modelId="{67853069-23A9-4E2B-8A64-66BF4CD41FC1}" type="presParOf" srcId="{D2BABB6F-A535-4AD6-9FA2-D579E2FC2362}" destId="{2B34F8D3-B4BD-4C81-847E-F17D85131F52}" srcOrd="0" destOrd="0" presId="urn:microsoft.com/office/officeart/2005/8/layout/hierarchy1"/>
    <dgm:cxn modelId="{DEB7EE33-B161-4362-A70E-2AECA9CF95DA}" type="presParOf" srcId="{D2BABB6F-A535-4AD6-9FA2-D579E2FC2362}" destId="{BA085ACB-19C3-4661-97B6-4607E3AE0FFE}" srcOrd="1" destOrd="0" presId="urn:microsoft.com/office/officeart/2005/8/layout/hierarchy1"/>
    <dgm:cxn modelId="{75FC2B92-5F3E-4AFF-8EDA-EFF6A6119F30}" type="presParOf" srcId="{E5C31DD4-37F3-4FD3-B9BA-16C9CCE3FF64}" destId="{E650D956-BBB9-403C-87D1-8EE03A54BCDD}" srcOrd="1" destOrd="0" presId="urn:microsoft.com/office/officeart/2005/8/layout/hierarchy1"/>
    <dgm:cxn modelId="{D98440D2-8BC3-42D1-AC30-E0DC1532081A}" type="presParOf" srcId="{D9C98B79-1DBE-4CDC-BE5F-704FEC6E70E6}" destId="{FF99C4C6-E39C-46BC-993B-8250ACF9CD03}" srcOrd="2" destOrd="0" presId="urn:microsoft.com/office/officeart/2005/8/layout/hierarchy1"/>
    <dgm:cxn modelId="{3EEB0AFC-CFEB-4CA1-A752-E635ED2A9CA7}" type="presParOf" srcId="{D9C98B79-1DBE-4CDC-BE5F-704FEC6E70E6}" destId="{2D38B527-5000-4677-8655-0A3015B16B9E}" srcOrd="3" destOrd="0" presId="urn:microsoft.com/office/officeart/2005/8/layout/hierarchy1"/>
    <dgm:cxn modelId="{EE13788A-D648-4C05-9CA6-43765DD0E01C}" type="presParOf" srcId="{2D38B527-5000-4677-8655-0A3015B16B9E}" destId="{2BC19E3F-BAB7-402E-9B0B-AEB69E273220}" srcOrd="0" destOrd="0" presId="urn:microsoft.com/office/officeart/2005/8/layout/hierarchy1"/>
    <dgm:cxn modelId="{CC8535E0-E9BC-42B0-8271-084FC8456418}" type="presParOf" srcId="{2BC19E3F-BAB7-402E-9B0B-AEB69E273220}" destId="{FB523A80-5D33-4B45-B0FF-9F6F26EDCFA5}" srcOrd="0" destOrd="0" presId="urn:microsoft.com/office/officeart/2005/8/layout/hierarchy1"/>
    <dgm:cxn modelId="{0C6DC324-F225-4326-9D90-CBE9EE52C344}" type="presParOf" srcId="{2BC19E3F-BAB7-402E-9B0B-AEB69E273220}" destId="{21AEF400-E63F-4241-931C-2F5F59E2B230}" srcOrd="1" destOrd="0" presId="urn:microsoft.com/office/officeart/2005/8/layout/hierarchy1"/>
    <dgm:cxn modelId="{5B336D53-3E4C-4FA2-AC2D-53F8B6BE5AF2}" type="presParOf" srcId="{2D38B527-5000-4677-8655-0A3015B16B9E}" destId="{DD8E0D88-38DB-4587-935D-24F1D483AD5F}" srcOrd="1" destOrd="0" presId="urn:microsoft.com/office/officeart/2005/8/layout/hierarchy1"/>
    <dgm:cxn modelId="{217B3FD1-1165-4352-9FED-C2667B585A15}" type="presParOf" srcId="{D9C98B79-1DBE-4CDC-BE5F-704FEC6E70E6}" destId="{258C59A6-42AC-474C-B713-486F34D2708D}" srcOrd="4" destOrd="0" presId="urn:microsoft.com/office/officeart/2005/8/layout/hierarchy1"/>
    <dgm:cxn modelId="{838FF24B-39FC-4D08-AC90-2BD5E8371713}" type="presParOf" srcId="{D9C98B79-1DBE-4CDC-BE5F-704FEC6E70E6}" destId="{081AEF1C-FE55-4897-A546-A66753D801CE}" srcOrd="5" destOrd="0" presId="urn:microsoft.com/office/officeart/2005/8/layout/hierarchy1"/>
    <dgm:cxn modelId="{B3B116F3-3A3E-48CB-90D4-D51372CDDCE4}" type="presParOf" srcId="{081AEF1C-FE55-4897-A546-A66753D801CE}" destId="{6D259C26-EE8D-4355-858E-91A501910F91}" srcOrd="0" destOrd="0" presId="urn:microsoft.com/office/officeart/2005/8/layout/hierarchy1"/>
    <dgm:cxn modelId="{D9B676C7-DF33-47E0-9F47-0317EC8E0562}" type="presParOf" srcId="{6D259C26-EE8D-4355-858E-91A501910F91}" destId="{C382B411-73E5-48C6-BC4E-3121C5BFDA45}" srcOrd="0" destOrd="0" presId="urn:microsoft.com/office/officeart/2005/8/layout/hierarchy1"/>
    <dgm:cxn modelId="{C5109F2D-6B26-47F9-83F4-EF2B1FE6A063}" type="presParOf" srcId="{6D259C26-EE8D-4355-858E-91A501910F91}" destId="{FFEBD7FE-E3C4-4B87-9BE3-39D6AC99DACE}" srcOrd="1" destOrd="0" presId="urn:microsoft.com/office/officeart/2005/8/layout/hierarchy1"/>
    <dgm:cxn modelId="{C08DC2EA-4FEB-4906-B3EF-FE558FB19851}" type="presParOf" srcId="{081AEF1C-FE55-4897-A546-A66753D801CE}" destId="{0E0AD8C0-7B26-4513-B155-77620C53E9AE}" srcOrd="1" destOrd="0" presId="urn:microsoft.com/office/officeart/2005/8/layout/hierarchy1"/>
    <dgm:cxn modelId="{BA976BAD-A729-4AE0-B29E-C6A1BC3ACDA2}" type="presParOf" srcId="{D9C98B79-1DBE-4CDC-BE5F-704FEC6E70E6}" destId="{A11928B9-CDE4-4018-A481-B2A9DEF625B9}" srcOrd="6" destOrd="0" presId="urn:microsoft.com/office/officeart/2005/8/layout/hierarchy1"/>
    <dgm:cxn modelId="{FEA5933E-D946-4194-B881-8283E1A53677}" type="presParOf" srcId="{D9C98B79-1DBE-4CDC-BE5F-704FEC6E70E6}" destId="{DAF57D3D-9581-45EE-BC51-BB6588A8314A}" srcOrd="7" destOrd="0" presId="urn:microsoft.com/office/officeart/2005/8/layout/hierarchy1"/>
    <dgm:cxn modelId="{46A447E5-DCEC-47B6-94DF-F7FCB003E37D}" type="presParOf" srcId="{DAF57D3D-9581-45EE-BC51-BB6588A8314A}" destId="{15AFC291-FE98-4A5D-AB23-BB5ABB57655B}" srcOrd="0" destOrd="0" presId="urn:microsoft.com/office/officeart/2005/8/layout/hierarchy1"/>
    <dgm:cxn modelId="{1575BD55-6B80-4649-9705-9D22BB200A02}" type="presParOf" srcId="{15AFC291-FE98-4A5D-AB23-BB5ABB57655B}" destId="{70EBC83D-273D-46DE-91AB-E26A91600D47}" srcOrd="0" destOrd="0" presId="urn:microsoft.com/office/officeart/2005/8/layout/hierarchy1"/>
    <dgm:cxn modelId="{E608F157-7A1F-4D5A-B1A6-9CE2D3CAA6DF}" type="presParOf" srcId="{15AFC291-FE98-4A5D-AB23-BB5ABB57655B}" destId="{6027CC62-F79F-41F6-8E88-932DBCD5EB50}" srcOrd="1" destOrd="0" presId="urn:microsoft.com/office/officeart/2005/8/layout/hierarchy1"/>
    <dgm:cxn modelId="{0150E026-6257-45EC-916C-B5AF3A66F2B4}" type="presParOf" srcId="{DAF57D3D-9581-45EE-BC51-BB6588A8314A}" destId="{418DB97B-E0DD-4A3C-A343-4D3A556664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DC04207-698D-4BDF-9171-C1B479F1CE52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AC442A-A38C-4674-8F73-09DDA6F33D88}">
      <dgm:prSet phldrT="[Текст]"/>
      <dgm:spPr/>
      <dgm:t>
        <a:bodyPr/>
        <a:lstStyle/>
        <a:p>
          <a:r>
            <a:rPr lang="ru-RU" dirty="0" smtClean="0"/>
            <a:t>Проектные требования</a:t>
          </a:r>
          <a:endParaRPr lang="ru-RU" dirty="0"/>
        </a:p>
      </dgm:t>
    </dgm:pt>
    <dgm:pt modelId="{9D5B58F2-BBF1-4E0C-A2F5-3D391A348AF6}" type="parTrans" cxnId="{05128884-97AC-4ECB-9237-4A3FCA7BB85C}">
      <dgm:prSet/>
      <dgm:spPr/>
      <dgm:t>
        <a:bodyPr/>
        <a:lstStyle/>
        <a:p>
          <a:endParaRPr lang="ru-RU"/>
        </a:p>
      </dgm:t>
    </dgm:pt>
    <dgm:pt modelId="{C2DCA273-4C48-487D-92B3-F1D4D27F0C13}" type="sibTrans" cxnId="{05128884-97AC-4ECB-9237-4A3FCA7BB85C}">
      <dgm:prSet/>
      <dgm:spPr/>
      <dgm:t>
        <a:bodyPr/>
        <a:lstStyle/>
        <a:p>
          <a:endParaRPr lang="ru-RU"/>
        </a:p>
      </dgm:t>
    </dgm:pt>
    <dgm:pt modelId="{7F658C3C-2BC5-4778-94B4-44AA00296868}">
      <dgm:prSet phldrT="[Текст]"/>
      <dgm:spPr/>
      <dgm:t>
        <a:bodyPr/>
        <a:lstStyle/>
        <a:p>
          <a:r>
            <a:rPr lang="ru-RU" dirty="0" smtClean="0"/>
            <a:t>бизнес-требования</a:t>
          </a:r>
          <a:endParaRPr lang="ru-RU" dirty="0"/>
        </a:p>
      </dgm:t>
    </dgm:pt>
    <dgm:pt modelId="{125FA549-803C-429F-892E-EE7F65E59E4E}" type="parTrans" cxnId="{B25DB61C-9998-4458-A4FA-FB14DCCDF13F}">
      <dgm:prSet/>
      <dgm:spPr/>
      <dgm:t>
        <a:bodyPr/>
        <a:lstStyle/>
        <a:p>
          <a:endParaRPr lang="ru-RU"/>
        </a:p>
      </dgm:t>
    </dgm:pt>
    <dgm:pt modelId="{190B879B-5D11-47F2-B396-F6D15EBFD2A1}" type="sibTrans" cxnId="{B25DB61C-9998-4458-A4FA-FB14DCCDF13F}">
      <dgm:prSet/>
      <dgm:spPr/>
      <dgm:t>
        <a:bodyPr/>
        <a:lstStyle/>
        <a:p>
          <a:endParaRPr lang="ru-RU"/>
        </a:p>
      </dgm:t>
    </dgm:pt>
    <dgm:pt modelId="{FDC4C860-A353-44F0-9143-8C896A293251}">
      <dgm:prSet phldrT="[Текст]"/>
      <dgm:spPr/>
      <dgm:t>
        <a:bodyPr/>
        <a:lstStyle/>
        <a:p>
          <a:r>
            <a:rPr lang="ru-RU" dirty="0" smtClean="0"/>
            <a:t>требования к эксплуатации</a:t>
          </a:r>
          <a:endParaRPr lang="ru-RU" dirty="0"/>
        </a:p>
      </dgm:t>
    </dgm:pt>
    <dgm:pt modelId="{834C3766-ECE9-4CBC-9762-1A9CEF9A03CA}" type="parTrans" cxnId="{B1110740-986D-4ECE-89D4-CB5161963ECE}">
      <dgm:prSet/>
      <dgm:spPr/>
      <dgm:t>
        <a:bodyPr/>
        <a:lstStyle/>
        <a:p>
          <a:endParaRPr lang="ru-RU"/>
        </a:p>
      </dgm:t>
    </dgm:pt>
    <dgm:pt modelId="{8371FF0B-95D9-40B5-82B5-3D153B0D4CF3}" type="sibTrans" cxnId="{B1110740-986D-4ECE-89D4-CB5161963ECE}">
      <dgm:prSet/>
      <dgm:spPr/>
      <dgm:t>
        <a:bodyPr/>
        <a:lstStyle/>
        <a:p>
          <a:endParaRPr lang="ru-RU"/>
        </a:p>
      </dgm:t>
    </dgm:pt>
    <dgm:pt modelId="{E369BA51-270D-48F2-A6CD-726D2DDF07FB}">
      <dgm:prSet phldrT="[Текст]"/>
      <dgm:spPr/>
      <dgm:t>
        <a:bodyPr/>
        <a:lstStyle/>
        <a:p>
          <a:r>
            <a:rPr lang="ru-RU" dirty="0" smtClean="0"/>
            <a:t>системные требования</a:t>
          </a:r>
          <a:endParaRPr lang="ru-RU" dirty="0"/>
        </a:p>
      </dgm:t>
    </dgm:pt>
    <dgm:pt modelId="{7E750A97-0D30-4C2B-9565-AD705ACADA2D}" type="parTrans" cxnId="{935C30AF-ECD7-48B3-9375-48230DD41921}">
      <dgm:prSet/>
      <dgm:spPr/>
      <dgm:t>
        <a:bodyPr/>
        <a:lstStyle/>
        <a:p>
          <a:endParaRPr lang="ru-RU"/>
        </a:p>
      </dgm:t>
    </dgm:pt>
    <dgm:pt modelId="{F8A54226-6AB6-4D1E-BDBB-FEBFDC97C06C}" type="sibTrans" cxnId="{935C30AF-ECD7-48B3-9375-48230DD41921}">
      <dgm:prSet/>
      <dgm:spPr/>
      <dgm:t>
        <a:bodyPr/>
        <a:lstStyle/>
        <a:p>
          <a:endParaRPr lang="ru-RU"/>
        </a:p>
      </dgm:t>
    </dgm:pt>
    <dgm:pt modelId="{30146079-EFD2-4B5F-8964-A76A5BB26537}">
      <dgm:prSet/>
      <dgm:spPr/>
      <dgm:t>
        <a:bodyPr/>
        <a:lstStyle/>
        <a:p>
          <a:r>
            <a:rPr lang="ru-RU" dirty="0" smtClean="0"/>
            <a:t>требования пользователя</a:t>
          </a:r>
          <a:endParaRPr lang="ru-RU" dirty="0"/>
        </a:p>
      </dgm:t>
    </dgm:pt>
    <dgm:pt modelId="{BD41B9EE-236E-495E-9DED-B8968B2F8A5D}" type="parTrans" cxnId="{BA89B96D-DE14-4AC7-A461-864152EFA4AD}">
      <dgm:prSet/>
      <dgm:spPr/>
      <dgm:t>
        <a:bodyPr/>
        <a:lstStyle/>
        <a:p>
          <a:endParaRPr lang="ru-RU"/>
        </a:p>
      </dgm:t>
    </dgm:pt>
    <dgm:pt modelId="{8F699637-FFB6-4865-88FC-3232582A82FD}" type="sibTrans" cxnId="{BA89B96D-DE14-4AC7-A461-864152EFA4AD}">
      <dgm:prSet/>
      <dgm:spPr/>
      <dgm:t>
        <a:bodyPr/>
        <a:lstStyle/>
        <a:p>
          <a:endParaRPr lang="ru-RU"/>
        </a:p>
      </dgm:t>
    </dgm:pt>
    <dgm:pt modelId="{F515A587-4E48-4576-BCD0-F1E664408B39}" type="pres">
      <dgm:prSet presAssocID="{0DC04207-698D-4BDF-9171-C1B479F1CE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6F41F769-63BE-495A-90A9-D081F17637EB}" type="pres">
      <dgm:prSet presAssocID="{57AC442A-A38C-4674-8F73-09DDA6F33D88}" presName="hierRoot1" presStyleCnt="0">
        <dgm:presLayoutVars>
          <dgm:hierBranch val="hang"/>
        </dgm:presLayoutVars>
      </dgm:prSet>
      <dgm:spPr/>
    </dgm:pt>
    <dgm:pt modelId="{45E6C58D-073D-42F0-B6CC-CCECA609B87A}" type="pres">
      <dgm:prSet presAssocID="{57AC442A-A38C-4674-8F73-09DDA6F33D88}" presName="rootComposite1" presStyleCnt="0"/>
      <dgm:spPr/>
    </dgm:pt>
    <dgm:pt modelId="{8D16EF6B-5A73-4022-8A3E-9C6420CDAA56}" type="pres">
      <dgm:prSet presAssocID="{57AC442A-A38C-4674-8F73-09DDA6F33D8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98D5102-9C8B-4DEA-AF67-F36CD551FD5E}" type="pres">
      <dgm:prSet presAssocID="{57AC442A-A38C-4674-8F73-09DDA6F33D88}" presName="rootConnector1" presStyleLbl="node1" presStyleIdx="0" presStyleCnt="0"/>
      <dgm:spPr/>
      <dgm:t>
        <a:bodyPr/>
        <a:lstStyle/>
        <a:p>
          <a:endParaRPr lang="ru-RU"/>
        </a:p>
      </dgm:t>
    </dgm:pt>
    <dgm:pt modelId="{224AC292-A29A-4769-9038-ABEBC2AE909A}" type="pres">
      <dgm:prSet presAssocID="{57AC442A-A38C-4674-8F73-09DDA6F33D88}" presName="hierChild2" presStyleCnt="0"/>
      <dgm:spPr/>
    </dgm:pt>
    <dgm:pt modelId="{923B1071-8A3F-4C42-B66D-F43CA7DE5BB9}" type="pres">
      <dgm:prSet presAssocID="{125FA549-803C-429F-892E-EE7F65E59E4E}" presName="Name47" presStyleLbl="parChTrans1D2" presStyleIdx="0" presStyleCnt="4"/>
      <dgm:spPr/>
      <dgm:t>
        <a:bodyPr/>
        <a:lstStyle/>
        <a:p>
          <a:endParaRPr lang="ru-RU"/>
        </a:p>
      </dgm:t>
    </dgm:pt>
    <dgm:pt modelId="{704D21FD-33C1-4612-BD05-0A521C4578B3}" type="pres">
      <dgm:prSet presAssocID="{7F658C3C-2BC5-4778-94B4-44AA00296868}" presName="hierRoot2" presStyleCnt="0">
        <dgm:presLayoutVars>
          <dgm:hierBranch val="init"/>
        </dgm:presLayoutVars>
      </dgm:prSet>
      <dgm:spPr/>
    </dgm:pt>
    <dgm:pt modelId="{AC5D5F49-0141-4903-8AB8-5BF0A5443899}" type="pres">
      <dgm:prSet presAssocID="{7F658C3C-2BC5-4778-94B4-44AA00296868}" presName="rootComposite" presStyleCnt="0"/>
      <dgm:spPr/>
    </dgm:pt>
    <dgm:pt modelId="{21C42E3A-2C8F-404B-8988-38368C0A0646}" type="pres">
      <dgm:prSet presAssocID="{7F658C3C-2BC5-4778-94B4-44AA00296868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A15F624-6728-4DD6-A8CC-E2B2B8F0BC2C}" type="pres">
      <dgm:prSet presAssocID="{7F658C3C-2BC5-4778-94B4-44AA00296868}" presName="rootConnector" presStyleLbl="node2" presStyleIdx="0" presStyleCnt="4"/>
      <dgm:spPr/>
      <dgm:t>
        <a:bodyPr/>
        <a:lstStyle/>
        <a:p>
          <a:endParaRPr lang="ru-RU"/>
        </a:p>
      </dgm:t>
    </dgm:pt>
    <dgm:pt modelId="{649170DD-403B-4E00-B3C4-520FE9BE5CD5}" type="pres">
      <dgm:prSet presAssocID="{7F658C3C-2BC5-4778-94B4-44AA00296868}" presName="hierChild4" presStyleCnt="0"/>
      <dgm:spPr/>
    </dgm:pt>
    <dgm:pt modelId="{1B7F42BB-FDEF-4292-BC04-D2F0D0903ECE}" type="pres">
      <dgm:prSet presAssocID="{7F658C3C-2BC5-4778-94B4-44AA00296868}" presName="hierChild5" presStyleCnt="0"/>
      <dgm:spPr/>
    </dgm:pt>
    <dgm:pt modelId="{1CF04C25-7436-4AD5-8F01-3826BA6579D4}" type="pres">
      <dgm:prSet presAssocID="{834C3766-ECE9-4CBC-9762-1A9CEF9A03CA}" presName="Name47" presStyleLbl="parChTrans1D2" presStyleIdx="1" presStyleCnt="4"/>
      <dgm:spPr/>
      <dgm:t>
        <a:bodyPr/>
        <a:lstStyle/>
        <a:p>
          <a:endParaRPr lang="ru-RU"/>
        </a:p>
      </dgm:t>
    </dgm:pt>
    <dgm:pt modelId="{269E26E9-3262-4B4A-BAB2-921D9B640C95}" type="pres">
      <dgm:prSet presAssocID="{FDC4C860-A353-44F0-9143-8C896A293251}" presName="hierRoot2" presStyleCnt="0">
        <dgm:presLayoutVars>
          <dgm:hierBranch val="init"/>
        </dgm:presLayoutVars>
      </dgm:prSet>
      <dgm:spPr/>
    </dgm:pt>
    <dgm:pt modelId="{23A625B9-5285-40B2-8E87-387A6761A5D0}" type="pres">
      <dgm:prSet presAssocID="{FDC4C860-A353-44F0-9143-8C896A293251}" presName="rootComposite" presStyleCnt="0"/>
      <dgm:spPr/>
    </dgm:pt>
    <dgm:pt modelId="{62900E62-B86B-4DCC-99B1-18CEF2CE6A61}" type="pres">
      <dgm:prSet presAssocID="{FDC4C860-A353-44F0-9143-8C896A293251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09C9AA2-059B-4C8E-B693-DDD300F86399}" type="pres">
      <dgm:prSet presAssocID="{FDC4C860-A353-44F0-9143-8C896A293251}" presName="rootConnector" presStyleLbl="node2" presStyleIdx="1" presStyleCnt="4"/>
      <dgm:spPr/>
      <dgm:t>
        <a:bodyPr/>
        <a:lstStyle/>
        <a:p>
          <a:endParaRPr lang="ru-RU"/>
        </a:p>
      </dgm:t>
    </dgm:pt>
    <dgm:pt modelId="{E86ECB5E-60F4-4A10-8DCE-097CCD6400C4}" type="pres">
      <dgm:prSet presAssocID="{FDC4C860-A353-44F0-9143-8C896A293251}" presName="hierChild4" presStyleCnt="0"/>
      <dgm:spPr/>
    </dgm:pt>
    <dgm:pt modelId="{5F7A9A2D-968C-48BE-88C1-9A4F254772AD}" type="pres">
      <dgm:prSet presAssocID="{FDC4C860-A353-44F0-9143-8C896A293251}" presName="hierChild5" presStyleCnt="0"/>
      <dgm:spPr/>
    </dgm:pt>
    <dgm:pt modelId="{20755FAF-4AB1-42F0-A4F1-C55C566DE1DC}" type="pres">
      <dgm:prSet presAssocID="{7E750A97-0D30-4C2B-9565-AD705ACADA2D}" presName="Name47" presStyleLbl="parChTrans1D2" presStyleIdx="2" presStyleCnt="4"/>
      <dgm:spPr/>
      <dgm:t>
        <a:bodyPr/>
        <a:lstStyle/>
        <a:p>
          <a:endParaRPr lang="ru-RU"/>
        </a:p>
      </dgm:t>
    </dgm:pt>
    <dgm:pt modelId="{4BC364A5-5E41-421C-895C-78A688F0D6DF}" type="pres">
      <dgm:prSet presAssocID="{E369BA51-270D-48F2-A6CD-726D2DDF07FB}" presName="hierRoot2" presStyleCnt="0">
        <dgm:presLayoutVars>
          <dgm:hierBranch val="init"/>
        </dgm:presLayoutVars>
      </dgm:prSet>
      <dgm:spPr/>
    </dgm:pt>
    <dgm:pt modelId="{3B62BB29-F5EB-4DD5-BCE3-2B039A6F648B}" type="pres">
      <dgm:prSet presAssocID="{E369BA51-270D-48F2-A6CD-726D2DDF07FB}" presName="rootComposite" presStyleCnt="0"/>
      <dgm:spPr/>
    </dgm:pt>
    <dgm:pt modelId="{709CF0F6-2C85-496A-8818-8EDD278AF729}" type="pres">
      <dgm:prSet presAssocID="{E369BA51-270D-48F2-A6CD-726D2DDF07FB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DFA7F95-0985-4332-94C3-304C6180F57D}" type="pres">
      <dgm:prSet presAssocID="{E369BA51-270D-48F2-A6CD-726D2DDF07FB}" presName="rootConnector" presStyleLbl="node2" presStyleIdx="2" presStyleCnt="4"/>
      <dgm:spPr/>
      <dgm:t>
        <a:bodyPr/>
        <a:lstStyle/>
        <a:p>
          <a:endParaRPr lang="ru-RU"/>
        </a:p>
      </dgm:t>
    </dgm:pt>
    <dgm:pt modelId="{5B419FCD-14FA-49E6-B975-B86734E0F2C5}" type="pres">
      <dgm:prSet presAssocID="{E369BA51-270D-48F2-A6CD-726D2DDF07FB}" presName="hierChild4" presStyleCnt="0"/>
      <dgm:spPr/>
    </dgm:pt>
    <dgm:pt modelId="{5D5B9C3A-70A7-4035-A211-36FC454205E4}" type="pres">
      <dgm:prSet presAssocID="{E369BA51-270D-48F2-A6CD-726D2DDF07FB}" presName="hierChild5" presStyleCnt="0"/>
      <dgm:spPr/>
    </dgm:pt>
    <dgm:pt modelId="{63E7727D-B1E6-43C6-8A7D-D0304F04BFBC}" type="pres">
      <dgm:prSet presAssocID="{BD41B9EE-236E-495E-9DED-B8968B2F8A5D}" presName="Name47" presStyleLbl="parChTrans1D2" presStyleIdx="3" presStyleCnt="4"/>
      <dgm:spPr/>
      <dgm:t>
        <a:bodyPr/>
        <a:lstStyle/>
        <a:p>
          <a:endParaRPr lang="ru-RU"/>
        </a:p>
      </dgm:t>
    </dgm:pt>
    <dgm:pt modelId="{9AF07452-8CE2-4696-9694-6ADF89C81A16}" type="pres">
      <dgm:prSet presAssocID="{30146079-EFD2-4B5F-8964-A76A5BB26537}" presName="hierRoot2" presStyleCnt="0">
        <dgm:presLayoutVars>
          <dgm:hierBranch val="init"/>
        </dgm:presLayoutVars>
      </dgm:prSet>
      <dgm:spPr/>
    </dgm:pt>
    <dgm:pt modelId="{4E2D4C55-8C67-41B8-A6C7-A505F71981CC}" type="pres">
      <dgm:prSet presAssocID="{30146079-EFD2-4B5F-8964-A76A5BB26537}" presName="rootComposite" presStyleCnt="0"/>
      <dgm:spPr/>
    </dgm:pt>
    <dgm:pt modelId="{4A7577CE-E7DF-4C94-A393-F1E9169EDFB9}" type="pres">
      <dgm:prSet presAssocID="{30146079-EFD2-4B5F-8964-A76A5BB26537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5C22515-F6A1-4F30-8117-689ACDF81183}" type="pres">
      <dgm:prSet presAssocID="{30146079-EFD2-4B5F-8964-A76A5BB26537}" presName="rootConnector" presStyleLbl="node2" presStyleIdx="3" presStyleCnt="4"/>
      <dgm:spPr/>
      <dgm:t>
        <a:bodyPr/>
        <a:lstStyle/>
        <a:p>
          <a:endParaRPr lang="ru-RU"/>
        </a:p>
      </dgm:t>
    </dgm:pt>
    <dgm:pt modelId="{B90AD5D6-34A0-4FC6-A89C-E6C1F2768E97}" type="pres">
      <dgm:prSet presAssocID="{30146079-EFD2-4B5F-8964-A76A5BB26537}" presName="hierChild4" presStyleCnt="0"/>
      <dgm:spPr/>
    </dgm:pt>
    <dgm:pt modelId="{FF785C0D-010C-4A72-9CF2-3D425766B31F}" type="pres">
      <dgm:prSet presAssocID="{30146079-EFD2-4B5F-8964-A76A5BB26537}" presName="hierChild5" presStyleCnt="0"/>
      <dgm:spPr/>
    </dgm:pt>
    <dgm:pt modelId="{4D8C6F3E-BA3A-40A9-BA81-CA9C11156F13}" type="pres">
      <dgm:prSet presAssocID="{57AC442A-A38C-4674-8F73-09DDA6F33D88}" presName="hierChild3" presStyleCnt="0"/>
      <dgm:spPr/>
    </dgm:pt>
  </dgm:ptLst>
  <dgm:cxnLst>
    <dgm:cxn modelId="{752F9130-E645-4431-B510-7538138248A2}" type="presOf" srcId="{FDC4C860-A353-44F0-9143-8C896A293251}" destId="{62900E62-B86B-4DCC-99B1-18CEF2CE6A61}" srcOrd="0" destOrd="0" presId="urn:microsoft.com/office/officeart/2009/3/layout/HorizontalOrganizationChart"/>
    <dgm:cxn modelId="{05128884-97AC-4ECB-9237-4A3FCA7BB85C}" srcId="{0DC04207-698D-4BDF-9171-C1B479F1CE52}" destId="{57AC442A-A38C-4674-8F73-09DDA6F33D88}" srcOrd="0" destOrd="0" parTransId="{9D5B58F2-BBF1-4E0C-A2F5-3D391A348AF6}" sibTransId="{C2DCA273-4C48-487D-92B3-F1D4D27F0C13}"/>
    <dgm:cxn modelId="{76E0876E-A74C-4030-B731-301E3C43DEE6}" type="presOf" srcId="{7F658C3C-2BC5-4778-94B4-44AA00296868}" destId="{21C42E3A-2C8F-404B-8988-38368C0A0646}" srcOrd="0" destOrd="0" presId="urn:microsoft.com/office/officeart/2009/3/layout/HorizontalOrganizationChart"/>
    <dgm:cxn modelId="{3EFB2335-E87F-4205-BA9C-F0680FB57294}" type="presOf" srcId="{57AC442A-A38C-4674-8F73-09DDA6F33D88}" destId="{8D16EF6B-5A73-4022-8A3E-9C6420CDAA56}" srcOrd="0" destOrd="0" presId="urn:microsoft.com/office/officeart/2009/3/layout/HorizontalOrganizationChart"/>
    <dgm:cxn modelId="{B606F048-6F72-4345-A1E3-3F2A3C9960AC}" type="presOf" srcId="{7F658C3C-2BC5-4778-94B4-44AA00296868}" destId="{4A15F624-6728-4DD6-A8CC-E2B2B8F0BC2C}" srcOrd="1" destOrd="0" presId="urn:microsoft.com/office/officeart/2009/3/layout/HorizontalOrganizationChart"/>
    <dgm:cxn modelId="{BA89B96D-DE14-4AC7-A461-864152EFA4AD}" srcId="{57AC442A-A38C-4674-8F73-09DDA6F33D88}" destId="{30146079-EFD2-4B5F-8964-A76A5BB26537}" srcOrd="3" destOrd="0" parTransId="{BD41B9EE-236E-495E-9DED-B8968B2F8A5D}" sibTransId="{8F699637-FFB6-4865-88FC-3232582A82FD}"/>
    <dgm:cxn modelId="{741AF78C-7476-40DC-8A23-F34F08C766F8}" type="presOf" srcId="{BD41B9EE-236E-495E-9DED-B8968B2F8A5D}" destId="{63E7727D-B1E6-43C6-8A7D-D0304F04BFBC}" srcOrd="0" destOrd="0" presId="urn:microsoft.com/office/officeart/2009/3/layout/HorizontalOrganizationChart"/>
    <dgm:cxn modelId="{B1110740-986D-4ECE-89D4-CB5161963ECE}" srcId="{57AC442A-A38C-4674-8F73-09DDA6F33D88}" destId="{FDC4C860-A353-44F0-9143-8C896A293251}" srcOrd="1" destOrd="0" parTransId="{834C3766-ECE9-4CBC-9762-1A9CEF9A03CA}" sibTransId="{8371FF0B-95D9-40B5-82B5-3D153B0D4CF3}"/>
    <dgm:cxn modelId="{935C30AF-ECD7-48B3-9375-48230DD41921}" srcId="{57AC442A-A38C-4674-8F73-09DDA6F33D88}" destId="{E369BA51-270D-48F2-A6CD-726D2DDF07FB}" srcOrd="2" destOrd="0" parTransId="{7E750A97-0D30-4C2B-9565-AD705ACADA2D}" sibTransId="{F8A54226-6AB6-4D1E-BDBB-FEBFDC97C06C}"/>
    <dgm:cxn modelId="{1718A732-B4D7-4DC4-A8A1-580838C578DF}" type="presOf" srcId="{7E750A97-0D30-4C2B-9565-AD705ACADA2D}" destId="{20755FAF-4AB1-42F0-A4F1-C55C566DE1DC}" srcOrd="0" destOrd="0" presId="urn:microsoft.com/office/officeart/2009/3/layout/HorizontalOrganizationChart"/>
    <dgm:cxn modelId="{28130700-5151-484B-B180-97475C89F896}" type="presOf" srcId="{30146079-EFD2-4B5F-8964-A76A5BB26537}" destId="{4A7577CE-E7DF-4C94-A393-F1E9169EDFB9}" srcOrd="0" destOrd="0" presId="urn:microsoft.com/office/officeart/2009/3/layout/HorizontalOrganizationChart"/>
    <dgm:cxn modelId="{D20E4272-CE47-4176-8443-EA3772C595E5}" type="presOf" srcId="{E369BA51-270D-48F2-A6CD-726D2DDF07FB}" destId="{DDFA7F95-0985-4332-94C3-304C6180F57D}" srcOrd="1" destOrd="0" presId="urn:microsoft.com/office/officeart/2009/3/layout/HorizontalOrganizationChart"/>
    <dgm:cxn modelId="{803A2FE8-7CDB-4886-8D06-117CF02C19A1}" type="presOf" srcId="{834C3766-ECE9-4CBC-9762-1A9CEF9A03CA}" destId="{1CF04C25-7436-4AD5-8F01-3826BA6579D4}" srcOrd="0" destOrd="0" presId="urn:microsoft.com/office/officeart/2009/3/layout/HorizontalOrganizationChart"/>
    <dgm:cxn modelId="{EA20D322-D299-4081-AA10-3CC5DD3EDC50}" type="presOf" srcId="{0DC04207-698D-4BDF-9171-C1B479F1CE52}" destId="{F515A587-4E48-4576-BCD0-F1E664408B39}" srcOrd="0" destOrd="0" presId="urn:microsoft.com/office/officeart/2009/3/layout/HorizontalOrganizationChart"/>
    <dgm:cxn modelId="{C71875F3-C6CD-4117-BEB4-F836D2EFB2A7}" type="presOf" srcId="{30146079-EFD2-4B5F-8964-A76A5BB26537}" destId="{15C22515-F6A1-4F30-8117-689ACDF81183}" srcOrd="1" destOrd="0" presId="urn:microsoft.com/office/officeart/2009/3/layout/HorizontalOrganizationChart"/>
    <dgm:cxn modelId="{1C13EBCD-32BA-463D-924D-D6271F183FB8}" type="presOf" srcId="{FDC4C860-A353-44F0-9143-8C896A293251}" destId="{809C9AA2-059B-4C8E-B693-DDD300F86399}" srcOrd="1" destOrd="0" presId="urn:microsoft.com/office/officeart/2009/3/layout/HorizontalOrganizationChart"/>
    <dgm:cxn modelId="{B49802A0-8505-4023-8705-1FDCC815A09F}" type="presOf" srcId="{125FA549-803C-429F-892E-EE7F65E59E4E}" destId="{923B1071-8A3F-4C42-B66D-F43CA7DE5BB9}" srcOrd="0" destOrd="0" presId="urn:microsoft.com/office/officeart/2009/3/layout/HorizontalOrganizationChart"/>
    <dgm:cxn modelId="{B25DB61C-9998-4458-A4FA-FB14DCCDF13F}" srcId="{57AC442A-A38C-4674-8F73-09DDA6F33D88}" destId="{7F658C3C-2BC5-4778-94B4-44AA00296868}" srcOrd="0" destOrd="0" parTransId="{125FA549-803C-429F-892E-EE7F65E59E4E}" sibTransId="{190B879B-5D11-47F2-B396-F6D15EBFD2A1}"/>
    <dgm:cxn modelId="{FD6A0080-1194-4234-A6E4-3DFB2482EF2B}" type="presOf" srcId="{57AC442A-A38C-4674-8F73-09DDA6F33D88}" destId="{C98D5102-9C8B-4DEA-AF67-F36CD551FD5E}" srcOrd="1" destOrd="0" presId="urn:microsoft.com/office/officeart/2009/3/layout/HorizontalOrganizationChart"/>
    <dgm:cxn modelId="{3A2ABBFD-160C-48E9-A32C-4980844A3378}" type="presOf" srcId="{E369BA51-270D-48F2-A6CD-726D2DDF07FB}" destId="{709CF0F6-2C85-496A-8818-8EDD278AF729}" srcOrd="0" destOrd="0" presId="urn:microsoft.com/office/officeart/2009/3/layout/HorizontalOrganizationChart"/>
    <dgm:cxn modelId="{4ACD9F60-BB30-4239-AB1B-D90C1DEF167A}" type="presParOf" srcId="{F515A587-4E48-4576-BCD0-F1E664408B39}" destId="{6F41F769-63BE-495A-90A9-D081F17637EB}" srcOrd="0" destOrd="0" presId="urn:microsoft.com/office/officeart/2009/3/layout/HorizontalOrganizationChart"/>
    <dgm:cxn modelId="{F7AE7B7E-59AA-41C2-99CE-58C8A89CA31A}" type="presParOf" srcId="{6F41F769-63BE-495A-90A9-D081F17637EB}" destId="{45E6C58D-073D-42F0-B6CC-CCECA609B87A}" srcOrd="0" destOrd="0" presId="urn:microsoft.com/office/officeart/2009/3/layout/HorizontalOrganizationChart"/>
    <dgm:cxn modelId="{888D6816-E3B0-4F80-8420-2E53B5A0AA25}" type="presParOf" srcId="{45E6C58D-073D-42F0-B6CC-CCECA609B87A}" destId="{8D16EF6B-5A73-4022-8A3E-9C6420CDAA56}" srcOrd="0" destOrd="0" presId="urn:microsoft.com/office/officeart/2009/3/layout/HorizontalOrganizationChart"/>
    <dgm:cxn modelId="{FEC76974-CF0F-441E-9D05-CFF789ED6919}" type="presParOf" srcId="{45E6C58D-073D-42F0-B6CC-CCECA609B87A}" destId="{C98D5102-9C8B-4DEA-AF67-F36CD551FD5E}" srcOrd="1" destOrd="0" presId="urn:microsoft.com/office/officeart/2009/3/layout/HorizontalOrganizationChart"/>
    <dgm:cxn modelId="{04D653FA-F797-4E2A-BA82-871CF2F29A67}" type="presParOf" srcId="{6F41F769-63BE-495A-90A9-D081F17637EB}" destId="{224AC292-A29A-4769-9038-ABEBC2AE909A}" srcOrd="1" destOrd="0" presId="urn:microsoft.com/office/officeart/2009/3/layout/HorizontalOrganizationChart"/>
    <dgm:cxn modelId="{679E07BF-D3DE-4941-85C7-7CDE6E7B5506}" type="presParOf" srcId="{224AC292-A29A-4769-9038-ABEBC2AE909A}" destId="{923B1071-8A3F-4C42-B66D-F43CA7DE5BB9}" srcOrd="0" destOrd="0" presId="urn:microsoft.com/office/officeart/2009/3/layout/HorizontalOrganizationChart"/>
    <dgm:cxn modelId="{3F453B14-511A-40A7-80A1-B38E97AAB118}" type="presParOf" srcId="{224AC292-A29A-4769-9038-ABEBC2AE909A}" destId="{704D21FD-33C1-4612-BD05-0A521C4578B3}" srcOrd="1" destOrd="0" presId="urn:microsoft.com/office/officeart/2009/3/layout/HorizontalOrganizationChart"/>
    <dgm:cxn modelId="{13DC47F7-1AA9-4F38-A481-61BD979D37C0}" type="presParOf" srcId="{704D21FD-33C1-4612-BD05-0A521C4578B3}" destId="{AC5D5F49-0141-4903-8AB8-5BF0A5443899}" srcOrd="0" destOrd="0" presId="urn:microsoft.com/office/officeart/2009/3/layout/HorizontalOrganizationChart"/>
    <dgm:cxn modelId="{B78E1485-5383-44FF-ACB7-EF104A60C8F2}" type="presParOf" srcId="{AC5D5F49-0141-4903-8AB8-5BF0A5443899}" destId="{21C42E3A-2C8F-404B-8988-38368C0A0646}" srcOrd="0" destOrd="0" presId="urn:microsoft.com/office/officeart/2009/3/layout/HorizontalOrganizationChart"/>
    <dgm:cxn modelId="{2D23E5FF-18CE-4449-A901-BE2740C259B6}" type="presParOf" srcId="{AC5D5F49-0141-4903-8AB8-5BF0A5443899}" destId="{4A15F624-6728-4DD6-A8CC-E2B2B8F0BC2C}" srcOrd="1" destOrd="0" presId="urn:microsoft.com/office/officeart/2009/3/layout/HorizontalOrganizationChart"/>
    <dgm:cxn modelId="{883F26EA-636D-4CA2-B2B3-4E6A9E021238}" type="presParOf" srcId="{704D21FD-33C1-4612-BD05-0A521C4578B3}" destId="{649170DD-403B-4E00-B3C4-520FE9BE5CD5}" srcOrd="1" destOrd="0" presId="urn:microsoft.com/office/officeart/2009/3/layout/HorizontalOrganizationChart"/>
    <dgm:cxn modelId="{1CEB83A7-3FE9-4C5F-9C09-71A768896B21}" type="presParOf" srcId="{704D21FD-33C1-4612-BD05-0A521C4578B3}" destId="{1B7F42BB-FDEF-4292-BC04-D2F0D0903ECE}" srcOrd="2" destOrd="0" presId="urn:microsoft.com/office/officeart/2009/3/layout/HorizontalOrganizationChart"/>
    <dgm:cxn modelId="{49CE1842-D1A5-4923-9FC8-2A1F49688F66}" type="presParOf" srcId="{224AC292-A29A-4769-9038-ABEBC2AE909A}" destId="{1CF04C25-7436-4AD5-8F01-3826BA6579D4}" srcOrd="2" destOrd="0" presId="urn:microsoft.com/office/officeart/2009/3/layout/HorizontalOrganizationChart"/>
    <dgm:cxn modelId="{89633CAC-F263-491D-A56F-1F12FD455F11}" type="presParOf" srcId="{224AC292-A29A-4769-9038-ABEBC2AE909A}" destId="{269E26E9-3262-4B4A-BAB2-921D9B640C95}" srcOrd="3" destOrd="0" presId="urn:microsoft.com/office/officeart/2009/3/layout/HorizontalOrganizationChart"/>
    <dgm:cxn modelId="{621E234E-796F-44B4-9579-2D5A450AE541}" type="presParOf" srcId="{269E26E9-3262-4B4A-BAB2-921D9B640C95}" destId="{23A625B9-5285-40B2-8E87-387A6761A5D0}" srcOrd="0" destOrd="0" presId="urn:microsoft.com/office/officeart/2009/3/layout/HorizontalOrganizationChart"/>
    <dgm:cxn modelId="{B51D1D71-2A23-4788-8F8F-BDE19520C4A1}" type="presParOf" srcId="{23A625B9-5285-40B2-8E87-387A6761A5D0}" destId="{62900E62-B86B-4DCC-99B1-18CEF2CE6A61}" srcOrd="0" destOrd="0" presId="urn:microsoft.com/office/officeart/2009/3/layout/HorizontalOrganizationChart"/>
    <dgm:cxn modelId="{E3DC5446-7B12-43C8-B846-14C8350EAEF2}" type="presParOf" srcId="{23A625B9-5285-40B2-8E87-387A6761A5D0}" destId="{809C9AA2-059B-4C8E-B693-DDD300F86399}" srcOrd="1" destOrd="0" presId="urn:microsoft.com/office/officeart/2009/3/layout/HorizontalOrganizationChart"/>
    <dgm:cxn modelId="{7CCEF678-704F-476B-BB1C-8A49C5A3CA21}" type="presParOf" srcId="{269E26E9-3262-4B4A-BAB2-921D9B640C95}" destId="{E86ECB5E-60F4-4A10-8DCE-097CCD6400C4}" srcOrd="1" destOrd="0" presId="urn:microsoft.com/office/officeart/2009/3/layout/HorizontalOrganizationChart"/>
    <dgm:cxn modelId="{EAE5E6C9-D215-4EDC-AC33-EBAB1D02E147}" type="presParOf" srcId="{269E26E9-3262-4B4A-BAB2-921D9B640C95}" destId="{5F7A9A2D-968C-48BE-88C1-9A4F254772AD}" srcOrd="2" destOrd="0" presId="urn:microsoft.com/office/officeart/2009/3/layout/HorizontalOrganizationChart"/>
    <dgm:cxn modelId="{C6134C83-8763-4054-A323-4314440FEFA9}" type="presParOf" srcId="{224AC292-A29A-4769-9038-ABEBC2AE909A}" destId="{20755FAF-4AB1-42F0-A4F1-C55C566DE1DC}" srcOrd="4" destOrd="0" presId="urn:microsoft.com/office/officeart/2009/3/layout/HorizontalOrganizationChart"/>
    <dgm:cxn modelId="{89A1D96C-E04B-41FB-8374-6DD1AA9B6F3B}" type="presParOf" srcId="{224AC292-A29A-4769-9038-ABEBC2AE909A}" destId="{4BC364A5-5E41-421C-895C-78A688F0D6DF}" srcOrd="5" destOrd="0" presId="urn:microsoft.com/office/officeart/2009/3/layout/HorizontalOrganizationChart"/>
    <dgm:cxn modelId="{DFB31102-FB26-46D4-9DEC-AFD22F244A98}" type="presParOf" srcId="{4BC364A5-5E41-421C-895C-78A688F0D6DF}" destId="{3B62BB29-F5EB-4DD5-BCE3-2B039A6F648B}" srcOrd="0" destOrd="0" presId="urn:microsoft.com/office/officeart/2009/3/layout/HorizontalOrganizationChart"/>
    <dgm:cxn modelId="{26E95745-204B-4412-9969-296D2A49F279}" type="presParOf" srcId="{3B62BB29-F5EB-4DD5-BCE3-2B039A6F648B}" destId="{709CF0F6-2C85-496A-8818-8EDD278AF729}" srcOrd="0" destOrd="0" presId="urn:microsoft.com/office/officeart/2009/3/layout/HorizontalOrganizationChart"/>
    <dgm:cxn modelId="{9146EC76-64F8-4D22-83DE-06A8279C6A22}" type="presParOf" srcId="{3B62BB29-F5EB-4DD5-BCE3-2B039A6F648B}" destId="{DDFA7F95-0985-4332-94C3-304C6180F57D}" srcOrd="1" destOrd="0" presId="urn:microsoft.com/office/officeart/2009/3/layout/HorizontalOrganizationChart"/>
    <dgm:cxn modelId="{C5198413-1751-450D-B5B3-6849D4025555}" type="presParOf" srcId="{4BC364A5-5E41-421C-895C-78A688F0D6DF}" destId="{5B419FCD-14FA-49E6-B975-B86734E0F2C5}" srcOrd="1" destOrd="0" presId="urn:microsoft.com/office/officeart/2009/3/layout/HorizontalOrganizationChart"/>
    <dgm:cxn modelId="{CF23750B-C471-4E1E-AE85-2CD6910291D8}" type="presParOf" srcId="{4BC364A5-5E41-421C-895C-78A688F0D6DF}" destId="{5D5B9C3A-70A7-4035-A211-36FC454205E4}" srcOrd="2" destOrd="0" presId="urn:microsoft.com/office/officeart/2009/3/layout/HorizontalOrganizationChart"/>
    <dgm:cxn modelId="{CF9316DF-B82D-422D-92B0-14B4050E2C8A}" type="presParOf" srcId="{224AC292-A29A-4769-9038-ABEBC2AE909A}" destId="{63E7727D-B1E6-43C6-8A7D-D0304F04BFBC}" srcOrd="6" destOrd="0" presId="urn:microsoft.com/office/officeart/2009/3/layout/HorizontalOrganizationChart"/>
    <dgm:cxn modelId="{719F78BF-1F48-4FEE-B22A-9DF5087BD6CD}" type="presParOf" srcId="{224AC292-A29A-4769-9038-ABEBC2AE909A}" destId="{9AF07452-8CE2-4696-9694-6ADF89C81A16}" srcOrd="7" destOrd="0" presId="urn:microsoft.com/office/officeart/2009/3/layout/HorizontalOrganizationChart"/>
    <dgm:cxn modelId="{8C4854A2-7A5F-4B9B-B11C-1E65ADF3EC3D}" type="presParOf" srcId="{9AF07452-8CE2-4696-9694-6ADF89C81A16}" destId="{4E2D4C55-8C67-41B8-A6C7-A505F71981CC}" srcOrd="0" destOrd="0" presId="urn:microsoft.com/office/officeart/2009/3/layout/HorizontalOrganizationChart"/>
    <dgm:cxn modelId="{0ECC566C-8EA1-42F6-B82A-F5D9474CF686}" type="presParOf" srcId="{4E2D4C55-8C67-41B8-A6C7-A505F71981CC}" destId="{4A7577CE-E7DF-4C94-A393-F1E9169EDFB9}" srcOrd="0" destOrd="0" presId="urn:microsoft.com/office/officeart/2009/3/layout/HorizontalOrganizationChart"/>
    <dgm:cxn modelId="{F297AA3F-C421-45BB-8259-FA74B487D5F2}" type="presParOf" srcId="{4E2D4C55-8C67-41B8-A6C7-A505F71981CC}" destId="{15C22515-F6A1-4F30-8117-689ACDF81183}" srcOrd="1" destOrd="0" presId="urn:microsoft.com/office/officeart/2009/3/layout/HorizontalOrganizationChart"/>
    <dgm:cxn modelId="{31E56BEE-BE56-4209-9131-920D81525A28}" type="presParOf" srcId="{9AF07452-8CE2-4696-9694-6ADF89C81A16}" destId="{B90AD5D6-34A0-4FC6-A89C-E6C1F2768E97}" srcOrd="1" destOrd="0" presId="urn:microsoft.com/office/officeart/2009/3/layout/HorizontalOrganizationChart"/>
    <dgm:cxn modelId="{58BDE0C7-2791-4F8D-B383-11CAE3D53285}" type="presParOf" srcId="{9AF07452-8CE2-4696-9694-6ADF89C81A16}" destId="{FF785C0D-010C-4A72-9CF2-3D425766B31F}" srcOrd="2" destOrd="0" presId="urn:microsoft.com/office/officeart/2009/3/layout/HorizontalOrganizationChart"/>
    <dgm:cxn modelId="{9622AA39-0C53-40F3-A3AD-8892CF782044}" type="presParOf" srcId="{6F41F769-63BE-495A-90A9-D081F17637EB}" destId="{4D8C6F3E-BA3A-40A9-BA81-CA9C11156F1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DC04207-698D-4BDF-9171-C1B479F1CE52}" type="doc">
      <dgm:prSet loTypeId="urn:microsoft.com/office/officeart/2009/3/layout/HorizontalOrganizationChart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AC442A-A38C-4674-8F73-09DDA6F33D88}">
      <dgm:prSet phldrT="[Текст]"/>
      <dgm:spPr/>
      <dgm:t>
        <a:bodyPr/>
        <a:lstStyle/>
        <a:p>
          <a:r>
            <a:rPr lang="ru-RU" dirty="0" smtClean="0"/>
            <a:t>Функциональная спецификация служит:</a:t>
          </a:r>
          <a:endParaRPr lang="ru-RU" dirty="0"/>
        </a:p>
      </dgm:t>
    </dgm:pt>
    <dgm:pt modelId="{9D5B58F2-BBF1-4E0C-A2F5-3D391A348AF6}" type="parTrans" cxnId="{05128884-97AC-4ECB-9237-4A3FCA7BB85C}">
      <dgm:prSet/>
      <dgm:spPr/>
      <dgm:t>
        <a:bodyPr/>
        <a:lstStyle/>
        <a:p>
          <a:endParaRPr lang="ru-RU"/>
        </a:p>
      </dgm:t>
    </dgm:pt>
    <dgm:pt modelId="{C2DCA273-4C48-487D-92B3-F1D4D27F0C13}" type="sibTrans" cxnId="{05128884-97AC-4ECB-9237-4A3FCA7BB85C}">
      <dgm:prSet/>
      <dgm:spPr/>
      <dgm:t>
        <a:bodyPr/>
        <a:lstStyle/>
        <a:p>
          <a:endParaRPr lang="ru-RU"/>
        </a:p>
      </dgm:t>
    </dgm:pt>
    <dgm:pt modelId="{7F658C3C-2BC5-4778-94B4-44AA00296868}">
      <dgm:prSet phldrT="[Текст]"/>
      <dgm:spPr/>
      <dgm:t>
        <a:bodyPr/>
        <a:lstStyle/>
        <a:p>
          <a:r>
            <a:rPr lang="ru-RU" dirty="0" smtClean="0"/>
            <a:t>инструкцией команде разработчиков о том, что они должны будут создать</a:t>
          </a:r>
          <a:endParaRPr lang="ru-RU" dirty="0"/>
        </a:p>
      </dgm:t>
    </dgm:pt>
    <dgm:pt modelId="{125FA549-803C-429F-892E-EE7F65E59E4E}" type="parTrans" cxnId="{B25DB61C-9998-4458-A4FA-FB14DCCDF13F}">
      <dgm:prSet/>
      <dgm:spPr/>
      <dgm:t>
        <a:bodyPr/>
        <a:lstStyle/>
        <a:p>
          <a:endParaRPr lang="ru-RU"/>
        </a:p>
      </dgm:t>
    </dgm:pt>
    <dgm:pt modelId="{190B879B-5D11-47F2-B396-F6D15EBFD2A1}" type="sibTrans" cxnId="{B25DB61C-9998-4458-A4FA-FB14DCCDF13F}">
      <dgm:prSet/>
      <dgm:spPr/>
      <dgm:t>
        <a:bodyPr/>
        <a:lstStyle/>
        <a:p>
          <a:endParaRPr lang="ru-RU"/>
        </a:p>
      </dgm:t>
    </dgm:pt>
    <dgm:pt modelId="{FDC4C860-A353-44F0-9143-8C896A293251}">
      <dgm:prSet phldrT="[Текст]"/>
      <dgm:spPr/>
      <dgm:t>
        <a:bodyPr/>
        <a:lstStyle/>
        <a:p>
          <a:r>
            <a:rPr lang="ru-RU" dirty="0" smtClean="0"/>
            <a:t>основой для оценки объема работ</a:t>
          </a:r>
          <a:endParaRPr lang="ru-RU" dirty="0"/>
        </a:p>
      </dgm:t>
    </dgm:pt>
    <dgm:pt modelId="{834C3766-ECE9-4CBC-9762-1A9CEF9A03CA}" type="parTrans" cxnId="{B1110740-986D-4ECE-89D4-CB5161963ECE}">
      <dgm:prSet/>
      <dgm:spPr/>
      <dgm:t>
        <a:bodyPr/>
        <a:lstStyle/>
        <a:p>
          <a:endParaRPr lang="ru-RU"/>
        </a:p>
      </dgm:t>
    </dgm:pt>
    <dgm:pt modelId="{8371FF0B-95D9-40B5-82B5-3D153B0D4CF3}" type="sibTrans" cxnId="{B1110740-986D-4ECE-89D4-CB5161963ECE}">
      <dgm:prSet/>
      <dgm:spPr/>
      <dgm:t>
        <a:bodyPr/>
        <a:lstStyle/>
        <a:p>
          <a:endParaRPr lang="ru-RU"/>
        </a:p>
      </dgm:t>
    </dgm:pt>
    <dgm:pt modelId="{E369BA51-270D-48F2-A6CD-726D2DDF07FB}">
      <dgm:prSet phldrT="[Текст]"/>
      <dgm:spPr/>
      <dgm:t>
        <a:bodyPr/>
        <a:lstStyle/>
        <a:p>
          <a:r>
            <a:rPr lang="ru-RU" dirty="0" smtClean="0"/>
            <a:t>соглашением с Заказчиком о том, что должно быть сделано</a:t>
          </a:r>
          <a:endParaRPr lang="ru-RU" dirty="0"/>
        </a:p>
      </dgm:t>
    </dgm:pt>
    <dgm:pt modelId="{7E750A97-0D30-4C2B-9565-AD705ACADA2D}" type="parTrans" cxnId="{935C30AF-ECD7-48B3-9375-48230DD41921}">
      <dgm:prSet/>
      <dgm:spPr/>
      <dgm:t>
        <a:bodyPr/>
        <a:lstStyle/>
        <a:p>
          <a:endParaRPr lang="ru-RU"/>
        </a:p>
      </dgm:t>
    </dgm:pt>
    <dgm:pt modelId="{F8A54226-6AB6-4D1E-BDBB-FEBFDC97C06C}" type="sibTrans" cxnId="{935C30AF-ECD7-48B3-9375-48230DD41921}">
      <dgm:prSet/>
      <dgm:spPr/>
      <dgm:t>
        <a:bodyPr/>
        <a:lstStyle/>
        <a:p>
          <a:endParaRPr lang="ru-RU"/>
        </a:p>
      </dgm:t>
    </dgm:pt>
    <dgm:pt modelId="{30146079-EFD2-4B5F-8964-A76A5BB26537}">
      <dgm:prSet/>
      <dgm:spPr/>
      <dgm:t>
        <a:bodyPr/>
        <a:lstStyle/>
        <a:p>
          <a:r>
            <a:rPr lang="ru-RU" dirty="0" smtClean="0"/>
            <a:t>основой для синхронизации работы всей проектной команды</a:t>
          </a:r>
          <a:endParaRPr lang="ru-RU" dirty="0"/>
        </a:p>
      </dgm:t>
    </dgm:pt>
    <dgm:pt modelId="{BD41B9EE-236E-495E-9DED-B8968B2F8A5D}" type="parTrans" cxnId="{BA89B96D-DE14-4AC7-A461-864152EFA4AD}">
      <dgm:prSet/>
      <dgm:spPr/>
      <dgm:t>
        <a:bodyPr/>
        <a:lstStyle/>
        <a:p>
          <a:endParaRPr lang="ru-RU"/>
        </a:p>
      </dgm:t>
    </dgm:pt>
    <dgm:pt modelId="{8F699637-FFB6-4865-88FC-3232582A82FD}" type="sibTrans" cxnId="{BA89B96D-DE14-4AC7-A461-864152EFA4AD}">
      <dgm:prSet/>
      <dgm:spPr/>
      <dgm:t>
        <a:bodyPr/>
        <a:lstStyle/>
        <a:p>
          <a:endParaRPr lang="ru-RU"/>
        </a:p>
      </dgm:t>
    </dgm:pt>
    <dgm:pt modelId="{F515A587-4E48-4576-BCD0-F1E664408B39}" type="pres">
      <dgm:prSet presAssocID="{0DC04207-698D-4BDF-9171-C1B479F1CE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6F41F769-63BE-495A-90A9-D081F17637EB}" type="pres">
      <dgm:prSet presAssocID="{57AC442A-A38C-4674-8F73-09DDA6F33D88}" presName="hierRoot1" presStyleCnt="0">
        <dgm:presLayoutVars>
          <dgm:hierBranch val="hang"/>
        </dgm:presLayoutVars>
      </dgm:prSet>
      <dgm:spPr/>
    </dgm:pt>
    <dgm:pt modelId="{45E6C58D-073D-42F0-B6CC-CCECA609B87A}" type="pres">
      <dgm:prSet presAssocID="{57AC442A-A38C-4674-8F73-09DDA6F33D88}" presName="rootComposite1" presStyleCnt="0"/>
      <dgm:spPr/>
    </dgm:pt>
    <dgm:pt modelId="{8D16EF6B-5A73-4022-8A3E-9C6420CDAA56}" type="pres">
      <dgm:prSet presAssocID="{57AC442A-A38C-4674-8F73-09DDA6F33D8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98D5102-9C8B-4DEA-AF67-F36CD551FD5E}" type="pres">
      <dgm:prSet presAssocID="{57AC442A-A38C-4674-8F73-09DDA6F33D88}" presName="rootConnector1" presStyleLbl="node1" presStyleIdx="0" presStyleCnt="0"/>
      <dgm:spPr/>
      <dgm:t>
        <a:bodyPr/>
        <a:lstStyle/>
        <a:p>
          <a:endParaRPr lang="ru-RU"/>
        </a:p>
      </dgm:t>
    </dgm:pt>
    <dgm:pt modelId="{224AC292-A29A-4769-9038-ABEBC2AE909A}" type="pres">
      <dgm:prSet presAssocID="{57AC442A-A38C-4674-8F73-09DDA6F33D88}" presName="hierChild2" presStyleCnt="0"/>
      <dgm:spPr/>
    </dgm:pt>
    <dgm:pt modelId="{923B1071-8A3F-4C42-B66D-F43CA7DE5BB9}" type="pres">
      <dgm:prSet presAssocID="{125FA549-803C-429F-892E-EE7F65E59E4E}" presName="Name47" presStyleLbl="parChTrans1D2" presStyleIdx="0" presStyleCnt="4"/>
      <dgm:spPr/>
      <dgm:t>
        <a:bodyPr/>
        <a:lstStyle/>
        <a:p>
          <a:endParaRPr lang="ru-RU"/>
        </a:p>
      </dgm:t>
    </dgm:pt>
    <dgm:pt modelId="{704D21FD-33C1-4612-BD05-0A521C4578B3}" type="pres">
      <dgm:prSet presAssocID="{7F658C3C-2BC5-4778-94B4-44AA00296868}" presName="hierRoot2" presStyleCnt="0">
        <dgm:presLayoutVars>
          <dgm:hierBranch val="init"/>
        </dgm:presLayoutVars>
      </dgm:prSet>
      <dgm:spPr/>
    </dgm:pt>
    <dgm:pt modelId="{AC5D5F49-0141-4903-8AB8-5BF0A5443899}" type="pres">
      <dgm:prSet presAssocID="{7F658C3C-2BC5-4778-94B4-44AA00296868}" presName="rootComposite" presStyleCnt="0"/>
      <dgm:spPr/>
    </dgm:pt>
    <dgm:pt modelId="{21C42E3A-2C8F-404B-8988-38368C0A0646}" type="pres">
      <dgm:prSet presAssocID="{7F658C3C-2BC5-4778-94B4-44AA00296868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A15F624-6728-4DD6-A8CC-E2B2B8F0BC2C}" type="pres">
      <dgm:prSet presAssocID="{7F658C3C-2BC5-4778-94B4-44AA00296868}" presName="rootConnector" presStyleLbl="node2" presStyleIdx="0" presStyleCnt="4"/>
      <dgm:spPr/>
      <dgm:t>
        <a:bodyPr/>
        <a:lstStyle/>
        <a:p>
          <a:endParaRPr lang="ru-RU"/>
        </a:p>
      </dgm:t>
    </dgm:pt>
    <dgm:pt modelId="{649170DD-403B-4E00-B3C4-520FE9BE5CD5}" type="pres">
      <dgm:prSet presAssocID="{7F658C3C-2BC5-4778-94B4-44AA00296868}" presName="hierChild4" presStyleCnt="0"/>
      <dgm:spPr/>
    </dgm:pt>
    <dgm:pt modelId="{1B7F42BB-FDEF-4292-BC04-D2F0D0903ECE}" type="pres">
      <dgm:prSet presAssocID="{7F658C3C-2BC5-4778-94B4-44AA00296868}" presName="hierChild5" presStyleCnt="0"/>
      <dgm:spPr/>
    </dgm:pt>
    <dgm:pt modelId="{1CF04C25-7436-4AD5-8F01-3826BA6579D4}" type="pres">
      <dgm:prSet presAssocID="{834C3766-ECE9-4CBC-9762-1A9CEF9A03CA}" presName="Name47" presStyleLbl="parChTrans1D2" presStyleIdx="1" presStyleCnt="4"/>
      <dgm:spPr/>
      <dgm:t>
        <a:bodyPr/>
        <a:lstStyle/>
        <a:p>
          <a:endParaRPr lang="ru-RU"/>
        </a:p>
      </dgm:t>
    </dgm:pt>
    <dgm:pt modelId="{269E26E9-3262-4B4A-BAB2-921D9B640C95}" type="pres">
      <dgm:prSet presAssocID="{FDC4C860-A353-44F0-9143-8C896A293251}" presName="hierRoot2" presStyleCnt="0">
        <dgm:presLayoutVars>
          <dgm:hierBranch val="init"/>
        </dgm:presLayoutVars>
      </dgm:prSet>
      <dgm:spPr/>
    </dgm:pt>
    <dgm:pt modelId="{23A625B9-5285-40B2-8E87-387A6761A5D0}" type="pres">
      <dgm:prSet presAssocID="{FDC4C860-A353-44F0-9143-8C896A293251}" presName="rootComposite" presStyleCnt="0"/>
      <dgm:spPr/>
    </dgm:pt>
    <dgm:pt modelId="{62900E62-B86B-4DCC-99B1-18CEF2CE6A61}" type="pres">
      <dgm:prSet presAssocID="{FDC4C860-A353-44F0-9143-8C896A293251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09C9AA2-059B-4C8E-B693-DDD300F86399}" type="pres">
      <dgm:prSet presAssocID="{FDC4C860-A353-44F0-9143-8C896A293251}" presName="rootConnector" presStyleLbl="node2" presStyleIdx="1" presStyleCnt="4"/>
      <dgm:spPr/>
      <dgm:t>
        <a:bodyPr/>
        <a:lstStyle/>
        <a:p>
          <a:endParaRPr lang="ru-RU"/>
        </a:p>
      </dgm:t>
    </dgm:pt>
    <dgm:pt modelId="{E86ECB5E-60F4-4A10-8DCE-097CCD6400C4}" type="pres">
      <dgm:prSet presAssocID="{FDC4C860-A353-44F0-9143-8C896A293251}" presName="hierChild4" presStyleCnt="0"/>
      <dgm:spPr/>
    </dgm:pt>
    <dgm:pt modelId="{5F7A9A2D-968C-48BE-88C1-9A4F254772AD}" type="pres">
      <dgm:prSet presAssocID="{FDC4C860-A353-44F0-9143-8C896A293251}" presName="hierChild5" presStyleCnt="0"/>
      <dgm:spPr/>
    </dgm:pt>
    <dgm:pt modelId="{20755FAF-4AB1-42F0-A4F1-C55C566DE1DC}" type="pres">
      <dgm:prSet presAssocID="{7E750A97-0D30-4C2B-9565-AD705ACADA2D}" presName="Name47" presStyleLbl="parChTrans1D2" presStyleIdx="2" presStyleCnt="4"/>
      <dgm:spPr/>
      <dgm:t>
        <a:bodyPr/>
        <a:lstStyle/>
        <a:p>
          <a:endParaRPr lang="ru-RU"/>
        </a:p>
      </dgm:t>
    </dgm:pt>
    <dgm:pt modelId="{4BC364A5-5E41-421C-895C-78A688F0D6DF}" type="pres">
      <dgm:prSet presAssocID="{E369BA51-270D-48F2-A6CD-726D2DDF07FB}" presName="hierRoot2" presStyleCnt="0">
        <dgm:presLayoutVars>
          <dgm:hierBranch val="init"/>
        </dgm:presLayoutVars>
      </dgm:prSet>
      <dgm:spPr/>
    </dgm:pt>
    <dgm:pt modelId="{3B62BB29-F5EB-4DD5-BCE3-2B039A6F648B}" type="pres">
      <dgm:prSet presAssocID="{E369BA51-270D-48F2-A6CD-726D2DDF07FB}" presName="rootComposite" presStyleCnt="0"/>
      <dgm:spPr/>
    </dgm:pt>
    <dgm:pt modelId="{709CF0F6-2C85-496A-8818-8EDD278AF729}" type="pres">
      <dgm:prSet presAssocID="{E369BA51-270D-48F2-A6CD-726D2DDF07FB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DFA7F95-0985-4332-94C3-304C6180F57D}" type="pres">
      <dgm:prSet presAssocID="{E369BA51-270D-48F2-A6CD-726D2DDF07FB}" presName="rootConnector" presStyleLbl="node2" presStyleIdx="2" presStyleCnt="4"/>
      <dgm:spPr/>
      <dgm:t>
        <a:bodyPr/>
        <a:lstStyle/>
        <a:p>
          <a:endParaRPr lang="ru-RU"/>
        </a:p>
      </dgm:t>
    </dgm:pt>
    <dgm:pt modelId="{5B419FCD-14FA-49E6-B975-B86734E0F2C5}" type="pres">
      <dgm:prSet presAssocID="{E369BA51-270D-48F2-A6CD-726D2DDF07FB}" presName="hierChild4" presStyleCnt="0"/>
      <dgm:spPr/>
    </dgm:pt>
    <dgm:pt modelId="{5D5B9C3A-70A7-4035-A211-36FC454205E4}" type="pres">
      <dgm:prSet presAssocID="{E369BA51-270D-48F2-A6CD-726D2DDF07FB}" presName="hierChild5" presStyleCnt="0"/>
      <dgm:spPr/>
    </dgm:pt>
    <dgm:pt modelId="{63E7727D-B1E6-43C6-8A7D-D0304F04BFBC}" type="pres">
      <dgm:prSet presAssocID="{BD41B9EE-236E-495E-9DED-B8968B2F8A5D}" presName="Name47" presStyleLbl="parChTrans1D2" presStyleIdx="3" presStyleCnt="4"/>
      <dgm:spPr/>
      <dgm:t>
        <a:bodyPr/>
        <a:lstStyle/>
        <a:p>
          <a:endParaRPr lang="ru-RU"/>
        </a:p>
      </dgm:t>
    </dgm:pt>
    <dgm:pt modelId="{9AF07452-8CE2-4696-9694-6ADF89C81A16}" type="pres">
      <dgm:prSet presAssocID="{30146079-EFD2-4B5F-8964-A76A5BB26537}" presName="hierRoot2" presStyleCnt="0">
        <dgm:presLayoutVars>
          <dgm:hierBranch/>
        </dgm:presLayoutVars>
      </dgm:prSet>
      <dgm:spPr/>
    </dgm:pt>
    <dgm:pt modelId="{4E2D4C55-8C67-41B8-A6C7-A505F71981CC}" type="pres">
      <dgm:prSet presAssocID="{30146079-EFD2-4B5F-8964-A76A5BB26537}" presName="rootComposite" presStyleCnt="0"/>
      <dgm:spPr/>
    </dgm:pt>
    <dgm:pt modelId="{4A7577CE-E7DF-4C94-A393-F1E9169EDFB9}" type="pres">
      <dgm:prSet presAssocID="{30146079-EFD2-4B5F-8964-A76A5BB26537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5C22515-F6A1-4F30-8117-689ACDF81183}" type="pres">
      <dgm:prSet presAssocID="{30146079-EFD2-4B5F-8964-A76A5BB26537}" presName="rootConnector" presStyleLbl="node2" presStyleIdx="3" presStyleCnt="4"/>
      <dgm:spPr/>
      <dgm:t>
        <a:bodyPr/>
        <a:lstStyle/>
        <a:p>
          <a:endParaRPr lang="ru-RU"/>
        </a:p>
      </dgm:t>
    </dgm:pt>
    <dgm:pt modelId="{B90AD5D6-34A0-4FC6-A89C-E6C1F2768E97}" type="pres">
      <dgm:prSet presAssocID="{30146079-EFD2-4B5F-8964-A76A5BB26537}" presName="hierChild4" presStyleCnt="0"/>
      <dgm:spPr/>
    </dgm:pt>
    <dgm:pt modelId="{FF785C0D-010C-4A72-9CF2-3D425766B31F}" type="pres">
      <dgm:prSet presAssocID="{30146079-EFD2-4B5F-8964-A76A5BB26537}" presName="hierChild5" presStyleCnt="0"/>
      <dgm:spPr/>
    </dgm:pt>
    <dgm:pt modelId="{4D8C6F3E-BA3A-40A9-BA81-CA9C11156F13}" type="pres">
      <dgm:prSet presAssocID="{57AC442A-A38C-4674-8F73-09DDA6F33D88}" presName="hierChild3" presStyleCnt="0"/>
      <dgm:spPr/>
    </dgm:pt>
  </dgm:ptLst>
  <dgm:cxnLst>
    <dgm:cxn modelId="{7F6D7654-54D7-4ADA-B4FB-6562D7ADAE6C}" type="presOf" srcId="{30146079-EFD2-4B5F-8964-A76A5BB26537}" destId="{4A7577CE-E7DF-4C94-A393-F1E9169EDFB9}" srcOrd="0" destOrd="0" presId="urn:microsoft.com/office/officeart/2009/3/layout/HorizontalOrganizationChart"/>
    <dgm:cxn modelId="{11A6F698-FE76-41F3-9752-4F53C62D54ED}" type="presOf" srcId="{FDC4C860-A353-44F0-9143-8C896A293251}" destId="{809C9AA2-059B-4C8E-B693-DDD300F86399}" srcOrd="1" destOrd="0" presId="urn:microsoft.com/office/officeart/2009/3/layout/HorizontalOrganizationChart"/>
    <dgm:cxn modelId="{CFFD31FD-4D1A-461B-AD9D-5B0E9C40795E}" type="presOf" srcId="{7F658C3C-2BC5-4778-94B4-44AA00296868}" destId="{21C42E3A-2C8F-404B-8988-38368C0A0646}" srcOrd="0" destOrd="0" presId="urn:microsoft.com/office/officeart/2009/3/layout/HorizontalOrganizationChart"/>
    <dgm:cxn modelId="{05128884-97AC-4ECB-9237-4A3FCA7BB85C}" srcId="{0DC04207-698D-4BDF-9171-C1B479F1CE52}" destId="{57AC442A-A38C-4674-8F73-09DDA6F33D88}" srcOrd="0" destOrd="0" parTransId="{9D5B58F2-BBF1-4E0C-A2F5-3D391A348AF6}" sibTransId="{C2DCA273-4C48-487D-92B3-F1D4D27F0C13}"/>
    <dgm:cxn modelId="{66D265C5-D142-4886-9D45-1E3E7CA87274}" type="presOf" srcId="{BD41B9EE-236E-495E-9DED-B8968B2F8A5D}" destId="{63E7727D-B1E6-43C6-8A7D-D0304F04BFBC}" srcOrd="0" destOrd="0" presId="urn:microsoft.com/office/officeart/2009/3/layout/HorizontalOrganizationChart"/>
    <dgm:cxn modelId="{9F3E47C0-65BC-4153-8D75-76FD237F0123}" type="presOf" srcId="{125FA549-803C-429F-892E-EE7F65E59E4E}" destId="{923B1071-8A3F-4C42-B66D-F43CA7DE5BB9}" srcOrd="0" destOrd="0" presId="urn:microsoft.com/office/officeart/2009/3/layout/HorizontalOrganizationChart"/>
    <dgm:cxn modelId="{C70E1D6A-C081-4D96-B917-8623729463E7}" type="presOf" srcId="{E369BA51-270D-48F2-A6CD-726D2DDF07FB}" destId="{DDFA7F95-0985-4332-94C3-304C6180F57D}" srcOrd="1" destOrd="0" presId="urn:microsoft.com/office/officeart/2009/3/layout/HorizontalOrganizationChart"/>
    <dgm:cxn modelId="{BA89B96D-DE14-4AC7-A461-864152EFA4AD}" srcId="{57AC442A-A38C-4674-8F73-09DDA6F33D88}" destId="{30146079-EFD2-4B5F-8964-A76A5BB26537}" srcOrd="3" destOrd="0" parTransId="{BD41B9EE-236E-495E-9DED-B8968B2F8A5D}" sibTransId="{8F699637-FFB6-4865-88FC-3232582A82FD}"/>
    <dgm:cxn modelId="{52675571-07EB-4B21-B748-AE08AB1DA3A4}" type="presOf" srcId="{0DC04207-698D-4BDF-9171-C1B479F1CE52}" destId="{F515A587-4E48-4576-BCD0-F1E664408B39}" srcOrd="0" destOrd="0" presId="urn:microsoft.com/office/officeart/2009/3/layout/HorizontalOrganizationChart"/>
    <dgm:cxn modelId="{B1110740-986D-4ECE-89D4-CB5161963ECE}" srcId="{57AC442A-A38C-4674-8F73-09DDA6F33D88}" destId="{FDC4C860-A353-44F0-9143-8C896A293251}" srcOrd="1" destOrd="0" parTransId="{834C3766-ECE9-4CBC-9762-1A9CEF9A03CA}" sibTransId="{8371FF0B-95D9-40B5-82B5-3D153B0D4CF3}"/>
    <dgm:cxn modelId="{935C30AF-ECD7-48B3-9375-48230DD41921}" srcId="{57AC442A-A38C-4674-8F73-09DDA6F33D88}" destId="{E369BA51-270D-48F2-A6CD-726D2DDF07FB}" srcOrd="2" destOrd="0" parTransId="{7E750A97-0D30-4C2B-9565-AD705ACADA2D}" sibTransId="{F8A54226-6AB6-4D1E-BDBB-FEBFDC97C06C}"/>
    <dgm:cxn modelId="{7E474158-46F2-49CA-83A0-2B6E6848E7A0}" type="presOf" srcId="{57AC442A-A38C-4674-8F73-09DDA6F33D88}" destId="{C98D5102-9C8B-4DEA-AF67-F36CD551FD5E}" srcOrd="1" destOrd="0" presId="urn:microsoft.com/office/officeart/2009/3/layout/HorizontalOrganizationChart"/>
    <dgm:cxn modelId="{608AAFEA-94C6-495C-AD5B-28F9DC25950B}" type="presOf" srcId="{834C3766-ECE9-4CBC-9762-1A9CEF9A03CA}" destId="{1CF04C25-7436-4AD5-8F01-3826BA6579D4}" srcOrd="0" destOrd="0" presId="urn:microsoft.com/office/officeart/2009/3/layout/HorizontalOrganizationChart"/>
    <dgm:cxn modelId="{15AD8411-0C35-4F54-AFD7-438B02C1CB89}" type="presOf" srcId="{E369BA51-270D-48F2-A6CD-726D2DDF07FB}" destId="{709CF0F6-2C85-496A-8818-8EDD278AF729}" srcOrd="0" destOrd="0" presId="urn:microsoft.com/office/officeart/2009/3/layout/HorizontalOrganizationChart"/>
    <dgm:cxn modelId="{21E9D394-D1B1-4EA1-AC53-598D1BF8B232}" type="presOf" srcId="{30146079-EFD2-4B5F-8964-A76A5BB26537}" destId="{15C22515-F6A1-4F30-8117-689ACDF81183}" srcOrd="1" destOrd="0" presId="urn:microsoft.com/office/officeart/2009/3/layout/HorizontalOrganizationChart"/>
    <dgm:cxn modelId="{A72968BA-82CC-4002-BDE0-D8F2EB344225}" type="presOf" srcId="{57AC442A-A38C-4674-8F73-09DDA6F33D88}" destId="{8D16EF6B-5A73-4022-8A3E-9C6420CDAA56}" srcOrd="0" destOrd="0" presId="urn:microsoft.com/office/officeart/2009/3/layout/HorizontalOrganizationChart"/>
    <dgm:cxn modelId="{95C5C7E4-F58B-4FFD-B014-0346DCC57791}" type="presOf" srcId="{7F658C3C-2BC5-4778-94B4-44AA00296868}" destId="{4A15F624-6728-4DD6-A8CC-E2B2B8F0BC2C}" srcOrd="1" destOrd="0" presId="urn:microsoft.com/office/officeart/2009/3/layout/HorizontalOrganizationChart"/>
    <dgm:cxn modelId="{305CA03B-6202-44C7-AA48-58E0CFD2BB39}" type="presOf" srcId="{7E750A97-0D30-4C2B-9565-AD705ACADA2D}" destId="{20755FAF-4AB1-42F0-A4F1-C55C566DE1DC}" srcOrd="0" destOrd="0" presId="urn:microsoft.com/office/officeart/2009/3/layout/HorizontalOrganizationChart"/>
    <dgm:cxn modelId="{88ED2B7A-C0C9-49EA-B68F-27F1C9D122B6}" type="presOf" srcId="{FDC4C860-A353-44F0-9143-8C896A293251}" destId="{62900E62-B86B-4DCC-99B1-18CEF2CE6A61}" srcOrd="0" destOrd="0" presId="urn:microsoft.com/office/officeart/2009/3/layout/HorizontalOrganizationChart"/>
    <dgm:cxn modelId="{B25DB61C-9998-4458-A4FA-FB14DCCDF13F}" srcId="{57AC442A-A38C-4674-8F73-09DDA6F33D88}" destId="{7F658C3C-2BC5-4778-94B4-44AA00296868}" srcOrd="0" destOrd="0" parTransId="{125FA549-803C-429F-892E-EE7F65E59E4E}" sibTransId="{190B879B-5D11-47F2-B396-F6D15EBFD2A1}"/>
    <dgm:cxn modelId="{8E8E97ED-ED4E-4097-AAD7-055D9919F063}" type="presParOf" srcId="{F515A587-4E48-4576-BCD0-F1E664408B39}" destId="{6F41F769-63BE-495A-90A9-D081F17637EB}" srcOrd="0" destOrd="0" presId="urn:microsoft.com/office/officeart/2009/3/layout/HorizontalOrganizationChart"/>
    <dgm:cxn modelId="{26048D36-2550-4177-8FA9-58AC291E1231}" type="presParOf" srcId="{6F41F769-63BE-495A-90A9-D081F17637EB}" destId="{45E6C58D-073D-42F0-B6CC-CCECA609B87A}" srcOrd="0" destOrd="0" presId="urn:microsoft.com/office/officeart/2009/3/layout/HorizontalOrganizationChart"/>
    <dgm:cxn modelId="{F19B457F-C5CB-4FDA-8BCE-0DE07591B868}" type="presParOf" srcId="{45E6C58D-073D-42F0-B6CC-CCECA609B87A}" destId="{8D16EF6B-5A73-4022-8A3E-9C6420CDAA56}" srcOrd="0" destOrd="0" presId="urn:microsoft.com/office/officeart/2009/3/layout/HorizontalOrganizationChart"/>
    <dgm:cxn modelId="{702ED32B-E2A1-4FE3-BD2E-6F53AAD69E19}" type="presParOf" srcId="{45E6C58D-073D-42F0-B6CC-CCECA609B87A}" destId="{C98D5102-9C8B-4DEA-AF67-F36CD551FD5E}" srcOrd="1" destOrd="0" presId="urn:microsoft.com/office/officeart/2009/3/layout/HorizontalOrganizationChart"/>
    <dgm:cxn modelId="{DD0AC318-BD1D-49F0-A2BA-140C197C1355}" type="presParOf" srcId="{6F41F769-63BE-495A-90A9-D081F17637EB}" destId="{224AC292-A29A-4769-9038-ABEBC2AE909A}" srcOrd="1" destOrd="0" presId="urn:microsoft.com/office/officeart/2009/3/layout/HorizontalOrganizationChart"/>
    <dgm:cxn modelId="{8E8881A7-8691-418B-BE84-B8E2B7FC61BA}" type="presParOf" srcId="{224AC292-A29A-4769-9038-ABEBC2AE909A}" destId="{923B1071-8A3F-4C42-B66D-F43CA7DE5BB9}" srcOrd="0" destOrd="0" presId="urn:microsoft.com/office/officeart/2009/3/layout/HorizontalOrganizationChart"/>
    <dgm:cxn modelId="{17ADDF56-D484-464F-81AB-3351576D87F3}" type="presParOf" srcId="{224AC292-A29A-4769-9038-ABEBC2AE909A}" destId="{704D21FD-33C1-4612-BD05-0A521C4578B3}" srcOrd="1" destOrd="0" presId="urn:microsoft.com/office/officeart/2009/3/layout/HorizontalOrganizationChart"/>
    <dgm:cxn modelId="{B9AE40AA-79B7-480E-ACD8-84500DD17584}" type="presParOf" srcId="{704D21FD-33C1-4612-BD05-0A521C4578B3}" destId="{AC5D5F49-0141-4903-8AB8-5BF0A5443899}" srcOrd="0" destOrd="0" presId="urn:microsoft.com/office/officeart/2009/3/layout/HorizontalOrganizationChart"/>
    <dgm:cxn modelId="{01470912-5EB6-41FA-B796-5838B92D8398}" type="presParOf" srcId="{AC5D5F49-0141-4903-8AB8-5BF0A5443899}" destId="{21C42E3A-2C8F-404B-8988-38368C0A0646}" srcOrd="0" destOrd="0" presId="urn:microsoft.com/office/officeart/2009/3/layout/HorizontalOrganizationChart"/>
    <dgm:cxn modelId="{2CBB5B95-66CC-45C1-A68C-AD64D46A8F7F}" type="presParOf" srcId="{AC5D5F49-0141-4903-8AB8-5BF0A5443899}" destId="{4A15F624-6728-4DD6-A8CC-E2B2B8F0BC2C}" srcOrd="1" destOrd="0" presId="urn:microsoft.com/office/officeart/2009/3/layout/HorizontalOrganizationChart"/>
    <dgm:cxn modelId="{31AD9DEF-2CF0-4043-A42D-554EA60AE958}" type="presParOf" srcId="{704D21FD-33C1-4612-BD05-0A521C4578B3}" destId="{649170DD-403B-4E00-B3C4-520FE9BE5CD5}" srcOrd="1" destOrd="0" presId="urn:microsoft.com/office/officeart/2009/3/layout/HorizontalOrganizationChart"/>
    <dgm:cxn modelId="{B4996A6D-A6EF-4140-9805-0F4EBBAC383F}" type="presParOf" srcId="{704D21FD-33C1-4612-BD05-0A521C4578B3}" destId="{1B7F42BB-FDEF-4292-BC04-D2F0D0903ECE}" srcOrd="2" destOrd="0" presId="urn:microsoft.com/office/officeart/2009/3/layout/HorizontalOrganizationChart"/>
    <dgm:cxn modelId="{52AB7389-2E7E-4E16-8470-0958019D77C7}" type="presParOf" srcId="{224AC292-A29A-4769-9038-ABEBC2AE909A}" destId="{1CF04C25-7436-4AD5-8F01-3826BA6579D4}" srcOrd="2" destOrd="0" presId="urn:microsoft.com/office/officeart/2009/3/layout/HorizontalOrganizationChart"/>
    <dgm:cxn modelId="{ADB24C4D-BC12-4B79-B737-A42EBDA2B5E8}" type="presParOf" srcId="{224AC292-A29A-4769-9038-ABEBC2AE909A}" destId="{269E26E9-3262-4B4A-BAB2-921D9B640C95}" srcOrd="3" destOrd="0" presId="urn:microsoft.com/office/officeart/2009/3/layout/HorizontalOrganizationChart"/>
    <dgm:cxn modelId="{58AB03D0-AAA8-4877-950F-8E8A4C08E295}" type="presParOf" srcId="{269E26E9-3262-4B4A-BAB2-921D9B640C95}" destId="{23A625B9-5285-40B2-8E87-387A6761A5D0}" srcOrd="0" destOrd="0" presId="urn:microsoft.com/office/officeart/2009/3/layout/HorizontalOrganizationChart"/>
    <dgm:cxn modelId="{D584563B-0436-47A4-A372-38E7B194A1B3}" type="presParOf" srcId="{23A625B9-5285-40B2-8E87-387A6761A5D0}" destId="{62900E62-B86B-4DCC-99B1-18CEF2CE6A61}" srcOrd="0" destOrd="0" presId="urn:microsoft.com/office/officeart/2009/3/layout/HorizontalOrganizationChart"/>
    <dgm:cxn modelId="{4500D818-0786-493C-A88B-BB9BD8A9F87B}" type="presParOf" srcId="{23A625B9-5285-40B2-8E87-387A6761A5D0}" destId="{809C9AA2-059B-4C8E-B693-DDD300F86399}" srcOrd="1" destOrd="0" presId="urn:microsoft.com/office/officeart/2009/3/layout/HorizontalOrganizationChart"/>
    <dgm:cxn modelId="{F9DA7707-7984-418B-8230-0B65DCE06A02}" type="presParOf" srcId="{269E26E9-3262-4B4A-BAB2-921D9B640C95}" destId="{E86ECB5E-60F4-4A10-8DCE-097CCD6400C4}" srcOrd="1" destOrd="0" presId="urn:microsoft.com/office/officeart/2009/3/layout/HorizontalOrganizationChart"/>
    <dgm:cxn modelId="{0EF65AAF-7518-4519-A8D8-79C548603B81}" type="presParOf" srcId="{269E26E9-3262-4B4A-BAB2-921D9B640C95}" destId="{5F7A9A2D-968C-48BE-88C1-9A4F254772AD}" srcOrd="2" destOrd="0" presId="urn:microsoft.com/office/officeart/2009/3/layout/HorizontalOrganizationChart"/>
    <dgm:cxn modelId="{5AA6FEE7-73B2-4E69-8479-20D7A5B76CB1}" type="presParOf" srcId="{224AC292-A29A-4769-9038-ABEBC2AE909A}" destId="{20755FAF-4AB1-42F0-A4F1-C55C566DE1DC}" srcOrd="4" destOrd="0" presId="urn:microsoft.com/office/officeart/2009/3/layout/HorizontalOrganizationChart"/>
    <dgm:cxn modelId="{839197A3-89C2-4997-8D41-BA43CC7C1082}" type="presParOf" srcId="{224AC292-A29A-4769-9038-ABEBC2AE909A}" destId="{4BC364A5-5E41-421C-895C-78A688F0D6DF}" srcOrd="5" destOrd="0" presId="urn:microsoft.com/office/officeart/2009/3/layout/HorizontalOrganizationChart"/>
    <dgm:cxn modelId="{B8319089-51B6-46E1-9372-BD9AA4973DC2}" type="presParOf" srcId="{4BC364A5-5E41-421C-895C-78A688F0D6DF}" destId="{3B62BB29-F5EB-4DD5-BCE3-2B039A6F648B}" srcOrd="0" destOrd="0" presId="urn:microsoft.com/office/officeart/2009/3/layout/HorizontalOrganizationChart"/>
    <dgm:cxn modelId="{5B17A628-0475-4C56-8163-5EAA43248869}" type="presParOf" srcId="{3B62BB29-F5EB-4DD5-BCE3-2B039A6F648B}" destId="{709CF0F6-2C85-496A-8818-8EDD278AF729}" srcOrd="0" destOrd="0" presId="urn:microsoft.com/office/officeart/2009/3/layout/HorizontalOrganizationChart"/>
    <dgm:cxn modelId="{D2D1CB41-C3D5-41E0-9139-AA4C83843656}" type="presParOf" srcId="{3B62BB29-F5EB-4DD5-BCE3-2B039A6F648B}" destId="{DDFA7F95-0985-4332-94C3-304C6180F57D}" srcOrd="1" destOrd="0" presId="urn:microsoft.com/office/officeart/2009/3/layout/HorizontalOrganizationChart"/>
    <dgm:cxn modelId="{76D4A086-44E7-4AC0-8B4F-FE20B835FADE}" type="presParOf" srcId="{4BC364A5-5E41-421C-895C-78A688F0D6DF}" destId="{5B419FCD-14FA-49E6-B975-B86734E0F2C5}" srcOrd="1" destOrd="0" presId="urn:microsoft.com/office/officeart/2009/3/layout/HorizontalOrganizationChart"/>
    <dgm:cxn modelId="{3446D85E-A40F-4D23-AE82-A487EBD2E335}" type="presParOf" srcId="{4BC364A5-5E41-421C-895C-78A688F0D6DF}" destId="{5D5B9C3A-70A7-4035-A211-36FC454205E4}" srcOrd="2" destOrd="0" presId="urn:microsoft.com/office/officeart/2009/3/layout/HorizontalOrganizationChart"/>
    <dgm:cxn modelId="{934513A7-7C39-42CC-993F-AD7B80AB31DA}" type="presParOf" srcId="{224AC292-A29A-4769-9038-ABEBC2AE909A}" destId="{63E7727D-B1E6-43C6-8A7D-D0304F04BFBC}" srcOrd="6" destOrd="0" presId="urn:microsoft.com/office/officeart/2009/3/layout/HorizontalOrganizationChart"/>
    <dgm:cxn modelId="{6C9CD78F-AD17-44B7-BDAC-3CA4AA35F66C}" type="presParOf" srcId="{224AC292-A29A-4769-9038-ABEBC2AE909A}" destId="{9AF07452-8CE2-4696-9694-6ADF89C81A16}" srcOrd="7" destOrd="0" presId="urn:microsoft.com/office/officeart/2009/3/layout/HorizontalOrganizationChart"/>
    <dgm:cxn modelId="{18132CBC-DF9F-4DAA-9817-79F6D92B4018}" type="presParOf" srcId="{9AF07452-8CE2-4696-9694-6ADF89C81A16}" destId="{4E2D4C55-8C67-41B8-A6C7-A505F71981CC}" srcOrd="0" destOrd="0" presId="urn:microsoft.com/office/officeart/2009/3/layout/HorizontalOrganizationChart"/>
    <dgm:cxn modelId="{BA275FDA-52A8-4F90-90AB-1DBF669D36B3}" type="presParOf" srcId="{4E2D4C55-8C67-41B8-A6C7-A505F71981CC}" destId="{4A7577CE-E7DF-4C94-A393-F1E9169EDFB9}" srcOrd="0" destOrd="0" presId="urn:microsoft.com/office/officeart/2009/3/layout/HorizontalOrganizationChart"/>
    <dgm:cxn modelId="{0A0BD371-6E75-4764-AB01-09F5BAB6262D}" type="presParOf" srcId="{4E2D4C55-8C67-41B8-A6C7-A505F71981CC}" destId="{15C22515-F6A1-4F30-8117-689ACDF81183}" srcOrd="1" destOrd="0" presId="urn:microsoft.com/office/officeart/2009/3/layout/HorizontalOrganizationChart"/>
    <dgm:cxn modelId="{01FD1B9D-40C1-4F3E-AD36-0F7172F08D05}" type="presParOf" srcId="{9AF07452-8CE2-4696-9694-6ADF89C81A16}" destId="{B90AD5D6-34A0-4FC6-A89C-E6C1F2768E97}" srcOrd="1" destOrd="0" presId="urn:microsoft.com/office/officeart/2009/3/layout/HorizontalOrganizationChart"/>
    <dgm:cxn modelId="{815E3465-7DAE-4CE6-9481-0D50D136AA24}" type="presParOf" srcId="{9AF07452-8CE2-4696-9694-6ADF89C81A16}" destId="{FF785C0D-010C-4A72-9CF2-3D425766B31F}" srcOrd="2" destOrd="0" presId="urn:microsoft.com/office/officeart/2009/3/layout/HorizontalOrganizationChart"/>
    <dgm:cxn modelId="{EE2B149C-FCBD-4EBD-8C88-21D961C1F491}" type="presParOf" srcId="{6F41F769-63BE-495A-90A9-D081F17637EB}" destId="{4D8C6F3E-BA3A-40A9-BA81-CA9C11156F1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C8C35BC9-16F4-4D94-A548-98D393FF819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85CA616-40F0-46C2-BA81-6349AC54D855}">
      <dgm:prSet phldrT="[Текст]"/>
      <dgm:spPr/>
      <dgm:t>
        <a:bodyPr/>
        <a:lstStyle/>
        <a:p>
          <a:r>
            <a:rPr lang="ru-RU" dirty="0" smtClean="0"/>
            <a:t>Методы и средства проверки требований</a:t>
          </a:r>
          <a:endParaRPr lang="ru-RU" dirty="0"/>
        </a:p>
      </dgm:t>
    </dgm:pt>
    <dgm:pt modelId="{78BA40EC-0B47-49F9-B42C-F95EFEE57D7A}" type="parTrans" cxnId="{FA4A1ADC-FE23-4CD3-837C-2A8DE913A3BD}">
      <dgm:prSet/>
      <dgm:spPr/>
      <dgm:t>
        <a:bodyPr/>
        <a:lstStyle/>
        <a:p>
          <a:endParaRPr lang="ru-RU"/>
        </a:p>
      </dgm:t>
    </dgm:pt>
    <dgm:pt modelId="{393CB675-E258-4A9F-8077-8E5BAB3BA088}" type="sibTrans" cxnId="{FA4A1ADC-FE23-4CD3-837C-2A8DE913A3BD}">
      <dgm:prSet/>
      <dgm:spPr/>
      <dgm:t>
        <a:bodyPr/>
        <a:lstStyle/>
        <a:p>
          <a:endParaRPr lang="ru-RU"/>
        </a:p>
      </dgm:t>
    </dgm:pt>
    <dgm:pt modelId="{1BC48F4D-ABC7-4304-A3D4-7EBC32222ACD}">
      <dgm:prSet phldrT="[Текст]"/>
      <dgm:spPr/>
      <dgm:t>
        <a:bodyPr/>
        <a:lstStyle/>
        <a:p>
          <a:r>
            <a:rPr lang="ru-RU" dirty="0" smtClean="0"/>
            <a:t>по широте анализа</a:t>
          </a:r>
          <a:endParaRPr lang="ru-RU" dirty="0"/>
        </a:p>
      </dgm:t>
    </dgm:pt>
    <dgm:pt modelId="{30D4B1E8-58FB-4A61-9FDB-92E22D33A51E}" type="parTrans" cxnId="{C33FB8D2-5138-4596-827C-D983441DF554}">
      <dgm:prSet/>
      <dgm:spPr/>
      <dgm:t>
        <a:bodyPr/>
        <a:lstStyle/>
        <a:p>
          <a:endParaRPr lang="ru-RU"/>
        </a:p>
      </dgm:t>
    </dgm:pt>
    <dgm:pt modelId="{90C7A835-E7D0-4696-9F8C-01A1B2A1BB9F}" type="sibTrans" cxnId="{C33FB8D2-5138-4596-827C-D983441DF554}">
      <dgm:prSet/>
      <dgm:spPr/>
      <dgm:t>
        <a:bodyPr/>
        <a:lstStyle/>
        <a:p>
          <a:endParaRPr lang="ru-RU"/>
        </a:p>
      </dgm:t>
    </dgm:pt>
    <dgm:pt modelId="{F7F5A65D-CDA4-43E2-B3EC-2D3747E64F4B}">
      <dgm:prSet phldrT="[Текст]"/>
      <dgm:spPr/>
      <dgm:t>
        <a:bodyPr/>
        <a:lstStyle/>
        <a:p>
          <a:r>
            <a:rPr lang="ru-RU" dirty="0" smtClean="0"/>
            <a:t>по степени формализации</a:t>
          </a:r>
          <a:endParaRPr lang="ru-RU" dirty="0"/>
        </a:p>
      </dgm:t>
    </dgm:pt>
    <dgm:pt modelId="{B6F72FA3-9EA9-457D-BB7F-D01A6E7B6A88}" type="parTrans" cxnId="{D5971B66-ABE6-4694-A651-D142691EAE89}">
      <dgm:prSet/>
      <dgm:spPr/>
      <dgm:t>
        <a:bodyPr/>
        <a:lstStyle/>
        <a:p>
          <a:endParaRPr lang="ru-RU"/>
        </a:p>
      </dgm:t>
    </dgm:pt>
    <dgm:pt modelId="{A7CE5FB0-24D2-4EAC-B6FE-EEE551AC9A87}" type="sibTrans" cxnId="{D5971B66-ABE6-4694-A651-D142691EAE89}">
      <dgm:prSet/>
      <dgm:spPr/>
      <dgm:t>
        <a:bodyPr/>
        <a:lstStyle/>
        <a:p>
          <a:endParaRPr lang="ru-RU"/>
        </a:p>
      </dgm:t>
    </dgm:pt>
    <dgm:pt modelId="{B391312C-27FF-4467-91F5-049A91769BE9}">
      <dgm:prSet phldrT="[Текст]"/>
      <dgm:spPr/>
      <dgm:t>
        <a:bodyPr/>
        <a:lstStyle/>
        <a:p>
          <a:r>
            <a:rPr lang="ru-RU" dirty="0" smtClean="0"/>
            <a:t>по составу группы проверки</a:t>
          </a:r>
          <a:endParaRPr lang="ru-RU" dirty="0"/>
        </a:p>
      </dgm:t>
    </dgm:pt>
    <dgm:pt modelId="{4D98C77E-7EFD-416F-B8A8-5F303B6E58DA}" type="parTrans" cxnId="{43243094-5C8B-4D31-B1A0-5DF7BADB81ED}">
      <dgm:prSet/>
      <dgm:spPr/>
      <dgm:t>
        <a:bodyPr/>
        <a:lstStyle/>
        <a:p>
          <a:endParaRPr lang="ru-RU"/>
        </a:p>
      </dgm:t>
    </dgm:pt>
    <dgm:pt modelId="{833BD3CB-C178-4399-B562-CD8B49B94F78}" type="sibTrans" cxnId="{43243094-5C8B-4D31-B1A0-5DF7BADB81ED}">
      <dgm:prSet/>
      <dgm:spPr/>
      <dgm:t>
        <a:bodyPr/>
        <a:lstStyle/>
        <a:p>
          <a:endParaRPr lang="ru-RU"/>
        </a:p>
      </dgm:t>
    </dgm:pt>
    <dgm:pt modelId="{C27A4487-B94E-4610-96E2-26B230D8EF42}">
      <dgm:prSet/>
      <dgm:spPr/>
      <dgm:t>
        <a:bodyPr/>
        <a:lstStyle/>
        <a:p>
          <a:r>
            <a:rPr lang="ru-RU" dirty="0" smtClean="0"/>
            <a:t>по используемым средствам</a:t>
          </a:r>
          <a:endParaRPr lang="ru-RU" dirty="0"/>
        </a:p>
      </dgm:t>
    </dgm:pt>
    <dgm:pt modelId="{67750EFF-8831-4125-A426-DF95C25E57BD}" type="parTrans" cxnId="{4A1FDE28-2DC1-45D2-A0BD-CC2361EA5272}">
      <dgm:prSet/>
      <dgm:spPr/>
      <dgm:t>
        <a:bodyPr/>
        <a:lstStyle/>
        <a:p>
          <a:endParaRPr lang="ru-RU"/>
        </a:p>
      </dgm:t>
    </dgm:pt>
    <dgm:pt modelId="{736A6E9C-558D-46E5-84D0-2BDCD7A711A4}" type="sibTrans" cxnId="{4A1FDE28-2DC1-45D2-A0BD-CC2361EA5272}">
      <dgm:prSet/>
      <dgm:spPr/>
      <dgm:t>
        <a:bodyPr/>
        <a:lstStyle/>
        <a:p>
          <a:endParaRPr lang="ru-RU"/>
        </a:p>
      </dgm:t>
    </dgm:pt>
    <dgm:pt modelId="{B45FBA69-CBCE-4E20-AB16-F4C8B138C554}" type="pres">
      <dgm:prSet presAssocID="{C8C35BC9-16F4-4D94-A548-98D393FF81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1B12BDC-98AF-4488-B640-7D5B09D8F154}" type="pres">
      <dgm:prSet presAssocID="{085CA616-40F0-46C2-BA81-6349AC54D855}" presName="hierRoot1" presStyleCnt="0">
        <dgm:presLayoutVars>
          <dgm:hierBranch val="init"/>
        </dgm:presLayoutVars>
      </dgm:prSet>
      <dgm:spPr/>
    </dgm:pt>
    <dgm:pt modelId="{5DB74AAD-05A1-4981-88CD-8D74FD039A4C}" type="pres">
      <dgm:prSet presAssocID="{085CA616-40F0-46C2-BA81-6349AC54D855}" presName="rootComposite1" presStyleCnt="0"/>
      <dgm:spPr/>
    </dgm:pt>
    <dgm:pt modelId="{2A86E8FD-1870-410B-982B-4BBF272C5757}" type="pres">
      <dgm:prSet presAssocID="{085CA616-40F0-46C2-BA81-6349AC54D85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51E8D93-E7F3-4660-A83E-064FAD80400B}" type="pres">
      <dgm:prSet presAssocID="{085CA616-40F0-46C2-BA81-6349AC54D855}" presName="rootConnector1" presStyleLbl="node1" presStyleIdx="0" presStyleCnt="0"/>
      <dgm:spPr/>
      <dgm:t>
        <a:bodyPr/>
        <a:lstStyle/>
        <a:p>
          <a:endParaRPr lang="ru-RU"/>
        </a:p>
      </dgm:t>
    </dgm:pt>
    <dgm:pt modelId="{46CBB9F2-24B3-4D74-BBC1-6DFDF04C910A}" type="pres">
      <dgm:prSet presAssocID="{085CA616-40F0-46C2-BA81-6349AC54D855}" presName="hierChild2" presStyleCnt="0"/>
      <dgm:spPr/>
    </dgm:pt>
    <dgm:pt modelId="{B02171F1-BEB8-4119-BB4B-76562CF2743B}" type="pres">
      <dgm:prSet presAssocID="{30D4B1E8-58FB-4A61-9FDB-92E22D33A51E}" presName="Name37" presStyleLbl="parChTrans1D2" presStyleIdx="0" presStyleCnt="4"/>
      <dgm:spPr/>
      <dgm:t>
        <a:bodyPr/>
        <a:lstStyle/>
        <a:p>
          <a:endParaRPr lang="ru-RU"/>
        </a:p>
      </dgm:t>
    </dgm:pt>
    <dgm:pt modelId="{1B59C125-0E45-49DD-BC38-2F169EBB13CA}" type="pres">
      <dgm:prSet presAssocID="{1BC48F4D-ABC7-4304-A3D4-7EBC32222ACD}" presName="hierRoot2" presStyleCnt="0">
        <dgm:presLayoutVars>
          <dgm:hierBranch val="init"/>
        </dgm:presLayoutVars>
      </dgm:prSet>
      <dgm:spPr/>
    </dgm:pt>
    <dgm:pt modelId="{C468469B-67D9-4474-8855-6B05CA1DB1D3}" type="pres">
      <dgm:prSet presAssocID="{1BC48F4D-ABC7-4304-A3D4-7EBC32222ACD}" presName="rootComposite" presStyleCnt="0"/>
      <dgm:spPr/>
    </dgm:pt>
    <dgm:pt modelId="{1544715E-8450-4375-9416-40058F641F0C}" type="pres">
      <dgm:prSet presAssocID="{1BC48F4D-ABC7-4304-A3D4-7EBC32222ACD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BAA0B55-AEE5-455A-9BE3-7889A6152B41}" type="pres">
      <dgm:prSet presAssocID="{1BC48F4D-ABC7-4304-A3D4-7EBC32222ACD}" presName="rootConnector" presStyleLbl="node2" presStyleIdx="0" presStyleCnt="4"/>
      <dgm:spPr/>
      <dgm:t>
        <a:bodyPr/>
        <a:lstStyle/>
        <a:p>
          <a:endParaRPr lang="ru-RU"/>
        </a:p>
      </dgm:t>
    </dgm:pt>
    <dgm:pt modelId="{A091B6FD-1288-473F-9742-02829EDA0F4D}" type="pres">
      <dgm:prSet presAssocID="{1BC48F4D-ABC7-4304-A3D4-7EBC32222ACD}" presName="hierChild4" presStyleCnt="0"/>
      <dgm:spPr/>
    </dgm:pt>
    <dgm:pt modelId="{326F0DDD-EBB5-4D41-A602-E3AB29629B97}" type="pres">
      <dgm:prSet presAssocID="{1BC48F4D-ABC7-4304-A3D4-7EBC32222ACD}" presName="hierChild5" presStyleCnt="0"/>
      <dgm:spPr/>
    </dgm:pt>
    <dgm:pt modelId="{0F8324A6-FAEC-4A99-BDA0-85BE1BC467FB}" type="pres">
      <dgm:prSet presAssocID="{B6F72FA3-9EA9-457D-BB7F-D01A6E7B6A88}" presName="Name37" presStyleLbl="parChTrans1D2" presStyleIdx="1" presStyleCnt="4"/>
      <dgm:spPr/>
      <dgm:t>
        <a:bodyPr/>
        <a:lstStyle/>
        <a:p>
          <a:endParaRPr lang="ru-RU"/>
        </a:p>
      </dgm:t>
    </dgm:pt>
    <dgm:pt modelId="{70913760-11D3-437F-90DA-D67F8FADD272}" type="pres">
      <dgm:prSet presAssocID="{F7F5A65D-CDA4-43E2-B3EC-2D3747E64F4B}" presName="hierRoot2" presStyleCnt="0">
        <dgm:presLayoutVars>
          <dgm:hierBranch val="init"/>
        </dgm:presLayoutVars>
      </dgm:prSet>
      <dgm:spPr/>
    </dgm:pt>
    <dgm:pt modelId="{0DCA2A13-41B4-43E5-A62B-7BB8E82CA6BD}" type="pres">
      <dgm:prSet presAssocID="{F7F5A65D-CDA4-43E2-B3EC-2D3747E64F4B}" presName="rootComposite" presStyleCnt="0"/>
      <dgm:spPr/>
    </dgm:pt>
    <dgm:pt modelId="{52665744-2803-45D4-9A8A-732E6FC0241D}" type="pres">
      <dgm:prSet presAssocID="{F7F5A65D-CDA4-43E2-B3EC-2D3747E64F4B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792C0F2-A67E-466A-9CEE-0CC54F03C872}" type="pres">
      <dgm:prSet presAssocID="{F7F5A65D-CDA4-43E2-B3EC-2D3747E64F4B}" presName="rootConnector" presStyleLbl="node2" presStyleIdx="1" presStyleCnt="4"/>
      <dgm:spPr/>
      <dgm:t>
        <a:bodyPr/>
        <a:lstStyle/>
        <a:p>
          <a:endParaRPr lang="ru-RU"/>
        </a:p>
      </dgm:t>
    </dgm:pt>
    <dgm:pt modelId="{361B6937-9485-4017-B1F4-AB3E8ED3B347}" type="pres">
      <dgm:prSet presAssocID="{F7F5A65D-CDA4-43E2-B3EC-2D3747E64F4B}" presName="hierChild4" presStyleCnt="0"/>
      <dgm:spPr/>
    </dgm:pt>
    <dgm:pt modelId="{AFC8ACE7-2FB4-4674-909A-AFF5EF1672A0}" type="pres">
      <dgm:prSet presAssocID="{F7F5A65D-CDA4-43E2-B3EC-2D3747E64F4B}" presName="hierChild5" presStyleCnt="0"/>
      <dgm:spPr/>
    </dgm:pt>
    <dgm:pt modelId="{57B0B55A-8A2D-465A-B76E-8F5B4F10798B}" type="pres">
      <dgm:prSet presAssocID="{4D98C77E-7EFD-416F-B8A8-5F303B6E58DA}" presName="Name37" presStyleLbl="parChTrans1D2" presStyleIdx="2" presStyleCnt="4"/>
      <dgm:spPr/>
      <dgm:t>
        <a:bodyPr/>
        <a:lstStyle/>
        <a:p>
          <a:endParaRPr lang="ru-RU"/>
        </a:p>
      </dgm:t>
    </dgm:pt>
    <dgm:pt modelId="{EC05349A-395C-411B-83E9-BF768CF71E01}" type="pres">
      <dgm:prSet presAssocID="{B391312C-27FF-4467-91F5-049A91769BE9}" presName="hierRoot2" presStyleCnt="0">
        <dgm:presLayoutVars>
          <dgm:hierBranch val="init"/>
        </dgm:presLayoutVars>
      </dgm:prSet>
      <dgm:spPr/>
    </dgm:pt>
    <dgm:pt modelId="{55FDE785-771C-4943-B1F7-BE6500432A9E}" type="pres">
      <dgm:prSet presAssocID="{B391312C-27FF-4467-91F5-049A91769BE9}" presName="rootComposite" presStyleCnt="0"/>
      <dgm:spPr/>
    </dgm:pt>
    <dgm:pt modelId="{366E2095-9152-480F-9C73-7F60FCC07A26}" type="pres">
      <dgm:prSet presAssocID="{B391312C-27FF-4467-91F5-049A91769BE9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D94F71-D0BC-41B6-BEB3-41FEB71FDF08}" type="pres">
      <dgm:prSet presAssocID="{B391312C-27FF-4467-91F5-049A91769BE9}" presName="rootConnector" presStyleLbl="node2" presStyleIdx="2" presStyleCnt="4"/>
      <dgm:spPr/>
      <dgm:t>
        <a:bodyPr/>
        <a:lstStyle/>
        <a:p>
          <a:endParaRPr lang="ru-RU"/>
        </a:p>
      </dgm:t>
    </dgm:pt>
    <dgm:pt modelId="{CE620D08-254D-45C9-9361-6C4D1C725B53}" type="pres">
      <dgm:prSet presAssocID="{B391312C-27FF-4467-91F5-049A91769BE9}" presName="hierChild4" presStyleCnt="0"/>
      <dgm:spPr/>
    </dgm:pt>
    <dgm:pt modelId="{7F7E94A7-C7E5-4C86-A1AB-AC40BFB20D69}" type="pres">
      <dgm:prSet presAssocID="{B391312C-27FF-4467-91F5-049A91769BE9}" presName="hierChild5" presStyleCnt="0"/>
      <dgm:spPr/>
    </dgm:pt>
    <dgm:pt modelId="{A7A7FD91-1808-49BC-AA17-504DB17903DE}" type="pres">
      <dgm:prSet presAssocID="{67750EFF-8831-4125-A426-DF95C25E57BD}" presName="Name37" presStyleLbl="parChTrans1D2" presStyleIdx="3" presStyleCnt="4"/>
      <dgm:spPr/>
      <dgm:t>
        <a:bodyPr/>
        <a:lstStyle/>
        <a:p>
          <a:endParaRPr lang="ru-RU"/>
        </a:p>
      </dgm:t>
    </dgm:pt>
    <dgm:pt modelId="{28DF585F-6B23-4664-AFFA-6D20425746A5}" type="pres">
      <dgm:prSet presAssocID="{C27A4487-B94E-4610-96E2-26B230D8EF42}" presName="hierRoot2" presStyleCnt="0">
        <dgm:presLayoutVars>
          <dgm:hierBranch val="init"/>
        </dgm:presLayoutVars>
      </dgm:prSet>
      <dgm:spPr/>
    </dgm:pt>
    <dgm:pt modelId="{8A0EF52B-594C-4652-8599-5A54A1944311}" type="pres">
      <dgm:prSet presAssocID="{C27A4487-B94E-4610-96E2-26B230D8EF42}" presName="rootComposite" presStyleCnt="0"/>
      <dgm:spPr/>
    </dgm:pt>
    <dgm:pt modelId="{F52E47E1-019E-413E-8F23-44D90B657C7E}" type="pres">
      <dgm:prSet presAssocID="{C27A4487-B94E-4610-96E2-26B230D8EF42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AFC302B-3603-44C9-980C-4C424D184324}" type="pres">
      <dgm:prSet presAssocID="{C27A4487-B94E-4610-96E2-26B230D8EF42}" presName="rootConnector" presStyleLbl="node2" presStyleIdx="3" presStyleCnt="4"/>
      <dgm:spPr/>
      <dgm:t>
        <a:bodyPr/>
        <a:lstStyle/>
        <a:p>
          <a:endParaRPr lang="ru-RU"/>
        </a:p>
      </dgm:t>
    </dgm:pt>
    <dgm:pt modelId="{F5A934EF-BB91-475B-B952-7DA9B2E1CF55}" type="pres">
      <dgm:prSet presAssocID="{C27A4487-B94E-4610-96E2-26B230D8EF42}" presName="hierChild4" presStyleCnt="0"/>
      <dgm:spPr/>
    </dgm:pt>
    <dgm:pt modelId="{9E5B2149-E268-4515-9821-C6D4CB14C153}" type="pres">
      <dgm:prSet presAssocID="{C27A4487-B94E-4610-96E2-26B230D8EF42}" presName="hierChild5" presStyleCnt="0"/>
      <dgm:spPr/>
    </dgm:pt>
    <dgm:pt modelId="{E328096B-8F0D-4F6A-9158-A196BE96D996}" type="pres">
      <dgm:prSet presAssocID="{085CA616-40F0-46C2-BA81-6349AC54D855}" presName="hierChild3" presStyleCnt="0"/>
      <dgm:spPr/>
    </dgm:pt>
  </dgm:ptLst>
  <dgm:cxnLst>
    <dgm:cxn modelId="{DA76E942-89CE-4BC8-8207-55DB5761C13A}" type="presOf" srcId="{F7F5A65D-CDA4-43E2-B3EC-2D3747E64F4B}" destId="{52665744-2803-45D4-9A8A-732E6FC0241D}" srcOrd="0" destOrd="0" presId="urn:microsoft.com/office/officeart/2005/8/layout/orgChart1"/>
    <dgm:cxn modelId="{F9E16502-E654-41B8-921F-BFF86BC9082A}" type="presOf" srcId="{C27A4487-B94E-4610-96E2-26B230D8EF42}" destId="{F52E47E1-019E-413E-8F23-44D90B657C7E}" srcOrd="0" destOrd="0" presId="urn:microsoft.com/office/officeart/2005/8/layout/orgChart1"/>
    <dgm:cxn modelId="{D5971B66-ABE6-4694-A651-D142691EAE89}" srcId="{085CA616-40F0-46C2-BA81-6349AC54D855}" destId="{F7F5A65D-CDA4-43E2-B3EC-2D3747E64F4B}" srcOrd="1" destOrd="0" parTransId="{B6F72FA3-9EA9-457D-BB7F-D01A6E7B6A88}" sibTransId="{A7CE5FB0-24D2-4EAC-B6FE-EEE551AC9A87}"/>
    <dgm:cxn modelId="{FA4A1ADC-FE23-4CD3-837C-2A8DE913A3BD}" srcId="{C8C35BC9-16F4-4D94-A548-98D393FF8196}" destId="{085CA616-40F0-46C2-BA81-6349AC54D855}" srcOrd="0" destOrd="0" parTransId="{78BA40EC-0B47-49F9-B42C-F95EFEE57D7A}" sibTransId="{393CB675-E258-4A9F-8077-8E5BAB3BA088}"/>
    <dgm:cxn modelId="{364D6B4E-A5CA-41BB-A9B0-7ECABB94928D}" type="presOf" srcId="{B391312C-27FF-4467-91F5-049A91769BE9}" destId="{366E2095-9152-480F-9C73-7F60FCC07A26}" srcOrd="0" destOrd="0" presId="urn:microsoft.com/office/officeart/2005/8/layout/orgChart1"/>
    <dgm:cxn modelId="{2A4C408F-EF58-4925-9EC9-208938031203}" type="presOf" srcId="{30D4B1E8-58FB-4A61-9FDB-92E22D33A51E}" destId="{B02171F1-BEB8-4119-BB4B-76562CF2743B}" srcOrd="0" destOrd="0" presId="urn:microsoft.com/office/officeart/2005/8/layout/orgChart1"/>
    <dgm:cxn modelId="{C33FB8D2-5138-4596-827C-D983441DF554}" srcId="{085CA616-40F0-46C2-BA81-6349AC54D855}" destId="{1BC48F4D-ABC7-4304-A3D4-7EBC32222ACD}" srcOrd="0" destOrd="0" parTransId="{30D4B1E8-58FB-4A61-9FDB-92E22D33A51E}" sibTransId="{90C7A835-E7D0-4696-9F8C-01A1B2A1BB9F}"/>
    <dgm:cxn modelId="{94544933-06CE-4D1C-B18F-94C87431B4A2}" type="presOf" srcId="{F7F5A65D-CDA4-43E2-B3EC-2D3747E64F4B}" destId="{E792C0F2-A67E-466A-9CEE-0CC54F03C872}" srcOrd="1" destOrd="0" presId="urn:microsoft.com/office/officeart/2005/8/layout/orgChart1"/>
    <dgm:cxn modelId="{4AD1F840-B14A-4A6E-B319-9AAD47C19C4D}" type="presOf" srcId="{4D98C77E-7EFD-416F-B8A8-5F303B6E58DA}" destId="{57B0B55A-8A2D-465A-B76E-8F5B4F10798B}" srcOrd="0" destOrd="0" presId="urn:microsoft.com/office/officeart/2005/8/layout/orgChart1"/>
    <dgm:cxn modelId="{43243094-5C8B-4D31-B1A0-5DF7BADB81ED}" srcId="{085CA616-40F0-46C2-BA81-6349AC54D855}" destId="{B391312C-27FF-4467-91F5-049A91769BE9}" srcOrd="2" destOrd="0" parTransId="{4D98C77E-7EFD-416F-B8A8-5F303B6E58DA}" sibTransId="{833BD3CB-C178-4399-B562-CD8B49B94F78}"/>
    <dgm:cxn modelId="{182356A4-5BC6-44B9-9AA4-AA865F4D16C4}" type="presOf" srcId="{C27A4487-B94E-4610-96E2-26B230D8EF42}" destId="{7AFC302B-3603-44C9-980C-4C424D184324}" srcOrd="1" destOrd="0" presId="urn:microsoft.com/office/officeart/2005/8/layout/orgChart1"/>
    <dgm:cxn modelId="{6041A0F5-F1E9-49E7-ADDE-1ED073E5CCB7}" type="presOf" srcId="{67750EFF-8831-4125-A426-DF95C25E57BD}" destId="{A7A7FD91-1808-49BC-AA17-504DB17903DE}" srcOrd="0" destOrd="0" presId="urn:microsoft.com/office/officeart/2005/8/layout/orgChart1"/>
    <dgm:cxn modelId="{12E399BC-4BFF-4FED-88CE-3BF9FA4CDAB3}" type="presOf" srcId="{1BC48F4D-ABC7-4304-A3D4-7EBC32222ACD}" destId="{1544715E-8450-4375-9416-40058F641F0C}" srcOrd="0" destOrd="0" presId="urn:microsoft.com/office/officeart/2005/8/layout/orgChart1"/>
    <dgm:cxn modelId="{6F13444D-876E-4243-B7D1-7FB2CE57F1AE}" type="presOf" srcId="{C8C35BC9-16F4-4D94-A548-98D393FF8196}" destId="{B45FBA69-CBCE-4E20-AB16-F4C8B138C554}" srcOrd="0" destOrd="0" presId="urn:microsoft.com/office/officeart/2005/8/layout/orgChart1"/>
    <dgm:cxn modelId="{4A1FDE28-2DC1-45D2-A0BD-CC2361EA5272}" srcId="{085CA616-40F0-46C2-BA81-6349AC54D855}" destId="{C27A4487-B94E-4610-96E2-26B230D8EF42}" srcOrd="3" destOrd="0" parTransId="{67750EFF-8831-4125-A426-DF95C25E57BD}" sibTransId="{736A6E9C-558D-46E5-84D0-2BDCD7A711A4}"/>
    <dgm:cxn modelId="{B6BA0487-B3A7-4DF6-B50C-F3F049D8D696}" type="presOf" srcId="{085CA616-40F0-46C2-BA81-6349AC54D855}" destId="{2A86E8FD-1870-410B-982B-4BBF272C5757}" srcOrd="0" destOrd="0" presId="urn:microsoft.com/office/officeart/2005/8/layout/orgChart1"/>
    <dgm:cxn modelId="{E0CBDE43-E0BB-492F-AB2D-5345364A9513}" type="presOf" srcId="{1BC48F4D-ABC7-4304-A3D4-7EBC32222ACD}" destId="{6BAA0B55-AEE5-455A-9BE3-7889A6152B41}" srcOrd="1" destOrd="0" presId="urn:microsoft.com/office/officeart/2005/8/layout/orgChart1"/>
    <dgm:cxn modelId="{46F2F936-08FF-4A38-9657-121CDD6385DE}" type="presOf" srcId="{B391312C-27FF-4467-91F5-049A91769BE9}" destId="{AED94F71-D0BC-41B6-BEB3-41FEB71FDF08}" srcOrd="1" destOrd="0" presId="urn:microsoft.com/office/officeart/2005/8/layout/orgChart1"/>
    <dgm:cxn modelId="{EE624103-6456-48B1-A2E8-7094136BC01E}" type="presOf" srcId="{085CA616-40F0-46C2-BA81-6349AC54D855}" destId="{351E8D93-E7F3-4660-A83E-064FAD80400B}" srcOrd="1" destOrd="0" presId="urn:microsoft.com/office/officeart/2005/8/layout/orgChart1"/>
    <dgm:cxn modelId="{1DBA4B00-6F00-43DC-9988-57943DAE2454}" type="presOf" srcId="{B6F72FA3-9EA9-457D-BB7F-D01A6E7B6A88}" destId="{0F8324A6-FAEC-4A99-BDA0-85BE1BC467FB}" srcOrd="0" destOrd="0" presId="urn:microsoft.com/office/officeart/2005/8/layout/orgChart1"/>
    <dgm:cxn modelId="{B34E8C2B-BE42-49A3-A086-783F3ED07ECB}" type="presParOf" srcId="{B45FBA69-CBCE-4E20-AB16-F4C8B138C554}" destId="{D1B12BDC-98AF-4488-B640-7D5B09D8F154}" srcOrd="0" destOrd="0" presId="urn:microsoft.com/office/officeart/2005/8/layout/orgChart1"/>
    <dgm:cxn modelId="{7FD8ACB7-2CE7-4A58-864A-19261EDE5CDB}" type="presParOf" srcId="{D1B12BDC-98AF-4488-B640-7D5B09D8F154}" destId="{5DB74AAD-05A1-4981-88CD-8D74FD039A4C}" srcOrd="0" destOrd="0" presId="urn:microsoft.com/office/officeart/2005/8/layout/orgChart1"/>
    <dgm:cxn modelId="{BFB6EACD-AF97-4F0F-B7EC-640C14DAC8C9}" type="presParOf" srcId="{5DB74AAD-05A1-4981-88CD-8D74FD039A4C}" destId="{2A86E8FD-1870-410B-982B-4BBF272C5757}" srcOrd="0" destOrd="0" presId="urn:microsoft.com/office/officeart/2005/8/layout/orgChart1"/>
    <dgm:cxn modelId="{54372EE3-BCBD-454F-8888-8AD29483E985}" type="presParOf" srcId="{5DB74AAD-05A1-4981-88CD-8D74FD039A4C}" destId="{351E8D93-E7F3-4660-A83E-064FAD80400B}" srcOrd="1" destOrd="0" presId="urn:microsoft.com/office/officeart/2005/8/layout/orgChart1"/>
    <dgm:cxn modelId="{11AE038E-D454-42B2-8892-EC8650BC3BAD}" type="presParOf" srcId="{D1B12BDC-98AF-4488-B640-7D5B09D8F154}" destId="{46CBB9F2-24B3-4D74-BBC1-6DFDF04C910A}" srcOrd="1" destOrd="0" presId="urn:microsoft.com/office/officeart/2005/8/layout/orgChart1"/>
    <dgm:cxn modelId="{8426F749-2656-4B30-8A2C-DB59FAE146B9}" type="presParOf" srcId="{46CBB9F2-24B3-4D74-BBC1-6DFDF04C910A}" destId="{B02171F1-BEB8-4119-BB4B-76562CF2743B}" srcOrd="0" destOrd="0" presId="urn:microsoft.com/office/officeart/2005/8/layout/orgChart1"/>
    <dgm:cxn modelId="{9B6EAD5F-F7D0-48B4-8566-4B437473AFD6}" type="presParOf" srcId="{46CBB9F2-24B3-4D74-BBC1-6DFDF04C910A}" destId="{1B59C125-0E45-49DD-BC38-2F169EBB13CA}" srcOrd="1" destOrd="0" presId="urn:microsoft.com/office/officeart/2005/8/layout/orgChart1"/>
    <dgm:cxn modelId="{CA91F7D9-C474-4931-A34F-C1058A701751}" type="presParOf" srcId="{1B59C125-0E45-49DD-BC38-2F169EBB13CA}" destId="{C468469B-67D9-4474-8855-6B05CA1DB1D3}" srcOrd="0" destOrd="0" presId="urn:microsoft.com/office/officeart/2005/8/layout/orgChart1"/>
    <dgm:cxn modelId="{0C28C42F-7924-4804-997A-F5F87793B57B}" type="presParOf" srcId="{C468469B-67D9-4474-8855-6B05CA1DB1D3}" destId="{1544715E-8450-4375-9416-40058F641F0C}" srcOrd="0" destOrd="0" presId="urn:microsoft.com/office/officeart/2005/8/layout/orgChart1"/>
    <dgm:cxn modelId="{8C3786BE-B741-4F00-B441-D7F1526CB5D2}" type="presParOf" srcId="{C468469B-67D9-4474-8855-6B05CA1DB1D3}" destId="{6BAA0B55-AEE5-455A-9BE3-7889A6152B41}" srcOrd="1" destOrd="0" presId="urn:microsoft.com/office/officeart/2005/8/layout/orgChart1"/>
    <dgm:cxn modelId="{31DC0FED-3731-404C-AB06-138DB6627B51}" type="presParOf" srcId="{1B59C125-0E45-49DD-BC38-2F169EBB13CA}" destId="{A091B6FD-1288-473F-9742-02829EDA0F4D}" srcOrd="1" destOrd="0" presId="urn:microsoft.com/office/officeart/2005/8/layout/orgChart1"/>
    <dgm:cxn modelId="{89377D2B-D02F-4370-B755-7211F8FF1358}" type="presParOf" srcId="{1B59C125-0E45-49DD-BC38-2F169EBB13CA}" destId="{326F0DDD-EBB5-4D41-A602-E3AB29629B97}" srcOrd="2" destOrd="0" presId="urn:microsoft.com/office/officeart/2005/8/layout/orgChart1"/>
    <dgm:cxn modelId="{65006176-F061-4F49-94C4-9C235986315F}" type="presParOf" srcId="{46CBB9F2-24B3-4D74-BBC1-6DFDF04C910A}" destId="{0F8324A6-FAEC-4A99-BDA0-85BE1BC467FB}" srcOrd="2" destOrd="0" presId="urn:microsoft.com/office/officeart/2005/8/layout/orgChart1"/>
    <dgm:cxn modelId="{540A7390-B9FE-4575-A69E-17F8425BC786}" type="presParOf" srcId="{46CBB9F2-24B3-4D74-BBC1-6DFDF04C910A}" destId="{70913760-11D3-437F-90DA-D67F8FADD272}" srcOrd="3" destOrd="0" presId="urn:microsoft.com/office/officeart/2005/8/layout/orgChart1"/>
    <dgm:cxn modelId="{6057D55F-D75B-49A5-9E70-874773EAFE2F}" type="presParOf" srcId="{70913760-11D3-437F-90DA-D67F8FADD272}" destId="{0DCA2A13-41B4-43E5-A62B-7BB8E82CA6BD}" srcOrd="0" destOrd="0" presId="urn:microsoft.com/office/officeart/2005/8/layout/orgChart1"/>
    <dgm:cxn modelId="{CDC779B4-3050-41A8-8109-7DE9279CD95A}" type="presParOf" srcId="{0DCA2A13-41B4-43E5-A62B-7BB8E82CA6BD}" destId="{52665744-2803-45D4-9A8A-732E6FC0241D}" srcOrd="0" destOrd="0" presId="urn:microsoft.com/office/officeart/2005/8/layout/orgChart1"/>
    <dgm:cxn modelId="{9F8DAE56-A329-4BA2-A986-AE15EFC0F4C0}" type="presParOf" srcId="{0DCA2A13-41B4-43E5-A62B-7BB8E82CA6BD}" destId="{E792C0F2-A67E-466A-9CEE-0CC54F03C872}" srcOrd="1" destOrd="0" presId="urn:microsoft.com/office/officeart/2005/8/layout/orgChart1"/>
    <dgm:cxn modelId="{592A096F-5FD2-4284-9C4A-316AF54DE950}" type="presParOf" srcId="{70913760-11D3-437F-90DA-D67F8FADD272}" destId="{361B6937-9485-4017-B1F4-AB3E8ED3B347}" srcOrd="1" destOrd="0" presId="urn:microsoft.com/office/officeart/2005/8/layout/orgChart1"/>
    <dgm:cxn modelId="{83665816-2072-472B-90DB-D8525B0ECA9E}" type="presParOf" srcId="{70913760-11D3-437F-90DA-D67F8FADD272}" destId="{AFC8ACE7-2FB4-4674-909A-AFF5EF1672A0}" srcOrd="2" destOrd="0" presId="urn:microsoft.com/office/officeart/2005/8/layout/orgChart1"/>
    <dgm:cxn modelId="{E9E4050F-BC8E-4E2B-8F94-14EAD3675D37}" type="presParOf" srcId="{46CBB9F2-24B3-4D74-BBC1-6DFDF04C910A}" destId="{57B0B55A-8A2D-465A-B76E-8F5B4F10798B}" srcOrd="4" destOrd="0" presId="urn:microsoft.com/office/officeart/2005/8/layout/orgChart1"/>
    <dgm:cxn modelId="{F351F2A1-F4AB-4F2D-AC9F-F8A7BD9C8823}" type="presParOf" srcId="{46CBB9F2-24B3-4D74-BBC1-6DFDF04C910A}" destId="{EC05349A-395C-411B-83E9-BF768CF71E01}" srcOrd="5" destOrd="0" presId="urn:microsoft.com/office/officeart/2005/8/layout/orgChart1"/>
    <dgm:cxn modelId="{E03A2AE7-69FA-43BD-8A5B-1294261026F3}" type="presParOf" srcId="{EC05349A-395C-411B-83E9-BF768CF71E01}" destId="{55FDE785-771C-4943-B1F7-BE6500432A9E}" srcOrd="0" destOrd="0" presId="urn:microsoft.com/office/officeart/2005/8/layout/orgChart1"/>
    <dgm:cxn modelId="{F4D0F49D-4162-47A1-9650-E8116EACC410}" type="presParOf" srcId="{55FDE785-771C-4943-B1F7-BE6500432A9E}" destId="{366E2095-9152-480F-9C73-7F60FCC07A26}" srcOrd="0" destOrd="0" presId="urn:microsoft.com/office/officeart/2005/8/layout/orgChart1"/>
    <dgm:cxn modelId="{08434EE1-D3F4-4425-A160-BC6FA1A6C0B9}" type="presParOf" srcId="{55FDE785-771C-4943-B1F7-BE6500432A9E}" destId="{AED94F71-D0BC-41B6-BEB3-41FEB71FDF08}" srcOrd="1" destOrd="0" presId="urn:microsoft.com/office/officeart/2005/8/layout/orgChart1"/>
    <dgm:cxn modelId="{15FB8066-6D0E-41BF-BAF0-918E94F81A22}" type="presParOf" srcId="{EC05349A-395C-411B-83E9-BF768CF71E01}" destId="{CE620D08-254D-45C9-9361-6C4D1C725B53}" srcOrd="1" destOrd="0" presId="urn:microsoft.com/office/officeart/2005/8/layout/orgChart1"/>
    <dgm:cxn modelId="{78004A39-940D-470B-B981-E917524996EB}" type="presParOf" srcId="{EC05349A-395C-411B-83E9-BF768CF71E01}" destId="{7F7E94A7-C7E5-4C86-A1AB-AC40BFB20D69}" srcOrd="2" destOrd="0" presId="urn:microsoft.com/office/officeart/2005/8/layout/orgChart1"/>
    <dgm:cxn modelId="{8C2B2A71-B07C-4170-AA2D-53276DF1890A}" type="presParOf" srcId="{46CBB9F2-24B3-4D74-BBC1-6DFDF04C910A}" destId="{A7A7FD91-1808-49BC-AA17-504DB17903DE}" srcOrd="6" destOrd="0" presId="urn:microsoft.com/office/officeart/2005/8/layout/orgChart1"/>
    <dgm:cxn modelId="{425BF848-0E63-4942-A92B-DDAF27772300}" type="presParOf" srcId="{46CBB9F2-24B3-4D74-BBC1-6DFDF04C910A}" destId="{28DF585F-6B23-4664-AFFA-6D20425746A5}" srcOrd="7" destOrd="0" presId="urn:microsoft.com/office/officeart/2005/8/layout/orgChart1"/>
    <dgm:cxn modelId="{A4DDE6D5-EDCD-41F6-9F0A-5BEAC01D6BA5}" type="presParOf" srcId="{28DF585F-6B23-4664-AFFA-6D20425746A5}" destId="{8A0EF52B-594C-4652-8599-5A54A1944311}" srcOrd="0" destOrd="0" presId="urn:microsoft.com/office/officeart/2005/8/layout/orgChart1"/>
    <dgm:cxn modelId="{F43EE357-981D-42C9-8110-040534D21A9C}" type="presParOf" srcId="{8A0EF52B-594C-4652-8599-5A54A1944311}" destId="{F52E47E1-019E-413E-8F23-44D90B657C7E}" srcOrd="0" destOrd="0" presId="urn:microsoft.com/office/officeart/2005/8/layout/orgChart1"/>
    <dgm:cxn modelId="{4D7282BE-1B67-465A-B37D-7680AF9D2A91}" type="presParOf" srcId="{8A0EF52B-594C-4652-8599-5A54A1944311}" destId="{7AFC302B-3603-44C9-980C-4C424D184324}" srcOrd="1" destOrd="0" presId="urn:microsoft.com/office/officeart/2005/8/layout/orgChart1"/>
    <dgm:cxn modelId="{F006E8FC-97E5-4399-9155-1E3D6420FA56}" type="presParOf" srcId="{28DF585F-6B23-4664-AFFA-6D20425746A5}" destId="{F5A934EF-BB91-475B-B952-7DA9B2E1CF55}" srcOrd="1" destOrd="0" presId="urn:microsoft.com/office/officeart/2005/8/layout/orgChart1"/>
    <dgm:cxn modelId="{345981EB-B40C-4B4C-9363-8B45FE021B9C}" type="presParOf" srcId="{28DF585F-6B23-4664-AFFA-6D20425746A5}" destId="{9E5B2149-E268-4515-9821-C6D4CB14C153}" srcOrd="2" destOrd="0" presId="urn:microsoft.com/office/officeart/2005/8/layout/orgChart1"/>
    <dgm:cxn modelId="{8C8C4EED-7C96-4005-8488-F144FA85E4D4}" type="presParOf" srcId="{D1B12BDC-98AF-4488-B640-7D5B09D8F154}" destId="{E328096B-8F0D-4F6A-9158-A196BE96D99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8C35BC9-16F4-4D94-A548-98D393FF8196}" type="doc">
      <dgm:prSet loTypeId="urn:microsoft.com/office/officeart/2005/8/layout/orgChart1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085CA616-40F0-46C2-BA81-6349AC54D855}">
      <dgm:prSet phldrT="[Текст]"/>
      <dgm:spPr/>
      <dgm:t>
        <a:bodyPr/>
        <a:lstStyle/>
        <a:p>
          <a:r>
            <a:rPr lang="ru-RU" dirty="0" smtClean="0"/>
            <a:t>Неофициальные просмотры требований</a:t>
          </a:r>
          <a:endParaRPr lang="ru-RU" dirty="0"/>
        </a:p>
      </dgm:t>
    </dgm:pt>
    <dgm:pt modelId="{78BA40EC-0B47-49F9-B42C-F95EFEE57D7A}" type="parTrans" cxnId="{FA4A1ADC-FE23-4CD3-837C-2A8DE913A3BD}">
      <dgm:prSet/>
      <dgm:spPr/>
      <dgm:t>
        <a:bodyPr/>
        <a:lstStyle/>
        <a:p>
          <a:endParaRPr lang="ru-RU"/>
        </a:p>
      </dgm:t>
    </dgm:pt>
    <dgm:pt modelId="{393CB675-E258-4A9F-8077-8E5BAB3BA088}" type="sibTrans" cxnId="{FA4A1ADC-FE23-4CD3-837C-2A8DE913A3BD}">
      <dgm:prSet/>
      <dgm:spPr/>
      <dgm:t>
        <a:bodyPr/>
        <a:lstStyle/>
        <a:p>
          <a:endParaRPr lang="ru-RU"/>
        </a:p>
      </dgm:t>
    </dgm:pt>
    <dgm:pt modelId="{1BC48F4D-ABC7-4304-A3D4-7EBC32222ACD}">
      <dgm:prSet phldrT="[Текст]"/>
      <dgm:spPr/>
      <dgm:t>
        <a:bodyPr/>
        <a:lstStyle/>
        <a:p>
          <a:r>
            <a:rPr lang="ru-RU" dirty="0" smtClean="0"/>
            <a:t>просмотр "за столом"</a:t>
          </a:r>
          <a:endParaRPr lang="ru-RU" dirty="0"/>
        </a:p>
      </dgm:t>
    </dgm:pt>
    <dgm:pt modelId="{30D4B1E8-58FB-4A61-9FDB-92E22D33A51E}" type="parTrans" cxnId="{C33FB8D2-5138-4596-827C-D983441DF554}">
      <dgm:prSet/>
      <dgm:spPr/>
      <dgm:t>
        <a:bodyPr/>
        <a:lstStyle/>
        <a:p>
          <a:endParaRPr lang="ru-RU"/>
        </a:p>
      </dgm:t>
    </dgm:pt>
    <dgm:pt modelId="{90C7A835-E7D0-4696-9F8C-01A1B2A1BB9F}" type="sibTrans" cxnId="{C33FB8D2-5138-4596-827C-D983441DF554}">
      <dgm:prSet/>
      <dgm:spPr/>
      <dgm:t>
        <a:bodyPr/>
        <a:lstStyle/>
        <a:p>
          <a:endParaRPr lang="ru-RU"/>
        </a:p>
      </dgm:t>
    </dgm:pt>
    <dgm:pt modelId="{F7F5A65D-CDA4-43E2-B3EC-2D3747E64F4B}">
      <dgm:prSet phldrT="[Текст]"/>
      <dgm:spPr/>
      <dgm:t>
        <a:bodyPr/>
        <a:lstStyle/>
        <a:p>
          <a:r>
            <a:rPr lang="ru-RU" dirty="0" smtClean="0"/>
            <a:t>коллективная проверка</a:t>
          </a:r>
          <a:endParaRPr lang="ru-RU" dirty="0"/>
        </a:p>
      </dgm:t>
    </dgm:pt>
    <dgm:pt modelId="{B6F72FA3-9EA9-457D-BB7F-D01A6E7B6A88}" type="parTrans" cxnId="{D5971B66-ABE6-4694-A651-D142691EAE89}">
      <dgm:prSet/>
      <dgm:spPr/>
      <dgm:t>
        <a:bodyPr/>
        <a:lstStyle/>
        <a:p>
          <a:endParaRPr lang="ru-RU"/>
        </a:p>
      </dgm:t>
    </dgm:pt>
    <dgm:pt modelId="{A7CE5FB0-24D2-4EAC-B6FE-EEE551AC9A87}" type="sibTrans" cxnId="{D5971B66-ABE6-4694-A651-D142691EAE89}">
      <dgm:prSet/>
      <dgm:spPr/>
      <dgm:t>
        <a:bodyPr/>
        <a:lstStyle/>
        <a:p>
          <a:endParaRPr lang="ru-RU"/>
        </a:p>
      </dgm:t>
    </dgm:pt>
    <dgm:pt modelId="{B391312C-27FF-4467-91F5-049A91769BE9}">
      <dgm:prSet phldrT="[Текст]"/>
      <dgm:spPr/>
      <dgm:t>
        <a:bodyPr/>
        <a:lstStyle/>
        <a:p>
          <a:r>
            <a:rPr lang="ru-RU" dirty="0" smtClean="0"/>
            <a:t>критический анализ</a:t>
          </a:r>
          <a:endParaRPr lang="ru-RU" dirty="0"/>
        </a:p>
      </dgm:t>
    </dgm:pt>
    <dgm:pt modelId="{4D98C77E-7EFD-416F-B8A8-5F303B6E58DA}" type="parTrans" cxnId="{43243094-5C8B-4D31-B1A0-5DF7BADB81ED}">
      <dgm:prSet/>
      <dgm:spPr/>
      <dgm:t>
        <a:bodyPr/>
        <a:lstStyle/>
        <a:p>
          <a:endParaRPr lang="ru-RU"/>
        </a:p>
      </dgm:t>
    </dgm:pt>
    <dgm:pt modelId="{833BD3CB-C178-4399-B562-CD8B49B94F78}" type="sibTrans" cxnId="{43243094-5C8B-4D31-B1A0-5DF7BADB81ED}">
      <dgm:prSet/>
      <dgm:spPr/>
      <dgm:t>
        <a:bodyPr/>
        <a:lstStyle/>
        <a:p>
          <a:endParaRPr lang="ru-RU"/>
        </a:p>
      </dgm:t>
    </dgm:pt>
    <dgm:pt modelId="{B45FBA69-CBCE-4E20-AB16-F4C8B138C554}" type="pres">
      <dgm:prSet presAssocID="{C8C35BC9-16F4-4D94-A548-98D393FF81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1B12BDC-98AF-4488-B640-7D5B09D8F154}" type="pres">
      <dgm:prSet presAssocID="{085CA616-40F0-46C2-BA81-6349AC54D855}" presName="hierRoot1" presStyleCnt="0">
        <dgm:presLayoutVars>
          <dgm:hierBranch val="init"/>
        </dgm:presLayoutVars>
      </dgm:prSet>
      <dgm:spPr/>
    </dgm:pt>
    <dgm:pt modelId="{5DB74AAD-05A1-4981-88CD-8D74FD039A4C}" type="pres">
      <dgm:prSet presAssocID="{085CA616-40F0-46C2-BA81-6349AC54D855}" presName="rootComposite1" presStyleCnt="0"/>
      <dgm:spPr/>
    </dgm:pt>
    <dgm:pt modelId="{2A86E8FD-1870-410B-982B-4BBF272C5757}" type="pres">
      <dgm:prSet presAssocID="{085CA616-40F0-46C2-BA81-6349AC54D85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51E8D93-E7F3-4660-A83E-064FAD80400B}" type="pres">
      <dgm:prSet presAssocID="{085CA616-40F0-46C2-BA81-6349AC54D855}" presName="rootConnector1" presStyleLbl="node1" presStyleIdx="0" presStyleCnt="0"/>
      <dgm:spPr/>
      <dgm:t>
        <a:bodyPr/>
        <a:lstStyle/>
        <a:p>
          <a:endParaRPr lang="ru-RU"/>
        </a:p>
      </dgm:t>
    </dgm:pt>
    <dgm:pt modelId="{46CBB9F2-24B3-4D74-BBC1-6DFDF04C910A}" type="pres">
      <dgm:prSet presAssocID="{085CA616-40F0-46C2-BA81-6349AC54D855}" presName="hierChild2" presStyleCnt="0"/>
      <dgm:spPr/>
    </dgm:pt>
    <dgm:pt modelId="{B02171F1-BEB8-4119-BB4B-76562CF2743B}" type="pres">
      <dgm:prSet presAssocID="{30D4B1E8-58FB-4A61-9FDB-92E22D33A51E}" presName="Name37" presStyleLbl="parChTrans1D2" presStyleIdx="0" presStyleCnt="3"/>
      <dgm:spPr/>
      <dgm:t>
        <a:bodyPr/>
        <a:lstStyle/>
        <a:p>
          <a:endParaRPr lang="ru-RU"/>
        </a:p>
      </dgm:t>
    </dgm:pt>
    <dgm:pt modelId="{1B59C125-0E45-49DD-BC38-2F169EBB13CA}" type="pres">
      <dgm:prSet presAssocID="{1BC48F4D-ABC7-4304-A3D4-7EBC32222ACD}" presName="hierRoot2" presStyleCnt="0">
        <dgm:presLayoutVars>
          <dgm:hierBranch val="init"/>
        </dgm:presLayoutVars>
      </dgm:prSet>
      <dgm:spPr/>
    </dgm:pt>
    <dgm:pt modelId="{C468469B-67D9-4474-8855-6B05CA1DB1D3}" type="pres">
      <dgm:prSet presAssocID="{1BC48F4D-ABC7-4304-A3D4-7EBC32222ACD}" presName="rootComposite" presStyleCnt="0"/>
      <dgm:spPr/>
    </dgm:pt>
    <dgm:pt modelId="{1544715E-8450-4375-9416-40058F641F0C}" type="pres">
      <dgm:prSet presAssocID="{1BC48F4D-ABC7-4304-A3D4-7EBC32222ACD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BAA0B55-AEE5-455A-9BE3-7889A6152B41}" type="pres">
      <dgm:prSet presAssocID="{1BC48F4D-ABC7-4304-A3D4-7EBC32222ACD}" presName="rootConnector" presStyleLbl="node2" presStyleIdx="0" presStyleCnt="3"/>
      <dgm:spPr/>
      <dgm:t>
        <a:bodyPr/>
        <a:lstStyle/>
        <a:p>
          <a:endParaRPr lang="ru-RU"/>
        </a:p>
      </dgm:t>
    </dgm:pt>
    <dgm:pt modelId="{A091B6FD-1288-473F-9742-02829EDA0F4D}" type="pres">
      <dgm:prSet presAssocID="{1BC48F4D-ABC7-4304-A3D4-7EBC32222ACD}" presName="hierChild4" presStyleCnt="0"/>
      <dgm:spPr/>
    </dgm:pt>
    <dgm:pt modelId="{326F0DDD-EBB5-4D41-A602-E3AB29629B97}" type="pres">
      <dgm:prSet presAssocID="{1BC48F4D-ABC7-4304-A3D4-7EBC32222ACD}" presName="hierChild5" presStyleCnt="0"/>
      <dgm:spPr/>
    </dgm:pt>
    <dgm:pt modelId="{0F8324A6-FAEC-4A99-BDA0-85BE1BC467FB}" type="pres">
      <dgm:prSet presAssocID="{B6F72FA3-9EA9-457D-BB7F-D01A6E7B6A88}" presName="Name37" presStyleLbl="parChTrans1D2" presStyleIdx="1" presStyleCnt="3"/>
      <dgm:spPr/>
      <dgm:t>
        <a:bodyPr/>
        <a:lstStyle/>
        <a:p>
          <a:endParaRPr lang="ru-RU"/>
        </a:p>
      </dgm:t>
    </dgm:pt>
    <dgm:pt modelId="{70913760-11D3-437F-90DA-D67F8FADD272}" type="pres">
      <dgm:prSet presAssocID="{F7F5A65D-CDA4-43E2-B3EC-2D3747E64F4B}" presName="hierRoot2" presStyleCnt="0">
        <dgm:presLayoutVars>
          <dgm:hierBranch val="init"/>
        </dgm:presLayoutVars>
      </dgm:prSet>
      <dgm:spPr/>
    </dgm:pt>
    <dgm:pt modelId="{0DCA2A13-41B4-43E5-A62B-7BB8E82CA6BD}" type="pres">
      <dgm:prSet presAssocID="{F7F5A65D-CDA4-43E2-B3EC-2D3747E64F4B}" presName="rootComposite" presStyleCnt="0"/>
      <dgm:spPr/>
    </dgm:pt>
    <dgm:pt modelId="{52665744-2803-45D4-9A8A-732E6FC0241D}" type="pres">
      <dgm:prSet presAssocID="{F7F5A65D-CDA4-43E2-B3EC-2D3747E64F4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792C0F2-A67E-466A-9CEE-0CC54F03C872}" type="pres">
      <dgm:prSet presAssocID="{F7F5A65D-CDA4-43E2-B3EC-2D3747E64F4B}" presName="rootConnector" presStyleLbl="node2" presStyleIdx="1" presStyleCnt="3"/>
      <dgm:spPr/>
      <dgm:t>
        <a:bodyPr/>
        <a:lstStyle/>
        <a:p>
          <a:endParaRPr lang="ru-RU"/>
        </a:p>
      </dgm:t>
    </dgm:pt>
    <dgm:pt modelId="{361B6937-9485-4017-B1F4-AB3E8ED3B347}" type="pres">
      <dgm:prSet presAssocID="{F7F5A65D-CDA4-43E2-B3EC-2D3747E64F4B}" presName="hierChild4" presStyleCnt="0"/>
      <dgm:spPr/>
    </dgm:pt>
    <dgm:pt modelId="{AFC8ACE7-2FB4-4674-909A-AFF5EF1672A0}" type="pres">
      <dgm:prSet presAssocID="{F7F5A65D-CDA4-43E2-B3EC-2D3747E64F4B}" presName="hierChild5" presStyleCnt="0"/>
      <dgm:spPr/>
    </dgm:pt>
    <dgm:pt modelId="{57B0B55A-8A2D-465A-B76E-8F5B4F10798B}" type="pres">
      <dgm:prSet presAssocID="{4D98C77E-7EFD-416F-B8A8-5F303B6E58DA}" presName="Name37" presStyleLbl="parChTrans1D2" presStyleIdx="2" presStyleCnt="3"/>
      <dgm:spPr/>
      <dgm:t>
        <a:bodyPr/>
        <a:lstStyle/>
        <a:p>
          <a:endParaRPr lang="ru-RU"/>
        </a:p>
      </dgm:t>
    </dgm:pt>
    <dgm:pt modelId="{EC05349A-395C-411B-83E9-BF768CF71E01}" type="pres">
      <dgm:prSet presAssocID="{B391312C-27FF-4467-91F5-049A91769BE9}" presName="hierRoot2" presStyleCnt="0">
        <dgm:presLayoutVars>
          <dgm:hierBranch val="init"/>
        </dgm:presLayoutVars>
      </dgm:prSet>
      <dgm:spPr/>
    </dgm:pt>
    <dgm:pt modelId="{55FDE785-771C-4943-B1F7-BE6500432A9E}" type="pres">
      <dgm:prSet presAssocID="{B391312C-27FF-4467-91F5-049A91769BE9}" presName="rootComposite" presStyleCnt="0"/>
      <dgm:spPr/>
    </dgm:pt>
    <dgm:pt modelId="{366E2095-9152-480F-9C73-7F60FCC07A26}" type="pres">
      <dgm:prSet presAssocID="{B391312C-27FF-4467-91F5-049A91769BE9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D94F71-D0BC-41B6-BEB3-41FEB71FDF08}" type="pres">
      <dgm:prSet presAssocID="{B391312C-27FF-4467-91F5-049A91769BE9}" presName="rootConnector" presStyleLbl="node2" presStyleIdx="2" presStyleCnt="3"/>
      <dgm:spPr/>
      <dgm:t>
        <a:bodyPr/>
        <a:lstStyle/>
        <a:p>
          <a:endParaRPr lang="ru-RU"/>
        </a:p>
      </dgm:t>
    </dgm:pt>
    <dgm:pt modelId="{CE620D08-254D-45C9-9361-6C4D1C725B53}" type="pres">
      <dgm:prSet presAssocID="{B391312C-27FF-4467-91F5-049A91769BE9}" presName="hierChild4" presStyleCnt="0"/>
      <dgm:spPr/>
    </dgm:pt>
    <dgm:pt modelId="{7F7E94A7-C7E5-4C86-A1AB-AC40BFB20D69}" type="pres">
      <dgm:prSet presAssocID="{B391312C-27FF-4467-91F5-049A91769BE9}" presName="hierChild5" presStyleCnt="0"/>
      <dgm:spPr/>
    </dgm:pt>
    <dgm:pt modelId="{E328096B-8F0D-4F6A-9158-A196BE96D996}" type="pres">
      <dgm:prSet presAssocID="{085CA616-40F0-46C2-BA81-6349AC54D855}" presName="hierChild3" presStyleCnt="0"/>
      <dgm:spPr/>
    </dgm:pt>
  </dgm:ptLst>
  <dgm:cxnLst>
    <dgm:cxn modelId="{6DCD7FB2-8CEE-41E7-9ECC-A140294C6D41}" type="presOf" srcId="{4D98C77E-7EFD-416F-B8A8-5F303B6E58DA}" destId="{57B0B55A-8A2D-465A-B76E-8F5B4F10798B}" srcOrd="0" destOrd="0" presId="urn:microsoft.com/office/officeart/2005/8/layout/orgChart1"/>
    <dgm:cxn modelId="{E432A494-32D8-44D9-99D0-02EFDCEF4B3C}" type="presOf" srcId="{B6F72FA3-9EA9-457D-BB7F-D01A6E7B6A88}" destId="{0F8324A6-FAEC-4A99-BDA0-85BE1BC467FB}" srcOrd="0" destOrd="0" presId="urn:microsoft.com/office/officeart/2005/8/layout/orgChart1"/>
    <dgm:cxn modelId="{43243094-5C8B-4D31-B1A0-5DF7BADB81ED}" srcId="{085CA616-40F0-46C2-BA81-6349AC54D855}" destId="{B391312C-27FF-4467-91F5-049A91769BE9}" srcOrd="2" destOrd="0" parTransId="{4D98C77E-7EFD-416F-B8A8-5F303B6E58DA}" sibTransId="{833BD3CB-C178-4399-B562-CD8B49B94F78}"/>
    <dgm:cxn modelId="{261B01A1-CEC9-4548-B013-D5873BECB577}" type="presOf" srcId="{C8C35BC9-16F4-4D94-A548-98D393FF8196}" destId="{B45FBA69-CBCE-4E20-AB16-F4C8B138C554}" srcOrd="0" destOrd="0" presId="urn:microsoft.com/office/officeart/2005/8/layout/orgChart1"/>
    <dgm:cxn modelId="{FA4A1ADC-FE23-4CD3-837C-2A8DE913A3BD}" srcId="{C8C35BC9-16F4-4D94-A548-98D393FF8196}" destId="{085CA616-40F0-46C2-BA81-6349AC54D855}" srcOrd="0" destOrd="0" parTransId="{78BA40EC-0B47-49F9-B42C-F95EFEE57D7A}" sibTransId="{393CB675-E258-4A9F-8077-8E5BAB3BA088}"/>
    <dgm:cxn modelId="{C693E735-197F-4C3D-8020-D1AB0F4624ED}" type="presOf" srcId="{085CA616-40F0-46C2-BA81-6349AC54D855}" destId="{2A86E8FD-1870-410B-982B-4BBF272C5757}" srcOrd="0" destOrd="0" presId="urn:microsoft.com/office/officeart/2005/8/layout/orgChart1"/>
    <dgm:cxn modelId="{01CB4A8B-19CA-4E19-BDDC-C58F952AF7EE}" type="presOf" srcId="{1BC48F4D-ABC7-4304-A3D4-7EBC32222ACD}" destId="{1544715E-8450-4375-9416-40058F641F0C}" srcOrd="0" destOrd="0" presId="urn:microsoft.com/office/officeart/2005/8/layout/orgChart1"/>
    <dgm:cxn modelId="{51DF46DC-BECD-496E-B068-0636D1D3C05B}" type="presOf" srcId="{B391312C-27FF-4467-91F5-049A91769BE9}" destId="{366E2095-9152-480F-9C73-7F60FCC07A26}" srcOrd="0" destOrd="0" presId="urn:microsoft.com/office/officeart/2005/8/layout/orgChart1"/>
    <dgm:cxn modelId="{D5971B66-ABE6-4694-A651-D142691EAE89}" srcId="{085CA616-40F0-46C2-BA81-6349AC54D855}" destId="{F7F5A65D-CDA4-43E2-B3EC-2D3747E64F4B}" srcOrd="1" destOrd="0" parTransId="{B6F72FA3-9EA9-457D-BB7F-D01A6E7B6A88}" sibTransId="{A7CE5FB0-24D2-4EAC-B6FE-EEE551AC9A87}"/>
    <dgm:cxn modelId="{647720F1-A03F-40E0-8024-8F98A5675B1A}" type="presOf" srcId="{1BC48F4D-ABC7-4304-A3D4-7EBC32222ACD}" destId="{6BAA0B55-AEE5-455A-9BE3-7889A6152B41}" srcOrd="1" destOrd="0" presId="urn:microsoft.com/office/officeart/2005/8/layout/orgChart1"/>
    <dgm:cxn modelId="{09B6A3AB-D806-4565-B2C8-E0BA8AA97BBB}" type="presOf" srcId="{085CA616-40F0-46C2-BA81-6349AC54D855}" destId="{351E8D93-E7F3-4660-A83E-064FAD80400B}" srcOrd="1" destOrd="0" presId="urn:microsoft.com/office/officeart/2005/8/layout/orgChart1"/>
    <dgm:cxn modelId="{E798E2AD-F98E-40F1-8E6B-5187523F20D8}" type="presOf" srcId="{B391312C-27FF-4467-91F5-049A91769BE9}" destId="{AED94F71-D0BC-41B6-BEB3-41FEB71FDF08}" srcOrd="1" destOrd="0" presId="urn:microsoft.com/office/officeart/2005/8/layout/orgChart1"/>
    <dgm:cxn modelId="{F5E507BB-0743-4F8D-9575-B618F6C3A50F}" type="presOf" srcId="{F7F5A65D-CDA4-43E2-B3EC-2D3747E64F4B}" destId="{E792C0F2-A67E-466A-9CEE-0CC54F03C872}" srcOrd="1" destOrd="0" presId="urn:microsoft.com/office/officeart/2005/8/layout/orgChart1"/>
    <dgm:cxn modelId="{0B317473-E70F-43C4-984C-7E841FFAC51B}" type="presOf" srcId="{30D4B1E8-58FB-4A61-9FDB-92E22D33A51E}" destId="{B02171F1-BEB8-4119-BB4B-76562CF2743B}" srcOrd="0" destOrd="0" presId="urn:microsoft.com/office/officeart/2005/8/layout/orgChart1"/>
    <dgm:cxn modelId="{D2F55D13-3C26-423A-AD1A-3F20A8B9BBC0}" type="presOf" srcId="{F7F5A65D-CDA4-43E2-B3EC-2D3747E64F4B}" destId="{52665744-2803-45D4-9A8A-732E6FC0241D}" srcOrd="0" destOrd="0" presId="urn:microsoft.com/office/officeart/2005/8/layout/orgChart1"/>
    <dgm:cxn modelId="{C33FB8D2-5138-4596-827C-D983441DF554}" srcId="{085CA616-40F0-46C2-BA81-6349AC54D855}" destId="{1BC48F4D-ABC7-4304-A3D4-7EBC32222ACD}" srcOrd="0" destOrd="0" parTransId="{30D4B1E8-58FB-4A61-9FDB-92E22D33A51E}" sibTransId="{90C7A835-E7D0-4696-9F8C-01A1B2A1BB9F}"/>
    <dgm:cxn modelId="{50CCAEA6-8A63-4744-BA39-F31FBE5CFADB}" type="presParOf" srcId="{B45FBA69-CBCE-4E20-AB16-F4C8B138C554}" destId="{D1B12BDC-98AF-4488-B640-7D5B09D8F154}" srcOrd="0" destOrd="0" presId="urn:microsoft.com/office/officeart/2005/8/layout/orgChart1"/>
    <dgm:cxn modelId="{C98282D8-9998-40B0-9097-68CA663C152A}" type="presParOf" srcId="{D1B12BDC-98AF-4488-B640-7D5B09D8F154}" destId="{5DB74AAD-05A1-4981-88CD-8D74FD039A4C}" srcOrd="0" destOrd="0" presId="urn:microsoft.com/office/officeart/2005/8/layout/orgChart1"/>
    <dgm:cxn modelId="{76AA2790-D6B9-4555-B9D7-02B6C5BF0F9B}" type="presParOf" srcId="{5DB74AAD-05A1-4981-88CD-8D74FD039A4C}" destId="{2A86E8FD-1870-410B-982B-4BBF272C5757}" srcOrd="0" destOrd="0" presId="urn:microsoft.com/office/officeart/2005/8/layout/orgChart1"/>
    <dgm:cxn modelId="{110C1050-4E5E-4332-BF3D-7C940E33B944}" type="presParOf" srcId="{5DB74AAD-05A1-4981-88CD-8D74FD039A4C}" destId="{351E8D93-E7F3-4660-A83E-064FAD80400B}" srcOrd="1" destOrd="0" presId="urn:microsoft.com/office/officeart/2005/8/layout/orgChart1"/>
    <dgm:cxn modelId="{9CF31B68-071B-452D-85B7-FF406AAFA37D}" type="presParOf" srcId="{D1B12BDC-98AF-4488-B640-7D5B09D8F154}" destId="{46CBB9F2-24B3-4D74-BBC1-6DFDF04C910A}" srcOrd="1" destOrd="0" presId="urn:microsoft.com/office/officeart/2005/8/layout/orgChart1"/>
    <dgm:cxn modelId="{2FCB0767-DCFE-4315-B1D8-9CCCDEC08EC1}" type="presParOf" srcId="{46CBB9F2-24B3-4D74-BBC1-6DFDF04C910A}" destId="{B02171F1-BEB8-4119-BB4B-76562CF2743B}" srcOrd="0" destOrd="0" presId="urn:microsoft.com/office/officeart/2005/8/layout/orgChart1"/>
    <dgm:cxn modelId="{2F4F9D2B-99C7-4390-8268-DD84CECA0B9E}" type="presParOf" srcId="{46CBB9F2-24B3-4D74-BBC1-6DFDF04C910A}" destId="{1B59C125-0E45-49DD-BC38-2F169EBB13CA}" srcOrd="1" destOrd="0" presId="urn:microsoft.com/office/officeart/2005/8/layout/orgChart1"/>
    <dgm:cxn modelId="{F26CB3A6-A0BA-4D8A-817C-3490239C6888}" type="presParOf" srcId="{1B59C125-0E45-49DD-BC38-2F169EBB13CA}" destId="{C468469B-67D9-4474-8855-6B05CA1DB1D3}" srcOrd="0" destOrd="0" presId="urn:microsoft.com/office/officeart/2005/8/layout/orgChart1"/>
    <dgm:cxn modelId="{653ACC60-B7D9-4ADC-8369-89D412514811}" type="presParOf" srcId="{C468469B-67D9-4474-8855-6B05CA1DB1D3}" destId="{1544715E-8450-4375-9416-40058F641F0C}" srcOrd="0" destOrd="0" presId="urn:microsoft.com/office/officeart/2005/8/layout/orgChart1"/>
    <dgm:cxn modelId="{0628E74E-0ABA-4535-9BBE-FA4551FFCED5}" type="presParOf" srcId="{C468469B-67D9-4474-8855-6B05CA1DB1D3}" destId="{6BAA0B55-AEE5-455A-9BE3-7889A6152B41}" srcOrd="1" destOrd="0" presId="urn:microsoft.com/office/officeart/2005/8/layout/orgChart1"/>
    <dgm:cxn modelId="{06DAA05E-E5BB-4591-B4EE-8AC89E036F84}" type="presParOf" srcId="{1B59C125-0E45-49DD-BC38-2F169EBB13CA}" destId="{A091B6FD-1288-473F-9742-02829EDA0F4D}" srcOrd="1" destOrd="0" presId="urn:microsoft.com/office/officeart/2005/8/layout/orgChart1"/>
    <dgm:cxn modelId="{D2170F51-2092-4081-91B6-8B9BA6265391}" type="presParOf" srcId="{1B59C125-0E45-49DD-BC38-2F169EBB13CA}" destId="{326F0DDD-EBB5-4D41-A602-E3AB29629B97}" srcOrd="2" destOrd="0" presId="urn:microsoft.com/office/officeart/2005/8/layout/orgChart1"/>
    <dgm:cxn modelId="{0E45E5DC-FE3B-44CB-A0B2-0DAE97A02294}" type="presParOf" srcId="{46CBB9F2-24B3-4D74-BBC1-6DFDF04C910A}" destId="{0F8324A6-FAEC-4A99-BDA0-85BE1BC467FB}" srcOrd="2" destOrd="0" presId="urn:microsoft.com/office/officeart/2005/8/layout/orgChart1"/>
    <dgm:cxn modelId="{BA05196D-9CAB-47B5-8E9A-6A3AB86AC1EB}" type="presParOf" srcId="{46CBB9F2-24B3-4D74-BBC1-6DFDF04C910A}" destId="{70913760-11D3-437F-90DA-D67F8FADD272}" srcOrd="3" destOrd="0" presId="urn:microsoft.com/office/officeart/2005/8/layout/orgChart1"/>
    <dgm:cxn modelId="{A5DA6009-1568-46B4-A9C8-989A54EF92C0}" type="presParOf" srcId="{70913760-11D3-437F-90DA-D67F8FADD272}" destId="{0DCA2A13-41B4-43E5-A62B-7BB8E82CA6BD}" srcOrd="0" destOrd="0" presId="urn:microsoft.com/office/officeart/2005/8/layout/orgChart1"/>
    <dgm:cxn modelId="{EC7B47DA-8DC8-493E-BF2B-49AA3EABF935}" type="presParOf" srcId="{0DCA2A13-41B4-43E5-A62B-7BB8E82CA6BD}" destId="{52665744-2803-45D4-9A8A-732E6FC0241D}" srcOrd="0" destOrd="0" presId="urn:microsoft.com/office/officeart/2005/8/layout/orgChart1"/>
    <dgm:cxn modelId="{310E8156-03E1-4AE0-96D0-580EEE2B16EA}" type="presParOf" srcId="{0DCA2A13-41B4-43E5-A62B-7BB8E82CA6BD}" destId="{E792C0F2-A67E-466A-9CEE-0CC54F03C872}" srcOrd="1" destOrd="0" presId="urn:microsoft.com/office/officeart/2005/8/layout/orgChart1"/>
    <dgm:cxn modelId="{76654CAA-D536-4D97-AD9A-D7467A519E69}" type="presParOf" srcId="{70913760-11D3-437F-90DA-D67F8FADD272}" destId="{361B6937-9485-4017-B1F4-AB3E8ED3B347}" srcOrd="1" destOrd="0" presId="urn:microsoft.com/office/officeart/2005/8/layout/orgChart1"/>
    <dgm:cxn modelId="{99742211-B3B5-462B-A975-4098171E24BE}" type="presParOf" srcId="{70913760-11D3-437F-90DA-D67F8FADD272}" destId="{AFC8ACE7-2FB4-4674-909A-AFF5EF1672A0}" srcOrd="2" destOrd="0" presId="urn:microsoft.com/office/officeart/2005/8/layout/orgChart1"/>
    <dgm:cxn modelId="{DA5A76DC-3F0E-4CBB-86B2-ADFDFBDCCB75}" type="presParOf" srcId="{46CBB9F2-24B3-4D74-BBC1-6DFDF04C910A}" destId="{57B0B55A-8A2D-465A-B76E-8F5B4F10798B}" srcOrd="4" destOrd="0" presId="urn:microsoft.com/office/officeart/2005/8/layout/orgChart1"/>
    <dgm:cxn modelId="{A8623771-E565-4C1A-AE45-CD5DD8ACD02F}" type="presParOf" srcId="{46CBB9F2-24B3-4D74-BBC1-6DFDF04C910A}" destId="{EC05349A-395C-411B-83E9-BF768CF71E01}" srcOrd="5" destOrd="0" presId="urn:microsoft.com/office/officeart/2005/8/layout/orgChart1"/>
    <dgm:cxn modelId="{DF488769-E6F0-416D-A96B-4163B1F61FBE}" type="presParOf" srcId="{EC05349A-395C-411B-83E9-BF768CF71E01}" destId="{55FDE785-771C-4943-B1F7-BE6500432A9E}" srcOrd="0" destOrd="0" presId="urn:microsoft.com/office/officeart/2005/8/layout/orgChart1"/>
    <dgm:cxn modelId="{21CF484A-6521-4E9D-89AB-4B19AC400DB8}" type="presParOf" srcId="{55FDE785-771C-4943-B1F7-BE6500432A9E}" destId="{366E2095-9152-480F-9C73-7F60FCC07A26}" srcOrd="0" destOrd="0" presId="urn:microsoft.com/office/officeart/2005/8/layout/orgChart1"/>
    <dgm:cxn modelId="{7151055F-C1C8-4720-A3CF-2E9BFA29C124}" type="presParOf" srcId="{55FDE785-771C-4943-B1F7-BE6500432A9E}" destId="{AED94F71-D0BC-41B6-BEB3-41FEB71FDF08}" srcOrd="1" destOrd="0" presId="urn:microsoft.com/office/officeart/2005/8/layout/orgChart1"/>
    <dgm:cxn modelId="{A1C6F66E-A7E1-4034-9C3B-2102D2AE8B24}" type="presParOf" srcId="{EC05349A-395C-411B-83E9-BF768CF71E01}" destId="{CE620D08-254D-45C9-9361-6C4D1C725B53}" srcOrd="1" destOrd="0" presId="urn:microsoft.com/office/officeart/2005/8/layout/orgChart1"/>
    <dgm:cxn modelId="{AC3D3319-BDD4-46F2-B65E-0952D975BC9E}" type="presParOf" srcId="{EC05349A-395C-411B-83E9-BF768CF71E01}" destId="{7F7E94A7-C7E5-4C86-A1AB-AC40BFB20D69}" srcOrd="2" destOrd="0" presId="urn:microsoft.com/office/officeart/2005/8/layout/orgChart1"/>
    <dgm:cxn modelId="{2E37F6F1-3E62-4104-B884-A8FDCCFECFDC}" type="presParOf" srcId="{D1B12BDC-98AF-4488-B640-7D5B09D8F154}" destId="{E328096B-8F0D-4F6A-9158-A196BE96D99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EC0C17E-C680-40AC-85E6-3E8BC301171B}" type="doc">
      <dgm:prSet loTypeId="urn:microsoft.com/office/officeart/2005/8/layout/orgChart1" loCatId="hierarchy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ru-RU"/>
        </a:p>
      </dgm:t>
    </dgm:pt>
    <dgm:pt modelId="{01BD8077-2D8F-4C47-A0A9-D0EB62466E98}">
      <dgm:prSet phldrT="[Текст]"/>
      <dgm:spPr/>
      <dgm:t>
        <a:bodyPr/>
        <a:lstStyle/>
        <a:p>
          <a:r>
            <a:rPr lang="ru-RU" dirty="0" smtClean="0"/>
            <a:t>Решение о завершении инспекции принимается в соответствии с одним (любым) из трех критериев:</a:t>
          </a:r>
          <a:endParaRPr lang="ru-RU" dirty="0"/>
        </a:p>
      </dgm:t>
    </dgm:pt>
    <dgm:pt modelId="{D922C077-81CE-4A41-8404-74E1692BA7D8}" type="parTrans" cxnId="{6625D9BB-117F-4163-A935-A56A33F9C1A9}">
      <dgm:prSet/>
      <dgm:spPr/>
      <dgm:t>
        <a:bodyPr/>
        <a:lstStyle/>
        <a:p>
          <a:endParaRPr lang="ru-RU"/>
        </a:p>
      </dgm:t>
    </dgm:pt>
    <dgm:pt modelId="{36AD265D-EA42-434E-89EC-F8B7327034B7}" type="sibTrans" cxnId="{6625D9BB-117F-4163-A935-A56A33F9C1A9}">
      <dgm:prSet/>
      <dgm:spPr/>
      <dgm:t>
        <a:bodyPr/>
        <a:lstStyle/>
        <a:p>
          <a:endParaRPr lang="ru-RU"/>
        </a:p>
      </dgm:t>
    </dgm:pt>
    <dgm:pt modelId="{AA59BAFF-A268-425B-BBD9-7366E0C1FED2}">
      <dgm:prSet phldrT="[Текст]"/>
      <dgm:spPr/>
      <dgm:t>
        <a:bodyPr/>
        <a:lstStyle/>
        <a:p>
          <a:r>
            <a:rPr lang="ru-RU" dirty="0" smtClean="0"/>
            <a:t>Принятие с отсутствием либо малой необходимостью переработки</a:t>
          </a:r>
          <a:endParaRPr lang="ru-RU" dirty="0"/>
        </a:p>
      </dgm:t>
    </dgm:pt>
    <dgm:pt modelId="{DFFEE0FD-C155-4B43-929B-862A047CB89D}" type="parTrans" cxnId="{65458FE8-6DED-4D39-B29D-46D2EA2D14E6}">
      <dgm:prSet/>
      <dgm:spPr/>
      <dgm:t>
        <a:bodyPr/>
        <a:lstStyle/>
        <a:p>
          <a:endParaRPr lang="ru-RU"/>
        </a:p>
      </dgm:t>
    </dgm:pt>
    <dgm:pt modelId="{212711A7-522B-4BCF-A685-5793CEE3D25D}" type="sibTrans" cxnId="{65458FE8-6DED-4D39-B29D-46D2EA2D14E6}">
      <dgm:prSet/>
      <dgm:spPr/>
      <dgm:t>
        <a:bodyPr/>
        <a:lstStyle/>
        <a:p>
          <a:endParaRPr lang="ru-RU"/>
        </a:p>
      </dgm:t>
    </dgm:pt>
    <dgm:pt modelId="{9C9BB84F-F732-49D6-8625-3758B17EC415}">
      <dgm:prSet phldrT="[Текст]"/>
      <dgm:spPr/>
      <dgm:t>
        <a:bodyPr/>
        <a:lstStyle/>
        <a:p>
          <a:r>
            <a:rPr lang="ru-RU" dirty="0" smtClean="0"/>
            <a:t>Принятие с проверкой переработанных фрагментов</a:t>
          </a:r>
          <a:endParaRPr lang="ru-RU" dirty="0"/>
        </a:p>
      </dgm:t>
    </dgm:pt>
    <dgm:pt modelId="{C544D631-5634-4A40-B253-12586EE920BA}" type="parTrans" cxnId="{9823AE41-A25D-49FB-A8CA-C173B0891F9E}">
      <dgm:prSet/>
      <dgm:spPr/>
      <dgm:t>
        <a:bodyPr/>
        <a:lstStyle/>
        <a:p>
          <a:endParaRPr lang="ru-RU"/>
        </a:p>
      </dgm:t>
    </dgm:pt>
    <dgm:pt modelId="{A69FEBC5-D11F-407E-8F4F-37E122F76390}" type="sibTrans" cxnId="{9823AE41-A25D-49FB-A8CA-C173B0891F9E}">
      <dgm:prSet/>
      <dgm:spPr/>
      <dgm:t>
        <a:bodyPr/>
        <a:lstStyle/>
        <a:p>
          <a:endParaRPr lang="ru-RU"/>
        </a:p>
      </dgm:t>
    </dgm:pt>
    <dgm:pt modelId="{9A980D3A-3938-48CF-B9BC-13FA7C42D185}">
      <dgm:prSet phldrT="[Текст]"/>
      <dgm:spPr/>
      <dgm:t>
        <a:bodyPr/>
        <a:lstStyle/>
        <a:p>
          <a:r>
            <a:rPr lang="ru-RU" dirty="0" smtClean="0"/>
            <a:t>Необходимость повторной инспекции</a:t>
          </a:r>
          <a:endParaRPr lang="ru-RU" dirty="0"/>
        </a:p>
      </dgm:t>
    </dgm:pt>
    <dgm:pt modelId="{10CB772D-DAAC-4888-AA0B-93DB4B38775A}" type="parTrans" cxnId="{8CE42E44-6FF8-4819-9D58-A55CE699201F}">
      <dgm:prSet/>
      <dgm:spPr/>
      <dgm:t>
        <a:bodyPr/>
        <a:lstStyle/>
        <a:p>
          <a:endParaRPr lang="ru-RU"/>
        </a:p>
      </dgm:t>
    </dgm:pt>
    <dgm:pt modelId="{19FE3519-0A17-4519-89EC-9E2C35A98D71}" type="sibTrans" cxnId="{8CE42E44-6FF8-4819-9D58-A55CE699201F}">
      <dgm:prSet/>
      <dgm:spPr/>
      <dgm:t>
        <a:bodyPr/>
        <a:lstStyle/>
        <a:p>
          <a:endParaRPr lang="ru-RU"/>
        </a:p>
      </dgm:t>
    </dgm:pt>
    <dgm:pt modelId="{695BE352-ED9E-4AAA-AA19-879AF508E3EA}" type="pres">
      <dgm:prSet presAssocID="{CEC0C17E-C680-40AC-85E6-3E8BC301171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3E819EB-3297-45D4-BD1E-5F7280BFB30C}" type="pres">
      <dgm:prSet presAssocID="{01BD8077-2D8F-4C47-A0A9-D0EB62466E98}" presName="hierRoot1" presStyleCnt="0">
        <dgm:presLayoutVars>
          <dgm:hierBranch val="init"/>
        </dgm:presLayoutVars>
      </dgm:prSet>
      <dgm:spPr/>
    </dgm:pt>
    <dgm:pt modelId="{E5C7A2D3-D2D6-490E-8AD1-DED417529547}" type="pres">
      <dgm:prSet presAssocID="{01BD8077-2D8F-4C47-A0A9-D0EB62466E98}" presName="rootComposite1" presStyleCnt="0"/>
      <dgm:spPr/>
    </dgm:pt>
    <dgm:pt modelId="{A1880CD0-5C22-4971-8B2F-FDF47DC08628}" type="pres">
      <dgm:prSet presAssocID="{01BD8077-2D8F-4C47-A0A9-D0EB62466E9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6602D4F-1403-4B69-B793-169FDA974447}" type="pres">
      <dgm:prSet presAssocID="{01BD8077-2D8F-4C47-A0A9-D0EB62466E98}" presName="rootConnector1" presStyleLbl="node1" presStyleIdx="0" presStyleCnt="0"/>
      <dgm:spPr/>
      <dgm:t>
        <a:bodyPr/>
        <a:lstStyle/>
        <a:p>
          <a:endParaRPr lang="ru-RU"/>
        </a:p>
      </dgm:t>
    </dgm:pt>
    <dgm:pt modelId="{1D786CCA-847D-4010-AE7A-2AD03ECAAB7C}" type="pres">
      <dgm:prSet presAssocID="{01BD8077-2D8F-4C47-A0A9-D0EB62466E98}" presName="hierChild2" presStyleCnt="0"/>
      <dgm:spPr/>
    </dgm:pt>
    <dgm:pt modelId="{85955F48-DCD6-41D8-94D0-3956C952CE22}" type="pres">
      <dgm:prSet presAssocID="{DFFEE0FD-C155-4B43-929B-862A047CB89D}" presName="Name37" presStyleLbl="parChTrans1D2" presStyleIdx="0" presStyleCnt="3"/>
      <dgm:spPr/>
      <dgm:t>
        <a:bodyPr/>
        <a:lstStyle/>
        <a:p>
          <a:endParaRPr lang="ru-RU"/>
        </a:p>
      </dgm:t>
    </dgm:pt>
    <dgm:pt modelId="{18F81AE2-730C-49DE-B3CF-B9F2C4501A77}" type="pres">
      <dgm:prSet presAssocID="{AA59BAFF-A268-425B-BBD9-7366E0C1FED2}" presName="hierRoot2" presStyleCnt="0">
        <dgm:presLayoutVars>
          <dgm:hierBranch val="init"/>
        </dgm:presLayoutVars>
      </dgm:prSet>
      <dgm:spPr/>
    </dgm:pt>
    <dgm:pt modelId="{1D0E923F-50B4-49BB-ADBC-281AAB8B7D56}" type="pres">
      <dgm:prSet presAssocID="{AA59BAFF-A268-425B-BBD9-7366E0C1FED2}" presName="rootComposite" presStyleCnt="0"/>
      <dgm:spPr/>
    </dgm:pt>
    <dgm:pt modelId="{8299215C-2A74-4DD1-941D-F175C06438E4}" type="pres">
      <dgm:prSet presAssocID="{AA59BAFF-A268-425B-BBD9-7366E0C1FED2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94E3128-52F2-44E0-B44B-272933F32C4D}" type="pres">
      <dgm:prSet presAssocID="{AA59BAFF-A268-425B-BBD9-7366E0C1FED2}" presName="rootConnector" presStyleLbl="node2" presStyleIdx="0" presStyleCnt="3"/>
      <dgm:spPr/>
      <dgm:t>
        <a:bodyPr/>
        <a:lstStyle/>
        <a:p>
          <a:endParaRPr lang="ru-RU"/>
        </a:p>
      </dgm:t>
    </dgm:pt>
    <dgm:pt modelId="{0ABD690A-DEEB-44B9-BC31-DF2F4AFD6944}" type="pres">
      <dgm:prSet presAssocID="{AA59BAFF-A268-425B-BBD9-7366E0C1FED2}" presName="hierChild4" presStyleCnt="0"/>
      <dgm:spPr/>
    </dgm:pt>
    <dgm:pt modelId="{2526D5B4-4D44-491C-AE20-8DBCF9D86F76}" type="pres">
      <dgm:prSet presAssocID="{AA59BAFF-A268-425B-BBD9-7366E0C1FED2}" presName="hierChild5" presStyleCnt="0"/>
      <dgm:spPr/>
    </dgm:pt>
    <dgm:pt modelId="{340FAFA5-9388-407D-BBAD-13686F4AF8B4}" type="pres">
      <dgm:prSet presAssocID="{C544D631-5634-4A40-B253-12586EE920BA}" presName="Name37" presStyleLbl="parChTrans1D2" presStyleIdx="1" presStyleCnt="3"/>
      <dgm:spPr/>
      <dgm:t>
        <a:bodyPr/>
        <a:lstStyle/>
        <a:p>
          <a:endParaRPr lang="ru-RU"/>
        </a:p>
      </dgm:t>
    </dgm:pt>
    <dgm:pt modelId="{5A83F150-F637-4D9F-8E77-05CD9E737C3D}" type="pres">
      <dgm:prSet presAssocID="{9C9BB84F-F732-49D6-8625-3758B17EC415}" presName="hierRoot2" presStyleCnt="0">
        <dgm:presLayoutVars>
          <dgm:hierBranch val="init"/>
        </dgm:presLayoutVars>
      </dgm:prSet>
      <dgm:spPr/>
    </dgm:pt>
    <dgm:pt modelId="{5D1A62B3-7637-4DF2-A0C4-86D930B751C8}" type="pres">
      <dgm:prSet presAssocID="{9C9BB84F-F732-49D6-8625-3758B17EC415}" presName="rootComposite" presStyleCnt="0"/>
      <dgm:spPr/>
    </dgm:pt>
    <dgm:pt modelId="{77EA8A4B-8532-4984-8019-71027DD2AB10}" type="pres">
      <dgm:prSet presAssocID="{9C9BB84F-F732-49D6-8625-3758B17EC415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65B4FF6-AB4E-4A83-A7DC-B8DCD97D7D65}" type="pres">
      <dgm:prSet presAssocID="{9C9BB84F-F732-49D6-8625-3758B17EC415}" presName="rootConnector" presStyleLbl="node2" presStyleIdx="1" presStyleCnt="3"/>
      <dgm:spPr/>
      <dgm:t>
        <a:bodyPr/>
        <a:lstStyle/>
        <a:p>
          <a:endParaRPr lang="ru-RU"/>
        </a:p>
      </dgm:t>
    </dgm:pt>
    <dgm:pt modelId="{CAA97DBF-40E7-44BB-9545-E91FD25326A4}" type="pres">
      <dgm:prSet presAssocID="{9C9BB84F-F732-49D6-8625-3758B17EC415}" presName="hierChild4" presStyleCnt="0"/>
      <dgm:spPr/>
    </dgm:pt>
    <dgm:pt modelId="{AF235AB9-EF01-4801-927B-7089E774C653}" type="pres">
      <dgm:prSet presAssocID="{9C9BB84F-F732-49D6-8625-3758B17EC415}" presName="hierChild5" presStyleCnt="0"/>
      <dgm:spPr/>
    </dgm:pt>
    <dgm:pt modelId="{181BD2A8-E1ED-425E-B6E3-3D9B618AAD8B}" type="pres">
      <dgm:prSet presAssocID="{10CB772D-DAAC-4888-AA0B-93DB4B38775A}" presName="Name37" presStyleLbl="parChTrans1D2" presStyleIdx="2" presStyleCnt="3"/>
      <dgm:spPr/>
      <dgm:t>
        <a:bodyPr/>
        <a:lstStyle/>
        <a:p>
          <a:endParaRPr lang="ru-RU"/>
        </a:p>
      </dgm:t>
    </dgm:pt>
    <dgm:pt modelId="{C83480CF-F6A7-428D-A930-A34E4B37E873}" type="pres">
      <dgm:prSet presAssocID="{9A980D3A-3938-48CF-B9BC-13FA7C42D185}" presName="hierRoot2" presStyleCnt="0">
        <dgm:presLayoutVars>
          <dgm:hierBranch val="init"/>
        </dgm:presLayoutVars>
      </dgm:prSet>
      <dgm:spPr/>
    </dgm:pt>
    <dgm:pt modelId="{19CA6F47-BF33-4CC2-A981-7D30EF79AB1F}" type="pres">
      <dgm:prSet presAssocID="{9A980D3A-3938-48CF-B9BC-13FA7C42D185}" presName="rootComposite" presStyleCnt="0"/>
      <dgm:spPr/>
    </dgm:pt>
    <dgm:pt modelId="{83753EDE-868F-4930-97F8-C990FE456901}" type="pres">
      <dgm:prSet presAssocID="{9A980D3A-3938-48CF-B9BC-13FA7C42D185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D50A270-148F-46F2-8A8B-6BCFFBB16835}" type="pres">
      <dgm:prSet presAssocID="{9A980D3A-3938-48CF-B9BC-13FA7C42D185}" presName="rootConnector" presStyleLbl="node2" presStyleIdx="2" presStyleCnt="3"/>
      <dgm:spPr/>
      <dgm:t>
        <a:bodyPr/>
        <a:lstStyle/>
        <a:p>
          <a:endParaRPr lang="ru-RU"/>
        </a:p>
      </dgm:t>
    </dgm:pt>
    <dgm:pt modelId="{30085C63-FAA4-4E65-A794-212E0BF45B53}" type="pres">
      <dgm:prSet presAssocID="{9A980D3A-3938-48CF-B9BC-13FA7C42D185}" presName="hierChild4" presStyleCnt="0"/>
      <dgm:spPr/>
    </dgm:pt>
    <dgm:pt modelId="{0B9E7B00-E22D-4ACF-8ED9-9D6EBB5F4300}" type="pres">
      <dgm:prSet presAssocID="{9A980D3A-3938-48CF-B9BC-13FA7C42D185}" presName="hierChild5" presStyleCnt="0"/>
      <dgm:spPr/>
    </dgm:pt>
    <dgm:pt modelId="{B2CEB856-198B-4B2A-AFD6-E46F31F85D9B}" type="pres">
      <dgm:prSet presAssocID="{01BD8077-2D8F-4C47-A0A9-D0EB62466E98}" presName="hierChild3" presStyleCnt="0"/>
      <dgm:spPr/>
    </dgm:pt>
  </dgm:ptLst>
  <dgm:cxnLst>
    <dgm:cxn modelId="{DC5ED3C1-3505-4548-82C8-623CBA23BF24}" type="presOf" srcId="{9C9BB84F-F732-49D6-8625-3758B17EC415}" destId="{77EA8A4B-8532-4984-8019-71027DD2AB10}" srcOrd="0" destOrd="0" presId="urn:microsoft.com/office/officeart/2005/8/layout/orgChart1"/>
    <dgm:cxn modelId="{DC74CC96-15FE-48EF-BE2E-9C61C3730326}" type="presOf" srcId="{01BD8077-2D8F-4C47-A0A9-D0EB62466E98}" destId="{C6602D4F-1403-4B69-B793-169FDA974447}" srcOrd="1" destOrd="0" presId="urn:microsoft.com/office/officeart/2005/8/layout/orgChart1"/>
    <dgm:cxn modelId="{65458FE8-6DED-4D39-B29D-46D2EA2D14E6}" srcId="{01BD8077-2D8F-4C47-A0A9-D0EB62466E98}" destId="{AA59BAFF-A268-425B-BBD9-7366E0C1FED2}" srcOrd="0" destOrd="0" parTransId="{DFFEE0FD-C155-4B43-929B-862A047CB89D}" sibTransId="{212711A7-522B-4BCF-A685-5793CEE3D25D}"/>
    <dgm:cxn modelId="{D23D32D4-9CC9-4AFA-A7DC-04AF303BAFF0}" type="presOf" srcId="{9A980D3A-3938-48CF-B9BC-13FA7C42D185}" destId="{83753EDE-868F-4930-97F8-C990FE456901}" srcOrd="0" destOrd="0" presId="urn:microsoft.com/office/officeart/2005/8/layout/orgChart1"/>
    <dgm:cxn modelId="{0411CF4A-CA45-4F92-8EC9-F19A9D88342D}" type="presOf" srcId="{9A980D3A-3938-48CF-B9BC-13FA7C42D185}" destId="{7D50A270-148F-46F2-8A8B-6BCFFBB16835}" srcOrd="1" destOrd="0" presId="urn:microsoft.com/office/officeart/2005/8/layout/orgChart1"/>
    <dgm:cxn modelId="{01439382-D4C3-4665-A3AA-0220B194B47D}" type="presOf" srcId="{C544D631-5634-4A40-B253-12586EE920BA}" destId="{340FAFA5-9388-407D-BBAD-13686F4AF8B4}" srcOrd="0" destOrd="0" presId="urn:microsoft.com/office/officeart/2005/8/layout/orgChart1"/>
    <dgm:cxn modelId="{990DF389-E1D9-47E6-A243-EB39E52D1384}" type="presOf" srcId="{AA59BAFF-A268-425B-BBD9-7366E0C1FED2}" destId="{8299215C-2A74-4DD1-941D-F175C06438E4}" srcOrd="0" destOrd="0" presId="urn:microsoft.com/office/officeart/2005/8/layout/orgChart1"/>
    <dgm:cxn modelId="{1975B196-8B70-47B6-9C79-047861D66FD6}" type="presOf" srcId="{CEC0C17E-C680-40AC-85E6-3E8BC301171B}" destId="{695BE352-ED9E-4AAA-AA19-879AF508E3EA}" srcOrd="0" destOrd="0" presId="urn:microsoft.com/office/officeart/2005/8/layout/orgChart1"/>
    <dgm:cxn modelId="{3B80C38F-6274-4A7D-AA46-F3EA8CBEF3C7}" type="presOf" srcId="{DFFEE0FD-C155-4B43-929B-862A047CB89D}" destId="{85955F48-DCD6-41D8-94D0-3956C952CE22}" srcOrd="0" destOrd="0" presId="urn:microsoft.com/office/officeart/2005/8/layout/orgChart1"/>
    <dgm:cxn modelId="{8C2AD52F-13CE-4C66-86FB-60D7770C69F9}" type="presOf" srcId="{AA59BAFF-A268-425B-BBD9-7366E0C1FED2}" destId="{694E3128-52F2-44E0-B44B-272933F32C4D}" srcOrd="1" destOrd="0" presId="urn:microsoft.com/office/officeart/2005/8/layout/orgChart1"/>
    <dgm:cxn modelId="{8CE42E44-6FF8-4819-9D58-A55CE699201F}" srcId="{01BD8077-2D8F-4C47-A0A9-D0EB62466E98}" destId="{9A980D3A-3938-48CF-B9BC-13FA7C42D185}" srcOrd="2" destOrd="0" parTransId="{10CB772D-DAAC-4888-AA0B-93DB4B38775A}" sibTransId="{19FE3519-0A17-4519-89EC-9E2C35A98D71}"/>
    <dgm:cxn modelId="{60E239A6-5D15-4344-8684-66CB163F6897}" type="presOf" srcId="{01BD8077-2D8F-4C47-A0A9-D0EB62466E98}" destId="{A1880CD0-5C22-4971-8B2F-FDF47DC08628}" srcOrd="0" destOrd="0" presId="urn:microsoft.com/office/officeart/2005/8/layout/orgChart1"/>
    <dgm:cxn modelId="{E2030B66-FA78-4B34-B171-08CD88E81DCE}" type="presOf" srcId="{9C9BB84F-F732-49D6-8625-3758B17EC415}" destId="{165B4FF6-AB4E-4A83-A7DC-B8DCD97D7D65}" srcOrd="1" destOrd="0" presId="urn:microsoft.com/office/officeart/2005/8/layout/orgChart1"/>
    <dgm:cxn modelId="{A699EBFB-398B-4483-A433-12ADAB554078}" type="presOf" srcId="{10CB772D-DAAC-4888-AA0B-93DB4B38775A}" destId="{181BD2A8-E1ED-425E-B6E3-3D9B618AAD8B}" srcOrd="0" destOrd="0" presId="urn:microsoft.com/office/officeart/2005/8/layout/orgChart1"/>
    <dgm:cxn modelId="{9823AE41-A25D-49FB-A8CA-C173B0891F9E}" srcId="{01BD8077-2D8F-4C47-A0A9-D0EB62466E98}" destId="{9C9BB84F-F732-49D6-8625-3758B17EC415}" srcOrd="1" destOrd="0" parTransId="{C544D631-5634-4A40-B253-12586EE920BA}" sibTransId="{A69FEBC5-D11F-407E-8F4F-37E122F76390}"/>
    <dgm:cxn modelId="{6625D9BB-117F-4163-A935-A56A33F9C1A9}" srcId="{CEC0C17E-C680-40AC-85E6-3E8BC301171B}" destId="{01BD8077-2D8F-4C47-A0A9-D0EB62466E98}" srcOrd="0" destOrd="0" parTransId="{D922C077-81CE-4A41-8404-74E1692BA7D8}" sibTransId="{36AD265D-EA42-434E-89EC-F8B7327034B7}"/>
    <dgm:cxn modelId="{22E660F4-DA27-45F6-9A46-111CBDD79EB6}" type="presParOf" srcId="{695BE352-ED9E-4AAA-AA19-879AF508E3EA}" destId="{F3E819EB-3297-45D4-BD1E-5F7280BFB30C}" srcOrd="0" destOrd="0" presId="urn:microsoft.com/office/officeart/2005/8/layout/orgChart1"/>
    <dgm:cxn modelId="{672191AC-6C81-462B-926C-C71CD6FF0659}" type="presParOf" srcId="{F3E819EB-3297-45D4-BD1E-5F7280BFB30C}" destId="{E5C7A2D3-D2D6-490E-8AD1-DED417529547}" srcOrd="0" destOrd="0" presId="urn:microsoft.com/office/officeart/2005/8/layout/orgChart1"/>
    <dgm:cxn modelId="{3A2B9A3C-AF58-46AF-92F7-B5C1154B75F3}" type="presParOf" srcId="{E5C7A2D3-D2D6-490E-8AD1-DED417529547}" destId="{A1880CD0-5C22-4971-8B2F-FDF47DC08628}" srcOrd="0" destOrd="0" presId="urn:microsoft.com/office/officeart/2005/8/layout/orgChart1"/>
    <dgm:cxn modelId="{FFAC2AFD-52A6-404A-9C52-23FAD4FB4D9C}" type="presParOf" srcId="{E5C7A2D3-D2D6-490E-8AD1-DED417529547}" destId="{C6602D4F-1403-4B69-B793-169FDA974447}" srcOrd="1" destOrd="0" presId="urn:microsoft.com/office/officeart/2005/8/layout/orgChart1"/>
    <dgm:cxn modelId="{17DCD7B2-E4EB-43BC-AF27-D344B11C04CB}" type="presParOf" srcId="{F3E819EB-3297-45D4-BD1E-5F7280BFB30C}" destId="{1D786CCA-847D-4010-AE7A-2AD03ECAAB7C}" srcOrd="1" destOrd="0" presId="urn:microsoft.com/office/officeart/2005/8/layout/orgChart1"/>
    <dgm:cxn modelId="{7DF59F87-DEFD-4572-89C9-DE4C77B1057F}" type="presParOf" srcId="{1D786CCA-847D-4010-AE7A-2AD03ECAAB7C}" destId="{85955F48-DCD6-41D8-94D0-3956C952CE22}" srcOrd="0" destOrd="0" presId="urn:microsoft.com/office/officeart/2005/8/layout/orgChart1"/>
    <dgm:cxn modelId="{8430E99B-D343-4C45-AE70-237608F23839}" type="presParOf" srcId="{1D786CCA-847D-4010-AE7A-2AD03ECAAB7C}" destId="{18F81AE2-730C-49DE-B3CF-B9F2C4501A77}" srcOrd="1" destOrd="0" presId="urn:microsoft.com/office/officeart/2005/8/layout/orgChart1"/>
    <dgm:cxn modelId="{487B60A1-6019-41A3-A0B9-6214052E46AB}" type="presParOf" srcId="{18F81AE2-730C-49DE-B3CF-B9F2C4501A77}" destId="{1D0E923F-50B4-49BB-ADBC-281AAB8B7D56}" srcOrd="0" destOrd="0" presId="urn:microsoft.com/office/officeart/2005/8/layout/orgChart1"/>
    <dgm:cxn modelId="{315682BD-8201-41A1-82EE-9D54D5164CAE}" type="presParOf" srcId="{1D0E923F-50B4-49BB-ADBC-281AAB8B7D56}" destId="{8299215C-2A74-4DD1-941D-F175C06438E4}" srcOrd="0" destOrd="0" presId="urn:microsoft.com/office/officeart/2005/8/layout/orgChart1"/>
    <dgm:cxn modelId="{FFB52189-7BF6-4C20-A5DD-46477BB92965}" type="presParOf" srcId="{1D0E923F-50B4-49BB-ADBC-281AAB8B7D56}" destId="{694E3128-52F2-44E0-B44B-272933F32C4D}" srcOrd="1" destOrd="0" presId="urn:microsoft.com/office/officeart/2005/8/layout/orgChart1"/>
    <dgm:cxn modelId="{66F9238C-E933-4254-8D4B-F020621FC5BB}" type="presParOf" srcId="{18F81AE2-730C-49DE-B3CF-B9F2C4501A77}" destId="{0ABD690A-DEEB-44B9-BC31-DF2F4AFD6944}" srcOrd="1" destOrd="0" presId="urn:microsoft.com/office/officeart/2005/8/layout/orgChart1"/>
    <dgm:cxn modelId="{E3E7DADB-3854-41D1-BA37-290F58457440}" type="presParOf" srcId="{18F81AE2-730C-49DE-B3CF-B9F2C4501A77}" destId="{2526D5B4-4D44-491C-AE20-8DBCF9D86F76}" srcOrd="2" destOrd="0" presId="urn:microsoft.com/office/officeart/2005/8/layout/orgChart1"/>
    <dgm:cxn modelId="{605135E7-D129-46E8-88B1-B4813DD73C24}" type="presParOf" srcId="{1D786CCA-847D-4010-AE7A-2AD03ECAAB7C}" destId="{340FAFA5-9388-407D-BBAD-13686F4AF8B4}" srcOrd="2" destOrd="0" presId="urn:microsoft.com/office/officeart/2005/8/layout/orgChart1"/>
    <dgm:cxn modelId="{0FF41FD8-00EE-466D-BAE5-CCCFB9661A2E}" type="presParOf" srcId="{1D786CCA-847D-4010-AE7A-2AD03ECAAB7C}" destId="{5A83F150-F637-4D9F-8E77-05CD9E737C3D}" srcOrd="3" destOrd="0" presId="urn:microsoft.com/office/officeart/2005/8/layout/orgChart1"/>
    <dgm:cxn modelId="{71257418-23E3-4993-9DF2-09D08980E4D4}" type="presParOf" srcId="{5A83F150-F637-4D9F-8E77-05CD9E737C3D}" destId="{5D1A62B3-7637-4DF2-A0C4-86D930B751C8}" srcOrd="0" destOrd="0" presId="urn:microsoft.com/office/officeart/2005/8/layout/orgChart1"/>
    <dgm:cxn modelId="{2930301A-D016-4C6B-A290-6CD7ECD11134}" type="presParOf" srcId="{5D1A62B3-7637-4DF2-A0C4-86D930B751C8}" destId="{77EA8A4B-8532-4984-8019-71027DD2AB10}" srcOrd="0" destOrd="0" presId="urn:microsoft.com/office/officeart/2005/8/layout/orgChart1"/>
    <dgm:cxn modelId="{A8A19929-343C-49FF-873B-22B9B18775D4}" type="presParOf" srcId="{5D1A62B3-7637-4DF2-A0C4-86D930B751C8}" destId="{165B4FF6-AB4E-4A83-A7DC-B8DCD97D7D65}" srcOrd="1" destOrd="0" presId="urn:microsoft.com/office/officeart/2005/8/layout/orgChart1"/>
    <dgm:cxn modelId="{A86056E2-2DB8-4293-A4FA-3EFE95FFDD8E}" type="presParOf" srcId="{5A83F150-F637-4D9F-8E77-05CD9E737C3D}" destId="{CAA97DBF-40E7-44BB-9545-E91FD25326A4}" srcOrd="1" destOrd="0" presId="urn:microsoft.com/office/officeart/2005/8/layout/orgChart1"/>
    <dgm:cxn modelId="{E4782610-8992-442B-81AF-63DA5EAAB7F9}" type="presParOf" srcId="{5A83F150-F637-4D9F-8E77-05CD9E737C3D}" destId="{AF235AB9-EF01-4801-927B-7089E774C653}" srcOrd="2" destOrd="0" presId="urn:microsoft.com/office/officeart/2005/8/layout/orgChart1"/>
    <dgm:cxn modelId="{E1F8CF56-AF18-4FDA-90D8-A06FCBE1E325}" type="presParOf" srcId="{1D786CCA-847D-4010-AE7A-2AD03ECAAB7C}" destId="{181BD2A8-E1ED-425E-B6E3-3D9B618AAD8B}" srcOrd="4" destOrd="0" presId="urn:microsoft.com/office/officeart/2005/8/layout/orgChart1"/>
    <dgm:cxn modelId="{D74A3DCB-278F-4AEB-AB61-549F18ABCB01}" type="presParOf" srcId="{1D786CCA-847D-4010-AE7A-2AD03ECAAB7C}" destId="{C83480CF-F6A7-428D-A930-A34E4B37E873}" srcOrd="5" destOrd="0" presId="urn:microsoft.com/office/officeart/2005/8/layout/orgChart1"/>
    <dgm:cxn modelId="{2F2CE962-35C3-4B96-A412-A5D87B75607A}" type="presParOf" srcId="{C83480CF-F6A7-428D-A930-A34E4B37E873}" destId="{19CA6F47-BF33-4CC2-A981-7D30EF79AB1F}" srcOrd="0" destOrd="0" presId="urn:microsoft.com/office/officeart/2005/8/layout/orgChart1"/>
    <dgm:cxn modelId="{9592AE08-6037-489E-9D06-713969D85DF8}" type="presParOf" srcId="{19CA6F47-BF33-4CC2-A981-7D30EF79AB1F}" destId="{83753EDE-868F-4930-97F8-C990FE456901}" srcOrd="0" destOrd="0" presId="urn:microsoft.com/office/officeart/2005/8/layout/orgChart1"/>
    <dgm:cxn modelId="{11F3139C-6C46-4290-9263-17953696778F}" type="presParOf" srcId="{19CA6F47-BF33-4CC2-A981-7D30EF79AB1F}" destId="{7D50A270-148F-46F2-8A8B-6BCFFBB16835}" srcOrd="1" destOrd="0" presId="urn:microsoft.com/office/officeart/2005/8/layout/orgChart1"/>
    <dgm:cxn modelId="{634EB821-241B-497B-989A-3BAEC21E8211}" type="presParOf" srcId="{C83480CF-F6A7-428D-A930-A34E4B37E873}" destId="{30085C63-FAA4-4E65-A794-212E0BF45B53}" srcOrd="1" destOrd="0" presId="urn:microsoft.com/office/officeart/2005/8/layout/orgChart1"/>
    <dgm:cxn modelId="{5DCDC45F-6F79-4296-B226-A5CA7619CE89}" type="presParOf" srcId="{C83480CF-F6A7-428D-A930-A34E4B37E873}" destId="{0B9E7B00-E22D-4ACF-8ED9-9D6EBB5F4300}" srcOrd="2" destOrd="0" presId="urn:microsoft.com/office/officeart/2005/8/layout/orgChart1"/>
    <dgm:cxn modelId="{566FD3A1-825C-46D3-99A5-6E13A7D5345D}" type="presParOf" srcId="{F3E819EB-3297-45D4-BD1E-5F7280BFB30C}" destId="{B2CEB856-198B-4B2A-AFD6-E46F31F85D9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D533B6C3-AC80-4882-A401-24FA77B8CEC3}" type="doc">
      <dgm:prSet loTypeId="urn:microsoft.com/office/officeart/2005/8/layout/process1" loCatId="process" qsTypeId="urn:microsoft.com/office/officeart/2005/8/quickstyle/simple4" qsCatId="simple" csTypeId="urn:microsoft.com/office/officeart/2005/8/colors/accent2_2" csCatId="accent2" phldr="1"/>
      <dgm:spPr/>
    </dgm:pt>
    <dgm:pt modelId="{CAF62C84-8911-4B43-92B5-1EA4267CC109}">
      <dgm:prSet phldrT="[Текст]"/>
      <dgm:spPr/>
      <dgm:t>
        <a:bodyPr/>
        <a:lstStyle/>
        <a:p>
          <a:r>
            <a:rPr lang="ru-RU" dirty="0" smtClean="0"/>
            <a:t>Построить матрицу, где по вертикали отмечены функциональные требования, а по горизонтали - тестовые сценарии</a:t>
          </a:r>
          <a:endParaRPr lang="ru-RU" dirty="0"/>
        </a:p>
      </dgm:t>
    </dgm:pt>
    <dgm:pt modelId="{363205F7-FF83-40B1-92ED-E9498031B7E7}" type="parTrans" cxnId="{00808C8A-319C-426D-B652-73B87A60718F}">
      <dgm:prSet/>
      <dgm:spPr/>
      <dgm:t>
        <a:bodyPr/>
        <a:lstStyle/>
        <a:p>
          <a:endParaRPr lang="ru-RU"/>
        </a:p>
      </dgm:t>
    </dgm:pt>
    <dgm:pt modelId="{A97C5B2F-2C77-4C2A-A589-A32E4C014108}" type="sibTrans" cxnId="{00808C8A-319C-426D-B652-73B87A60718F}">
      <dgm:prSet/>
      <dgm:spPr/>
      <dgm:t>
        <a:bodyPr/>
        <a:lstStyle/>
        <a:p>
          <a:endParaRPr lang="ru-RU"/>
        </a:p>
      </dgm:t>
    </dgm:pt>
    <dgm:pt modelId="{1B9945A5-9EF7-415E-B00F-4A8E95F21659}">
      <dgm:prSet phldrT="[Текст]"/>
      <dgm:spPr/>
      <dgm:t>
        <a:bodyPr/>
        <a:lstStyle/>
        <a:p>
          <a:r>
            <a:rPr lang="ru-RU" dirty="0" smtClean="0"/>
            <a:t>Убедиться, что каждый из ТС осуществим на существующем наборе требований</a:t>
          </a:r>
          <a:endParaRPr lang="ru-RU" dirty="0"/>
        </a:p>
      </dgm:t>
    </dgm:pt>
    <dgm:pt modelId="{A49C78BB-2549-4E53-8F06-5C46FCED8553}" type="parTrans" cxnId="{A4648AAD-FB60-4D60-A280-200D1C85D85F}">
      <dgm:prSet/>
      <dgm:spPr/>
      <dgm:t>
        <a:bodyPr/>
        <a:lstStyle/>
        <a:p>
          <a:endParaRPr lang="ru-RU"/>
        </a:p>
      </dgm:t>
    </dgm:pt>
    <dgm:pt modelId="{D862C1F8-E954-406E-8671-B54D09479313}" type="sibTrans" cxnId="{A4648AAD-FB60-4D60-A280-200D1C85D85F}">
      <dgm:prSet/>
      <dgm:spPr/>
      <dgm:t>
        <a:bodyPr/>
        <a:lstStyle/>
        <a:p>
          <a:endParaRPr lang="ru-RU"/>
        </a:p>
      </dgm:t>
    </dgm:pt>
    <dgm:pt modelId="{86F523E1-A72E-4FE1-A4D1-E81E760A646C}">
      <dgm:prSet phldrT="[Текст]"/>
      <dgm:spPr/>
      <dgm:t>
        <a:bodyPr/>
        <a:lstStyle/>
        <a:p>
          <a:r>
            <a:rPr lang="ru-RU" dirty="0" smtClean="0"/>
            <a:t>Убедиться, что для каждого требования представлен как минимум один ТС</a:t>
          </a:r>
          <a:endParaRPr lang="ru-RU" dirty="0"/>
        </a:p>
      </dgm:t>
    </dgm:pt>
    <dgm:pt modelId="{B9A6607E-2B69-47F8-9744-25540D727F84}" type="parTrans" cxnId="{6CBA1CD2-E10E-4E4C-8B6A-7DE4A19AC382}">
      <dgm:prSet/>
      <dgm:spPr/>
      <dgm:t>
        <a:bodyPr/>
        <a:lstStyle/>
        <a:p>
          <a:endParaRPr lang="ru-RU"/>
        </a:p>
      </dgm:t>
    </dgm:pt>
    <dgm:pt modelId="{239AFD4F-4ADA-4FC6-8D0A-4492487A2ACF}" type="sibTrans" cxnId="{6CBA1CD2-E10E-4E4C-8B6A-7DE4A19AC382}">
      <dgm:prSet/>
      <dgm:spPr/>
      <dgm:t>
        <a:bodyPr/>
        <a:lstStyle/>
        <a:p>
          <a:endParaRPr lang="ru-RU"/>
        </a:p>
      </dgm:t>
    </dgm:pt>
    <dgm:pt modelId="{DF9AB9EE-DCAC-49F3-BE0E-F65A7DBA51F9}">
      <dgm:prSet/>
      <dgm:spPr/>
      <dgm:t>
        <a:bodyPr/>
        <a:lstStyle/>
        <a:p>
          <a:r>
            <a:rPr lang="ru-RU" dirty="0" smtClean="0"/>
            <a:t>Прочертить "путь" каждого из ТС на карте диалогов</a:t>
          </a:r>
          <a:endParaRPr lang="ru-RU" dirty="0"/>
        </a:p>
      </dgm:t>
    </dgm:pt>
    <dgm:pt modelId="{9A66CCE4-F493-44C3-9099-0916D1671BD2}" type="parTrans" cxnId="{5EAD9BB7-E62B-4A32-AAA7-6B6AB64497B0}">
      <dgm:prSet/>
      <dgm:spPr/>
      <dgm:t>
        <a:bodyPr/>
        <a:lstStyle/>
        <a:p>
          <a:endParaRPr lang="ru-RU"/>
        </a:p>
      </dgm:t>
    </dgm:pt>
    <dgm:pt modelId="{B85989D2-704C-4319-8FF2-7C72ADE4E745}" type="sibTrans" cxnId="{5EAD9BB7-E62B-4A32-AAA7-6B6AB64497B0}">
      <dgm:prSet/>
      <dgm:spPr/>
      <dgm:t>
        <a:bodyPr/>
        <a:lstStyle/>
        <a:p>
          <a:endParaRPr lang="ru-RU"/>
        </a:p>
      </dgm:t>
    </dgm:pt>
    <dgm:pt modelId="{F3DCBA32-FBBB-4AEC-943D-97337C787D18}" type="pres">
      <dgm:prSet presAssocID="{D533B6C3-AC80-4882-A401-24FA77B8CEC3}" presName="Name0" presStyleCnt="0">
        <dgm:presLayoutVars>
          <dgm:dir/>
          <dgm:resizeHandles val="exact"/>
        </dgm:presLayoutVars>
      </dgm:prSet>
      <dgm:spPr/>
    </dgm:pt>
    <dgm:pt modelId="{F07341C1-CBAB-4E1F-A4CE-F6A101BF1FA0}" type="pres">
      <dgm:prSet presAssocID="{CAF62C84-8911-4B43-92B5-1EA4267CC10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121478-9FAF-4C43-9D45-E340C0B40586}" type="pres">
      <dgm:prSet presAssocID="{A97C5B2F-2C77-4C2A-A589-A32E4C014108}" presName="sibTrans" presStyleLbl="sibTrans2D1" presStyleIdx="0" presStyleCnt="3"/>
      <dgm:spPr/>
      <dgm:t>
        <a:bodyPr/>
        <a:lstStyle/>
        <a:p>
          <a:endParaRPr lang="ru-RU"/>
        </a:p>
      </dgm:t>
    </dgm:pt>
    <dgm:pt modelId="{44C96669-D302-437B-902B-1E5A2FC1E612}" type="pres">
      <dgm:prSet presAssocID="{A97C5B2F-2C77-4C2A-A589-A32E4C014108}" presName="connectorText" presStyleLbl="sibTrans2D1" presStyleIdx="0" presStyleCnt="3"/>
      <dgm:spPr/>
      <dgm:t>
        <a:bodyPr/>
        <a:lstStyle/>
        <a:p>
          <a:endParaRPr lang="ru-RU"/>
        </a:p>
      </dgm:t>
    </dgm:pt>
    <dgm:pt modelId="{92A21F5E-E3F2-4DFB-9A90-9A9201F976CC}" type="pres">
      <dgm:prSet presAssocID="{1B9945A5-9EF7-415E-B00F-4A8E95F2165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E144AE-39DB-4ED8-8F26-F6569B4F7E93}" type="pres">
      <dgm:prSet presAssocID="{D862C1F8-E954-406E-8671-B54D09479313}" presName="sibTrans" presStyleLbl="sibTrans2D1" presStyleIdx="1" presStyleCnt="3"/>
      <dgm:spPr/>
      <dgm:t>
        <a:bodyPr/>
        <a:lstStyle/>
        <a:p>
          <a:endParaRPr lang="ru-RU"/>
        </a:p>
      </dgm:t>
    </dgm:pt>
    <dgm:pt modelId="{677759F8-0C56-4F2B-AA1C-31CCE81E1E34}" type="pres">
      <dgm:prSet presAssocID="{D862C1F8-E954-406E-8671-B54D09479313}" presName="connectorText" presStyleLbl="sibTrans2D1" presStyleIdx="1" presStyleCnt="3"/>
      <dgm:spPr/>
      <dgm:t>
        <a:bodyPr/>
        <a:lstStyle/>
        <a:p>
          <a:endParaRPr lang="ru-RU"/>
        </a:p>
      </dgm:t>
    </dgm:pt>
    <dgm:pt modelId="{0A393AB4-D683-4B13-9B3E-B2162844A402}" type="pres">
      <dgm:prSet presAssocID="{86F523E1-A72E-4FE1-A4D1-E81E760A646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6C5255-5CC9-4D58-9290-82534F691EE8}" type="pres">
      <dgm:prSet presAssocID="{239AFD4F-4ADA-4FC6-8D0A-4492487A2ACF}" presName="sibTrans" presStyleLbl="sibTrans2D1" presStyleIdx="2" presStyleCnt="3"/>
      <dgm:spPr/>
      <dgm:t>
        <a:bodyPr/>
        <a:lstStyle/>
        <a:p>
          <a:endParaRPr lang="ru-RU"/>
        </a:p>
      </dgm:t>
    </dgm:pt>
    <dgm:pt modelId="{C213DE12-3500-4FDF-9367-8E0A6F50E866}" type="pres">
      <dgm:prSet presAssocID="{239AFD4F-4ADA-4FC6-8D0A-4492487A2ACF}" presName="connectorText" presStyleLbl="sibTrans2D1" presStyleIdx="2" presStyleCnt="3"/>
      <dgm:spPr/>
      <dgm:t>
        <a:bodyPr/>
        <a:lstStyle/>
        <a:p>
          <a:endParaRPr lang="ru-RU"/>
        </a:p>
      </dgm:t>
    </dgm:pt>
    <dgm:pt modelId="{6B1DD7C9-5553-4F7D-B039-0F7D10EF579B}" type="pres">
      <dgm:prSet presAssocID="{DF9AB9EE-DCAC-49F3-BE0E-F65A7DBA51F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3E3800D-F50E-49AF-AB89-8015E49B11FF}" type="presOf" srcId="{A97C5B2F-2C77-4C2A-A589-A32E4C014108}" destId="{44C96669-D302-437B-902B-1E5A2FC1E612}" srcOrd="1" destOrd="0" presId="urn:microsoft.com/office/officeart/2005/8/layout/process1"/>
    <dgm:cxn modelId="{206302D8-5EC2-4DBA-81DB-C28414C3E4ED}" type="presOf" srcId="{D862C1F8-E954-406E-8671-B54D09479313}" destId="{74E144AE-39DB-4ED8-8F26-F6569B4F7E93}" srcOrd="0" destOrd="0" presId="urn:microsoft.com/office/officeart/2005/8/layout/process1"/>
    <dgm:cxn modelId="{9954D6F9-1C78-4997-B0F1-3C698DCCFCEA}" type="presOf" srcId="{239AFD4F-4ADA-4FC6-8D0A-4492487A2ACF}" destId="{C213DE12-3500-4FDF-9367-8E0A6F50E866}" srcOrd="1" destOrd="0" presId="urn:microsoft.com/office/officeart/2005/8/layout/process1"/>
    <dgm:cxn modelId="{31C4326D-9222-4031-9C31-FF77B15E8A54}" type="presOf" srcId="{D533B6C3-AC80-4882-A401-24FA77B8CEC3}" destId="{F3DCBA32-FBBB-4AEC-943D-97337C787D18}" srcOrd="0" destOrd="0" presId="urn:microsoft.com/office/officeart/2005/8/layout/process1"/>
    <dgm:cxn modelId="{A4648AAD-FB60-4D60-A280-200D1C85D85F}" srcId="{D533B6C3-AC80-4882-A401-24FA77B8CEC3}" destId="{1B9945A5-9EF7-415E-B00F-4A8E95F21659}" srcOrd="1" destOrd="0" parTransId="{A49C78BB-2549-4E53-8F06-5C46FCED8553}" sibTransId="{D862C1F8-E954-406E-8671-B54D09479313}"/>
    <dgm:cxn modelId="{6F5F4BF9-77B8-4102-A4D1-22E988FB43B4}" type="presOf" srcId="{1B9945A5-9EF7-415E-B00F-4A8E95F21659}" destId="{92A21F5E-E3F2-4DFB-9A90-9A9201F976CC}" srcOrd="0" destOrd="0" presId="urn:microsoft.com/office/officeart/2005/8/layout/process1"/>
    <dgm:cxn modelId="{B85AD12F-9EF2-46C0-9477-EDE3BEB0F3FC}" type="presOf" srcId="{DF9AB9EE-DCAC-49F3-BE0E-F65A7DBA51F9}" destId="{6B1DD7C9-5553-4F7D-B039-0F7D10EF579B}" srcOrd="0" destOrd="0" presId="urn:microsoft.com/office/officeart/2005/8/layout/process1"/>
    <dgm:cxn modelId="{3380CC46-923B-4DB7-BA83-E1DF07F523C2}" type="presOf" srcId="{CAF62C84-8911-4B43-92B5-1EA4267CC109}" destId="{F07341C1-CBAB-4E1F-A4CE-F6A101BF1FA0}" srcOrd="0" destOrd="0" presId="urn:microsoft.com/office/officeart/2005/8/layout/process1"/>
    <dgm:cxn modelId="{00808C8A-319C-426D-B652-73B87A60718F}" srcId="{D533B6C3-AC80-4882-A401-24FA77B8CEC3}" destId="{CAF62C84-8911-4B43-92B5-1EA4267CC109}" srcOrd="0" destOrd="0" parTransId="{363205F7-FF83-40B1-92ED-E9498031B7E7}" sibTransId="{A97C5B2F-2C77-4C2A-A589-A32E4C014108}"/>
    <dgm:cxn modelId="{F9455EFE-C934-40C5-B3BE-584124FD4F25}" type="presOf" srcId="{A97C5B2F-2C77-4C2A-A589-A32E4C014108}" destId="{2D121478-9FAF-4C43-9D45-E340C0B40586}" srcOrd="0" destOrd="0" presId="urn:microsoft.com/office/officeart/2005/8/layout/process1"/>
    <dgm:cxn modelId="{5EAD9BB7-E62B-4A32-AAA7-6B6AB64497B0}" srcId="{D533B6C3-AC80-4882-A401-24FA77B8CEC3}" destId="{DF9AB9EE-DCAC-49F3-BE0E-F65A7DBA51F9}" srcOrd="3" destOrd="0" parTransId="{9A66CCE4-F493-44C3-9099-0916D1671BD2}" sibTransId="{B85989D2-704C-4319-8FF2-7C72ADE4E745}"/>
    <dgm:cxn modelId="{CF731E7E-2A04-41C3-A00F-61723025FA8E}" type="presOf" srcId="{D862C1F8-E954-406E-8671-B54D09479313}" destId="{677759F8-0C56-4F2B-AA1C-31CCE81E1E34}" srcOrd="1" destOrd="0" presId="urn:microsoft.com/office/officeart/2005/8/layout/process1"/>
    <dgm:cxn modelId="{6CBA1CD2-E10E-4E4C-8B6A-7DE4A19AC382}" srcId="{D533B6C3-AC80-4882-A401-24FA77B8CEC3}" destId="{86F523E1-A72E-4FE1-A4D1-E81E760A646C}" srcOrd="2" destOrd="0" parTransId="{B9A6607E-2B69-47F8-9744-25540D727F84}" sibTransId="{239AFD4F-4ADA-4FC6-8D0A-4492487A2ACF}"/>
    <dgm:cxn modelId="{28C3C969-3DF5-451F-AFC4-86CA6C496D07}" type="presOf" srcId="{86F523E1-A72E-4FE1-A4D1-E81E760A646C}" destId="{0A393AB4-D683-4B13-9B3E-B2162844A402}" srcOrd="0" destOrd="0" presId="urn:microsoft.com/office/officeart/2005/8/layout/process1"/>
    <dgm:cxn modelId="{D9B141F6-4220-496F-9565-31AA1C80062E}" type="presOf" srcId="{239AFD4F-4ADA-4FC6-8D0A-4492487A2ACF}" destId="{6A6C5255-5CC9-4D58-9290-82534F691EE8}" srcOrd="0" destOrd="0" presId="urn:microsoft.com/office/officeart/2005/8/layout/process1"/>
    <dgm:cxn modelId="{8162B2CC-BFB7-4BE6-B5A7-A01595ED780C}" type="presParOf" srcId="{F3DCBA32-FBBB-4AEC-943D-97337C787D18}" destId="{F07341C1-CBAB-4E1F-A4CE-F6A101BF1FA0}" srcOrd="0" destOrd="0" presId="urn:microsoft.com/office/officeart/2005/8/layout/process1"/>
    <dgm:cxn modelId="{C61F8299-A17C-4EF0-AEB4-D3FA122573BE}" type="presParOf" srcId="{F3DCBA32-FBBB-4AEC-943D-97337C787D18}" destId="{2D121478-9FAF-4C43-9D45-E340C0B40586}" srcOrd="1" destOrd="0" presId="urn:microsoft.com/office/officeart/2005/8/layout/process1"/>
    <dgm:cxn modelId="{227AC32A-5A76-4860-A344-2A64621D208A}" type="presParOf" srcId="{2D121478-9FAF-4C43-9D45-E340C0B40586}" destId="{44C96669-D302-437B-902B-1E5A2FC1E612}" srcOrd="0" destOrd="0" presId="urn:microsoft.com/office/officeart/2005/8/layout/process1"/>
    <dgm:cxn modelId="{68BA69AE-8105-449E-9B75-E947D2546E83}" type="presParOf" srcId="{F3DCBA32-FBBB-4AEC-943D-97337C787D18}" destId="{92A21F5E-E3F2-4DFB-9A90-9A9201F976CC}" srcOrd="2" destOrd="0" presId="urn:microsoft.com/office/officeart/2005/8/layout/process1"/>
    <dgm:cxn modelId="{04EF7616-506D-45A6-8E66-6C7C2FF4413A}" type="presParOf" srcId="{F3DCBA32-FBBB-4AEC-943D-97337C787D18}" destId="{74E144AE-39DB-4ED8-8F26-F6569B4F7E93}" srcOrd="3" destOrd="0" presId="urn:microsoft.com/office/officeart/2005/8/layout/process1"/>
    <dgm:cxn modelId="{1C6AADC8-CEF5-4E8A-8072-2A741D892F32}" type="presParOf" srcId="{74E144AE-39DB-4ED8-8F26-F6569B4F7E93}" destId="{677759F8-0C56-4F2B-AA1C-31CCE81E1E34}" srcOrd="0" destOrd="0" presId="urn:microsoft.com/office/officeart/2005/8/layout/process1"/>
    <dgm:cxn modelId="{2A7858BA-0B4A-4259-9F8A-BFE7EF99D6DF}" type="presParOf" srcId="{F3DCBA32-FBBB-4AEC-943D-97337C787D18}" destId="{0A393AB4-D683-4B13-9B3E-B2162844A402}" srcOrd="4" destOrd="0" presId="urn:microsoft.com/office/officeart/2005/8/layout/process1"/>
    <dgm:cxn modelId="{CFE18A3C-17FB-434F-931D-EB157A6032B3}" type="presParOf" srcId="{F3DCBA32-FBBB-4AEC-943D-97337C787D18}" destId="{6A6C5255-5CC9-4D58-9290-82534F691EE8}" srcOrd="5" destOrd="0" presId="urn:microsoft.com/office/officeart/2005/8/layout/process1"/>
    <dgm:cxn modelId="{54839778-922B-4182-AEF5-B82B1EA0F159}" type="presParOf" srcId="{6A6C5255-5CC9-4D58-9290-82534F691EE8}" destId="{C213DE12-3500-4FDF-9367-8E0A6F50E866}" srcOrd="0" destOrd="0" presId="urn:microsoft.com/office/officeart/2005/8/layout/process1"/>
    <dgm:cxn modelId="{5A9C163D-E142-40F9-BA9B-C9A34B18CEE8}" type="presParOf" srcId="{F3DCBA32-FBBB-4AEC-943D-97337C787D18}" destId="{6B1DD7C9-5553-4F7D-B039-0F7D10EF579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5D65C-BCB4-417D-B4DE-FB29717A9BFA}">
      <dsp:nvSpPr>
        <dsp:cNvPr id="0" name=""/>
        <dsp:cNvSpPr/>
      </dsp:nvSpPr>
      <dsp:spPr>
        <a:xfrm>
          <a:off x="3917578" y="1023468"/>
          <a:ext cx="2771715" cy="568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356"/>
              </a:lnTo>
              <a:lnTo>
                <a:pt x="2771715" y="328356"/>
              </a:lnTo>
              <a:lnTo>
                <a:pt x="2771715" y="56887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7B67DA-167B-4189-84C9-24B57417BAC6}">
      <dsp:nvSpPr>
        <dsp:cNvPr id="0" name=""/>
        <dsp:cNvSpPr/>
      </dsp:nvSpPr>
      <dsp:spPr>
        <a:xfrm>
          <a:off x="3871858" y="1023468"/>
          <a:ext cx="91440" cy="5688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6887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475BC-05DF-4821-A2BF-21656E8BEC56}">
      <dsp:nvSpPr>
        <dsp:cNvPr id="0" name=""/>
        <dsp:cNvSpPr/>
      </dsp:nvSpPr>
      <dsp:spPr>
        <a:xfrm>
          <a:off x="1145862" y="1023468"/>
          <a:ext cx="2771715" cy="568877"/>
        </a:xfrm>
        <a:custGeom>
          <a:avLst/>
          <a:gdLst/>
          <a:ahLst/>
          <a:cxnLst/>
          <a:rect l="0" t="0" r="0" b="0"/>
          <a:pathLst>
            <a:path>
              <a:moveTo>
                <a:pt x="2771715" y="0"/>
              </a:moveTo>
              <a:lnTo>
                <a:pt x="2771715" y="328356"/>
              </a:lnTo>
              <a:lnTo>
                <a:pt x="0" y="328356"/>
              </a:lnTo>
              <a:lnTo>
                <a:pt x="0" y="56887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B0C62-E6F2-4DF7-B577-75EAB9510626}">
      <dsp:nvSpPr>
        <dsp:cNvPr id="0" name=""/>
        <dsp:cNvSpPr/>
      </dsp:nvSpPr>
      <dsp:spPr>
        <a:xfrm>
          <a:off x="1013965" y="188116"/>
          <a:ext cx="5807224" cy="8353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 dirty="0"/>
            <a:t>Информационная система</a:t>
          </a:r>
        </a:p>
      </dsp:txBody>
      <dsp:txXfrm>
        <a:off x="1013965" y="188116"/>
        <a:ext cx="5807224" cy="835351"/>
      </dsp:txXfrm>
    </dsp:sp>
    <dsp:sp modelId="{21D736D5-2A21-4645-84B2-83E7A684F755}">
      <dsp:nvSpPr>
        <dsp:cNvPr id="0" name=""/>
        <dsp:cNvSpPr/>
      </dsp:nvSpPr>
      <dsp:spPr>
        <a:xfrm>
          <a:off x="526" y="1592345"/>
          <a:ext cx="2290673" cy="11453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 dirty="0"/>
            <a:t>База данных*</a:t>
          </a:r>
        </a:p>
      </dsp:txBody>
      <dsp:txXfrm>
        <a:off x="526" y="1592345"/>
        <a:ext cx="2290673" cy="1145336"/>
      </dsp:txXfrm>
    </dsp:sp>
    <dsp:sp modelId="{AC82EAAE-34BB-4F01-A954-26B63236F1D4}">
      <dsp:nvSpPr>
        <dsp:cNvPr id="0" name=""/>
        <dsp:cNvSpPr/>
      </dsp:nvSpPr>
      <dsp:spPr>
        <a:xfrm>
          <a:off x="2772241" y="1592345"/>
          <a:ext cx="2290673" cy="11453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 dirty="0"/>
            <a:t>Программные средства</a:t>
          </a:r>
        </a:p>
      </dsp:txBody>
      <dsp:txXfrm>
        <a:off x="2772241" y="1592345"/>
        <a:ext cx="2290673" cy="1145336"/>
      </dsp:txXfrm>
    </dsp:sp>
    <dsp:sp modelId="{5FEB77B0-A458-40DB-954E-C1FAE9F43C4E}">
      <dsp:nvSpPr>
        <dsp:cNvPr id="0" name=""/>
        <dsp:cNvSpPr/>
      </dsp:nvSpPr>
      <dsp:spPr>
        <a:xfrm>
          <a:off x="5543956" y="1592345"/>
          <a:ext cx="2290673" cy="11453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 dirty="0"/>
            <a:t>Интерфейс пользователя</a:t>
          </a:r>
        </a:p>
      </dsp:txBody>
      <dsp:txXfrm>
        <a:off x="5543956" y="1592345"/>
        <a:ext cx="2290673" cy="1145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5881E-999B-45F3-8097-FD0E5C8A8A58}">
      <dsp:nvSpPr>
        <dsp:cNvPr id="0" name=""/>
        <dsp:cNvSpPr/>
      </dsp:nvSpPr>
      <dsp:spPr>
        <a:xfrm>
          <a:off x="0" y="30315"/>
          <a:ext cx="8391628" cy="4305710"/>
        </a:xfrm>
        <a:prstGeom prst="leftRightRibb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EBC52FB-90F2-4207-841B-2FC5F801AF58}">
      <dsp:nvSpPr>
        <dsp:cNvPr id="0" name=""/>
        <dsp:cNvSpPr/>
      </dsp:nvSpPr>
      <dsp:spPr>
        <a:xfrm>
          <a:off x="1006995" y="1092259"/>
          <a:ext cx="2769237" cy="164475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53340" rIns="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Анализ Требований стоит в начале цепочки работ разработки Автоматизированных Информационных Систем, результаты Анализа Требований во многом определяют успех проекта</a:t>
          </a:r>
          <a:endParaRPr lang="ru-RU" sz="1500" kern="1200" dirty="0"/>
        </a:p>
      </dsp:txBody>
      <dsp:txXfrm>
        <a:off x="1006995" y="1092259"/>
        <a:ext cx="2769237" cy="1644759"/>
      </dsp:txXfrm>
    </dsp:sp>
    <dsp:sp modelId="{5E80D4DC-938D-44F1-9593-D0E281FF01E8}">
      <dsp:nvSpPr>
        <dsp:cNvPr id="0" name=""/>
        <dsp:cNvSpPr/>
      </dsp:nvSpPr>
      <dsp:spPr>
        <a:xfrm>
          <a:off x="4195814" y="1629323"/>
          <a:ext cx="3272734" cy="164475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53340" rIns="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Роль работ, связанных вязанные с бизнес-анализом и бизнес-моделированием не столь очевидна и принимается далеко не всеми методологиями</a:t>
          </a:r>
          <a:endParaRPr lang="ru-RU" sz="1500" kern="1200" dirty="0"/>
        </a:p>
      </dsp:txBody>
      <dsp:txXfrm>
        <a:off x="4195814" y="1629323"/>
        <a:ext cx="3272734" cy="16447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3C02E-0094-4741-866E-2735B35BAC84}">
      <dsp:nvSpPr>
        <dsp:cNvPr id="0" name=""/>
        <dsp:cNvSpPr/>
      </dsp:nvSpPr>
      <dsp:spPr>
        <a:xfrm>
          <a:off x="2817111" y="1778757"/>
          <a:ext cx="2536383" cy="225146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Анализируя модель проблемной области, в ней можно вычленить</a:t>
          </a:r>
          <a:endParaRPr lang="ru-RU" sz="2200" kern="1200" dirty="0"/>
        </a:p>
      </dsp:txBody>
      <dsp:txXfrm>
        <a:off x="2927019" y="1888665"/>
        <a:ext cx="2316567" cy="2031651"/>
      </dsp:txXfrm>
    </dsp:sp>
    <dsp:sp modelId="{D89BD8D9-48EA-4CC8-B970-F400B0AC0D9B}">
      <dsp:nvSpPr>
        <dsp:cNvPr id="0" name=""/>
        <dsp:cNvSpPr/>
      </dsp:nvSpPr>
      <dsp:spPr>
        <a:xfrm rot="16200000">
          <a:off x="3909914" y="1603368"/>
          <a:ext cx="35077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0777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B61A0C-0F36-44B9-B307-164A8C3C3E6F}">
      <dsp:nvSpPr>
        <dsp:cNvPr id="0" name=""/>
        <dsp:cNvSpPr/>
      </dsp:nvSpPr>
      <dsp:spPr>
        <a:xfrm>
          <a:off x="1631268" y="301498"/>
          <a:ext cx="4908069" cy="112648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с одной стороны, задачи и функции, реализуемые внутри ОС и функции коммуникации ОС и среды</a:t>
          </a:r>
          <a:endParaRPr lang="ru-RU" sz="2100" kern="1200" dirty="0"/>
        </a:p>
      </dsp:txBody>
      <dsp:txXfrm>
        <a:off x="1686258" y="356488"/>
        <a:ext cx="4798089" cy="1016501"/>
      </dsp:txXfrm>
    </dsp:sp>
    <dsp:sp modelId="{70BBBA50-AC2D-427B-929E-1501DA0B0757}">
      <dsp:nvSpPr>
        <dsp:cNvPr id="0" name=""/>
        <dsp:cNvSpPr/>
      </dsp:nvSpPr>
      <dsp:spPr>
        <a:xfrm rot="2361720">
          <a:off x="5312072" y="4060597"/>
          <a:ext cx="36520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5204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69683-EDB1-4F87-AA6D-C44510C1108E}">
      <dsp:nvSpPr>
        <dsp:cNvPr id="0" name=""/>
        <dsp:cNvSpPr/>
      </dsp:nvSpPr>
      <dsp:spPr>
        <a:xfrm>
          <a:off x="4315880" y="4176406"/>
          <a:ext cx="4013204" cy="112648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с другой - устройство предметной области (в начале - на уровне концептуальной модели)</a:t>
          </a:r>
          <a:endParaRPr lang="ru-RU" sz="2000" kern="1200" dirty="0"/>
        </a:p>
      </dsp:txBody>
      <dsp:txXfrm>
        <a:off x="4370870" y="4231396"/>
        <a:ext cx="3903224" cy="1016501"/>
      </dsp:txXfrm>
    </dsp:sp>
    <dsp:sp modelId="{B8C4D810-3ADF-4604-AE5F-3FEA9787A464}">
      <dsp:nvSpPr>
        <dsp:cNvPr id="0" name=""/>
        <dsp:cNvSpPr/>
      </dsp:nvSpPr>
      <dsp:spPr>
        <a:xfrm rot="8438280">
          <a:off x="2493329" y="4060597"/>
          <a:ext cx="36520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5204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55537-B95F-4026-B154-67659B5445FD}">
      <dsp:nvSpPr>
        <dsp:cNvPr id="0" name=""/>
        <dsp:cNvSpPr/>
      </dsp:nvSpPr>
      <dsp:spPr>
        <a:xfrm>
          <a:off x="-158478" y="4176406"/>
          <a:ext cx="4013204" cy="112648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3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с третьей - требования к информации и ее обработке</a:t>
          </a:r>
          <a:endParaRPr lang="ru-RU" sz="2400" kern="1200" dirty="0"/>
        </a:p>
      </dsp:txBody>
      <dsp:txXfrm>
        <a:off x="-103488" y="4231396"/>
        <a:ext cx="3903224" cy="101650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730BA-B76C-4DD1-BC36-C26A1CB8A6CB}">
      <dsp:nvSpPr>
        <dsp:cNvPr id="0" name=""/>
        <dsp:cNvSpPr/>
      </dsp:nvSpPr>
      <dsp:spPr>
        <a:xfrm>
          <a:off x="0" y="0"/>
          <a:ext cx="6607276" cy="1323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anose="02020603050405020304" pitchFamily="18" charset="0"/>
              <a:ea typeface="Times New Roman" panose="02020603050405020304" pitchFamily="18" charset="0"/>
            </a:rPr>
            <a:t>Выделив среди функций те, которые подлежат автоматизации, получают основу для выявления функциональных требований к системе. Остальная собранная на этапе АПО информация служит для поиска нефункциональных требований. В результате получают </a:t>
          </a:r>
          <a:r>
            <a:rPr lang="ru-RU" sz="1400" b="1" kern="1200" smtClean="0">
              <a:latin typeface="Times New Roman" panose="02020603050405020304" pitchFamily="18" charset="0"/>
              <a:ea typeface="Times New Roman" panose="02020603050405020304" pitchFamily="18" charset="0"/>
            </a:rPr>
            <a:t>модель АТ</a:t>
          </a:r>
          <a:r>
            <a:rPr lang="ru-RU" sz="1400" kern="1200" smtClean="0">
              <a:latin typeface="Times New Roman" panose="02020603050405020304" pitchFamily="18" charset="0"/>
              <a:ea typeface="Times New Roman" panose="02020603050405020304" pitchFamily="18" charset="0"/>
            </a:rPr>
            <a:t>, как первое приближение модели АИС, М(АИС).</a:t>
          </a:r>
          <a:endParaRPr lang="ru-RU" sz="1400" kern="1200"/>
        </a:p>
      </dsp:txBody>
      <dsp:txXfrm>
        <a:off x="38773" y="38773"/>
        <a:ext cx="5066914" cy="1246269"/>
      </dsp:txXfrm>
    </dsp:sp>
    <dsp:sp modelId="{A516F4FD-FBD7-4582-A006-93D306AD85F3}">
      <dsp:nvSpPr>
        <dsp:cNvPr id="0" name=""/>
        <dsp:cNvSpPr/>
      </dsp:nvSpPr>
      <dsp:spPr>
        <a:xfrm>
          <a:off x="553359" y="1564508"/>
          <a:ext cx="6607276" cy="1323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Затем, путем углубленного анализа и проектирования, формируются, соответственно, </a:t>
          </a:r>
          <a:r>
            <a:rPr lang="ru-RU" sz="1400" b="1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аналитическая модель М'(АИС), проектная модель М''(АИС) и модель реализации М'''(АИС)</a:t>
          </a: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.</a:t>
          </a:r>
          <a:endParaRPr lang="ru-RU" sz="1400" kern="1200" dirty="0"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592132" y="1603281"/>
        <a:ext cx="5115891" cy="1246269"/>
      </dsp:txXfrm>
    </dsp:sp>
    <dsp:sp modelId="{71911CDF-4637-4FFB-B8DA-0FFC35E0BEFE}">
      <dsp:nvSpPr>
        <dsp:cNvPr id="0" name=""/>
        <dsp:cNvSpPr/>
      </dsp:nvSpPr>
      <dsp:spPr>
        <a:xfrm>
          <a:off x="1098459" y="3129017"/>
          <a:ext cx="6607276" cy="1323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Модель уровня реализации позволяет синтезировать собственно </a:t>
          </a:r>
          <a:r>
            <a:rPr lang="ru-RU" sz="1400" b="1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АИС</a:t>
          </a: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, как </a:t>
          </a:r>
          <a:r>
            <a:rPr lang="ru-RU" sz="1400" b="1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совокупность программных, информационных, организационных и др. артефактов</a:t>
          </a: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.</a:t>
          </a:r>
          <a:endParaRPr lang="ru-RU" sz="1400" kern="1200" dirty="0"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1137232" y="3167790"/>
        <a:ext cx="5124150" cy="1246269"/>
      </dsp:txXfrm>
    </dsp:sp>
    <dsp:sp modelId="{31AA034F-6593-469A-B42D-0A85161A931C}">
      <dsp:nvSpPr>
        <dsp:cNvPr id="0" name=""/>
        <dsp:cNvSpPr/>
      </dsp:nvSpPr>
      <dsp:spPr>
        <a:xfrm>
          <a:off x="1651819" y="4693526"/>
          <a:ext cx="6607276" cy="1323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АИС</a:t>
          </a: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 в свою очередь представляет собой модель </a:t>
          </a:r>
          <a:r>
            <a:rPr lang="ru-RU" sz="1400" b="1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организационной системы </a:t>
          </a:r>
          <a:r>
            <a:rPr lang="ru-RU" sz="1400" kern="1200" dirty="0" smtClean="0">
              <a:latin typeface="Times New Roman" panose="02020603050405020304" pitchFamily="18" charset="0"/>
              <a:ea typeface="Times New Roman" panose="02020603050405020304" pitchFamily="18" charset="0"/>
            </a:rPr>
            <a:t>М'(ОС), замыкая цикл моделирования</a:t>
          </a:r>
          <a:endParaRPr lang="ru-RU" sz="14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1690592" y="4732299"/>
        <a:ext cx="5115891" cy="1246269"/>
      </dsp:txXfrm>
    </dsp:sp>
    <dsp:sp modelId="{74881722-9B1F-4562-81E2-13598A959BA3}">
      <dsp:nvSpPr>
        <dsp:cNvPr id="0" name=""/>
        <dsp:cNvSpPr/>
      </dsp:nvSpPr>
      <dsp:spPr>
        <a:xfrm>
          <a:off x="5746796" y="1013922"/>
          <a:ext cx="860479" cy="86047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5940404" y="1013922"/>
        <a:ext cx="473263" cy="647510"/>
      </dsp:txXfrm>
    </dsp:sp>
    <dsp:sp modelId="{3CC43CAC-667C-4BC3-A6EB-C43B319BEA73}">
      <dsp:nvSpPr>
        <dsp:cNvPr id="0" name=""/>
        <dsp:cNvSpPr/>
      </dsp:nvSpPr>
      <dsp:spPr>
        <a:xfrm>
          <a:off x="6300156" y="2578431"/>
          <a:ext cx="860479" cy="86047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6493764" y="2578431"/>
        <a:ext cx="473263" cy="647510"/>
      </dsp:txXfrm>
    </dsp:sp>
    <dsp:sp modelId="{6DBBCF9E-1E5C-49D6-ACA2-58938894D3C1}">
      <dsp:nvSpPr>
        <dsp:cNvPr id="0" name=""/>
        <dsp:cNvSpPr/>
      </dsp:nvSpPr>
      <dsp:spPr>
        <a:xfrm>
          <a:off x="6845256" y="4142939"/>
          <a:ext cx="860479" cy="86047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7038864" y="4142939"/>
        <a:ext cx="473263" cy="6475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85E81-E560-4677-9812-8F5AA79D2A10}" type="datetimeFigureOut">
              <a:rPr lang="ru-RU" smtClean="0"/>
              <a:t>19.10.2018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25985-F898-426C-802D-B28EA136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81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5985-F898-426C-802D-B28EA136DE95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4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6C36E92-4442-4CED-98F3-A3C8D0FD546B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55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8C33863-3A67-4324-9B81-91420DE2C231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8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AB45C32-ED47-40CC-8E35-BE070964DB82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51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E35663F-A259-4E80-8248-108CAE5D4038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28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F4ED8F5-6711-43E7-BF15-FB8A8EFE14EA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22759B5-C4AA-44DE-9252-320CABA50BF7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12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8541F1C-B361-400E-9842-1B9EF84E1D51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66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eaLnBrk="1" latinLnBrk="0" hangingPunct="1"/>
            <a:fld id="{1049265A-E03D-4C7D-95A9-5440C35419BB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59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DA22BF-1B9D-4188-9F0B-5B2EF7725C65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51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9B0A55B-D839-4425-AE7D-7AF2319D6CF9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02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A45CE1D-82CA-4C93-AC6C-757C367CA96B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99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eaLnBrk="1" latinLnBrk="0" hangingPunct="1"/>
            <a:fld id="{770EF816-2DD9-4738-8DCC-2321FEF58295}" type="datetime1">
              <a:rPr lang="en-US" smtClean="0"/>
              <a:t>10/19/2018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 eaLnBrk="1" latinLnBrk="0" hangingPunct="1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66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4.gif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9.xml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12" Type="http://schemas.microsoft.com/office/2007/relationships/diagramDrawing" Target="../diagrams/drawing2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11" Type="http://schemas.openxmlformats.org/officeDocument/2006/relationships/diagramColors" Target="../diagrams/colors29.xml"/><Relationship Id="rId5" Type="http://schemas.openxmlformats.org/officeDocument/2006/relationships/diagramQuickStyle" Target="../diagrams/quickStyle28.xml"/><Relationship Id="rId10" Type="http://schemas.openxmlformats.org/officeDocument/2006/relationships/diagramQuickStyle" Target="../diagrams/quickStyle29.xml"/><Relationship Id="rId4" Type="http://schemas.openxmlformats.org/officeDocument/2006/relationships/diagramLayout" Target="../diagrams/layout28.xml"/><Relationship Id="rId9" Type="http://schemas.openxmlformats.org/officeDocument/2006/relationships/diagramLayout" Target="../diagrams/layout2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62000">
              <a:schemeClr val="accent2">
                <a:lumMod val="45000"/>
                <a:lumOff val="55000"/>
              </a:schemeClr>
            </a:gs>
            <a:gs pos="81000">
              <a:schemeClr val="accent2">
                <a:lumMod val="45000"/>
                <a:lumOff val="55000"/>
              </a:schemeClr>
            </a:gs>
            <a:gs pos="90000">
              <a:schemeClr val="accent2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Разработка и анализ требований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22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Введение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Понятие "информационная система" и классификация автоматизированных информационных систем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70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00100" y="182971"/>
            <a:ext cx="7543800" cy="1450757"/>
          </a:xfrm>
        </p:spPr>
        <p:txBody>
          <a:bodyPr>
            <a:normAutofit/>
          </a:bodyPr>
          <a:lstStyle/>
          <a:p>
            <a:r>
              <a:rPr lang="ru-RU" sz="4400" dirty="0"/>
              <a:t>Современная информационная система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837764"/>
            <a:ext cx="8229600" cy="4213411"/>
          </a:xfrm>
        </p:spPr>
        <p:txBody>
          <a:bodyPr>
            <a:normAutofit fontScale="70000" lnSpcReduction="20000"/>
          </a:bodyPr>
          <a:lstStyle/>
          <a:p>
            <a:pPr marL="358775" indent="-250825"/>
            <a:r>
              <a:rPr lang="ru-RU" b="1" dirty="0"/>
              <a:t>в основе </a:t>
            </a:r>
            <a:r>
              <a:rPr lang="ru-RU" dirty="0"/>
              <a:t>- методологию управления, направленная на достижение стратегических целей высшего менеджмента предприятия, выраженную в информационной системе в виде системы управляющих воздействий, регламентирующей деятельность пользователей,</a:t>
            </a:r>
          </a:p>
          <a:p>
            <a:pPr marL="358775" indent="-250825"/>
            <a:r>
              <a:rPr lang="ru-RU" dirty="0"/>
              <a:t>возможность </a:t>
            </a:r>
            <a:r>
              <a:rPr lang="ru-RU" b="1" dirty="0"/>
              <a:t>доступа к данным для множества пользователей</a:t>
            </a:r>
            <a:r>
              <a:rPr lang="ru-RU" dirty="0"/>
              <a:t>, объединенных в локальную сеть предприятия, а зачастую - и для пользователей, удаленных от центрального офиса на сотни и тысячи километров,</a:t>
            </a:r>
          </a:p>
          <a:p>
            <a:pPr marL="358775" indent="-250825"/>
            <a:r>
              <a:rPr lang="ru-RU" b="1" dirty="0"/>
              <a:t>средства коммуникации</a:t>
            </a:r>
            <a:r>
              <a:rPr lang="ru-RU" dirty="0"/>
              <a:t> и элементы корпоративного решения задач </a:t>
            </a:r>
            <a:r>
              <a:rPr lang="ru-RU" b="1" dirty="0"/>
              <a:t>коллективом пользователей</a:t>
            </a:r>
            <a:r>
              <a:rPr lang="ru-RU" dirty="0"/>
              <a:t>;</a:t>
            </a:r>
          </a:p>
          <a:p>
            <a:pPr marL="358775" indent="-250825"/>
            <a:r>
              <a:rPr lang="ru-RU" b="1" dirty="0"/>
              <a:t>развитый, дружественный </a:t>
            </a:r>
            <a:r>
              <a:rPr lang="ru-RU" dirty="0"/>
              <a:t>графический интерфейс конечного пользователя,</a:t>
            </a:r>
          </a:p>
          <a:p>
            <a:pPr marL="358775" indent="-250825"/>
            <a:r>
              <a:rPr lang="ru-RU" dirty="0"/>
              <a:t>режимы обработки оперативной информации, близкие к режиму </a:t>
            </a:r>
            <a:r>
              <a:rPr lang="ru-RU" b="1" dirty="0"/>
              <a:t>реального времени</a:t>
            </a:r>
            <a:r>
              <a:rPr lang="ru-RU" dirty="0"/>
              <a:t>,</a:t>
            </a:r>
          </a:p>
          <a:p>
            <a:pPr marL="358775" indent="-250825"/>
            <a:r>
              <a:rPr lang="ru-RU" b="1" dirty="0"/>
              <a:t>средства аутентификации и разграничения доступа</a:t>
            </a:r>
            <a:r>
              <a:rPr lang="ru-RU" dirty="0"/>
              <a:t>, позволяющие дозировать информацию в соответствии с должностными обязанностями пользователя; высокий уровень защищенности от несанкционированного доступа,</a:t>
            </a:r>
          </a:p>
          <a:p>
            <a:pPr marL="358775" indent="-250825"/>
            <a:r>
              <a:rPr lang="ru-RU" b="1" dirty="0"/>
              <a:t>один или более серверов баз данных</a:t>
            </a:r>
            <a:r>
              <a:rPr lang="ru-RU" dirty="0"/>
              <a:t>, суммарный объем которых измеряется в </a:t>
            </a:r>
            <a:r>
              <a:rPr lang="ru-RU" dirty="0" err="1"/>
              <a:t>гига</a:t>
            </a:r>
            <a:r>
              <a:rPr lang="ru-RU" dirty="0"/>
              <a:t>- или терабайтах; возможность обработки тысяч и миллионов записей при составлении отчетности,</a:t>
            </a:r>
          </a:p>
          <a:p>
            <a:pPr marL="358775" indent="-250825"/>
            <a:r>
              <a:rPr lang="ru-RU" b="1" dirty="0"/>
              <a:t>инвариантность</a:t>
            </a:r>
            <a:r>
              <a:rPr lang="ru-RU" dirty="0"/>
              <a:t> (в определенных пределах) к аппаратным и операционным средам функционирования серверных и клиентских приложений,</a:t>
            </a:r>
          </a:p>
          <a:p>
            <a:pPr marL="358775" indent="-250825"/>
            <a:r>
              <a:rPr lang="ru-RU" dirty="0"/>
              <a:t>использование </a:t>
            </a:r>
            <a:r>
              <a:rPr lang="ru-RU" b="1" dirty="0"/>
              <a:t>стандартизованных языков и протоколов </a:t>
            </a:r>
            <a:r>
              <a:rPr lang="ru-RU" dirty="0"/>
              <a:t>для представления и манипулирования данными.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58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125170797"/>
              </p:ext>
            </p:extLst>
          </p:nvPr>
        </p:nvGraphicFramePr>
        <p:xfrm>
          <a:off x="672350" y="222624"/>
          <a:ext cx="7835156" cy="3013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466163" y="3008095"/>
            <a:ext cx="82475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*SQL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Structured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Query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Language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– язык структурированных запросов. SQL – реляционный язык данных, предоставляющий согласованный, базирующийся на англоязычных ключевых словах, набор средств для организации запросов, определения, манипулирования и управления данными. Это – программный интерфейс систем управления базами данных (СУБД), разработанный IBM.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66163" y="3992969"/>
            <a:ext cx="8247530" cy="2028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500" b="1" dirty="0"/>
              <a:t>Информационная система (ИС)</a:t>
            </a:r>
            <a:r>
              <a:rPr lang="ru-RU" sz="1500" dirty="0"/>
              <a:t> </a:t>
            </a:r>
            <a:r>
              <a:rPr lang="ru-RU" sz="1400" i="1" dirty="0"/>
              <a:t>(автоматизированная ИС, АИС)</a:t>
            </a:r>
            <a:r>
              <a:rPr lang="ru-RU" sz="1500" dirty="0"/>
              <a:t> - программно-аппаратная система, предназначенная для автоматизации целенаправленной деятельности конечных пользователей и обеспечивающая, в соответствии с заложенной в нее логикой обработки, возможность получения, модификации и хранения информации.</a:t>
            </a:r>
          </a:p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500" b="1" dirty="0"/>
              <a:t>ИС</a:t>
            </a:r>
            <a:r>
              <a:rPr lang="ru-RU" sz="1500" dirty="0"/>
              <a:t> в широком смысле - 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08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93961"/>
          </a:xfrm>
        </p:spPr>
        <p:txBody>
          <a:bodyPr/>
          <a:lstStyle/>
          <a:p>
            <a:r>
              <a:rPr lang="ru-RU" dirty="0"/>
              <a:t>Классификация ИС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981575"/>
              </p:ext>
            </p:extLst>
          </p:nvPr>
        </p:nvGraphicFramePr>
        <p:xfrm>
          <a:off x="822326" y="1846263"/>
          <a:ext cx="3140074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962400" y="1923352"/>
            <a:ext cx="4572000" cy="393030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требования, предъявляемые к современным КИС: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централизация данных в единой базе (в основе - всегда промышленная СУБД),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близкий к реальному времени режим работы,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сохранение общей модели управления для предприятий разных отраслей,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поддержка территориально-распределенных структур,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работа на широком круге аппаратно-программных платформ и СУБД.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54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02554016"/>
              </p:ext>
            </p:extLst>
          </p:nvPr>
        </p:nvGraphicFramePr>
        <p:xfrm>
          <a:off x="762000" y="0"/>
          <a:ext cx="7969624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415368"/>
              </p:ext>
            </p:extLst>
          </p:nvPr>
        </p:nvGraphicFramePr>
        <p:xfrm>
          <a:off x="761999" y="2725270"/>
          <a:ext cx="7736541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49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3713116"/>
              </p:ext>
            </p:extLst>
          </p:nvPr>
        </p:nvGraphicFramePr>
        <p:xfrm>
          <a:off x="313764" y="98611"/>
          <a:ext cx="8516471" cy="1389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13764" y="1488140"/>
            <a:ext cx="8453718" cy="4791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ru-RU" sz="1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по поддерживаемым стандартам управления и технологиям коммуникации</a:t>
            </a:r>
            <a:endParaRPr lang="ru-RU" sz="1200" b="1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MRP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Material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Requirements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Planning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планирование поставок материалов, исходя из данных о комплектации производимой продукции и плана продаж.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CRP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Capacity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Requirements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Planning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планирование производственных мощностей, исходя из данных о технологии производимой продукции и прогноза спроса.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MRPII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Manufacture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Resource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Planning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планирование материальных, мощностных и финансовых ресурсов, необходимых для производства. Стандартизовано ISO.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ERP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Enterprise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Resource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Planning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финансово-ориентированное планирование ресурсов предприятия, необходимых для получения, изготовления, отгрузки и учета заказов потребителей на основе интеграции всех отделов и подразделений компании.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SCM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Supply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Chain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Management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управление цепочками поставок. Реализация бизнес-процессов на базе внешних предприятий и торговых площадок Основано на </a:t>
            </a:r>
            <a:r>
              <a:rPr lang="ru-RU" sz="10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референтной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модели SCOR, стандартизованной </a:t>
            </a:r>
            <a:r>
              <a:rPr lang="ru-RU" sz="10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Supply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Chain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Council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CRM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Relationship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Management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управление взаимоотношениями с заказчиками. Комплекс методов и средств, нацеленный на завоевание, удовлетворение требований и сохранение платежеспособных клиентов.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ERPII (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Enterprise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Resource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&amp;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Relationship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Processing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управление ресурсами и взаимоотношениями предприятия. Объединяет в себе 3 вышеперечисленные технологии.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Workflow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технология, управляющая потоком работ при помощи программного обеспечения, способного интерпретировать описание процесса, взаимодействовать с его участниками и при необходимости вызывать соответствующие программные приложения.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Workflow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поток работ (упорядоченное во времени множество заданий, которые получают сотрудники и которые обрабатываются ими вручную или с помощью средств автоматизации, но с той последовательностью и в рамках тех правил, которые определены для данного бизнес-процесса).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OLAP (Online Analytical Processing)</a:t>
            </a: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оперативный анализ данных</a:t>
            </a: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Технология поддержки принятия управленческих решений на основе концепции многомерных кубов информации.</a:t>
            </a:r>
            <a:endParaRPr lang="ru-RU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Project</a:t>
            </a:r>
            <a:r>
              <a:rPr lang="ru-RU" sz="10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Management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управление проектами. Поддерживается рядом международных стандартов.</a:t>
            </a:r>
          </a:p>
          <a:p>
            <a:pPr marL="171450" indent="-171450" algn="just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CALS (</a:t>
            </a:r>
            <a:r>
              <a:rPr lang="ru-RU" sz="105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Continuous</a:t>
            </a: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Acquisition</a:t>
            </a: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Lifecycle</a:t>
            </a: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05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Support</a:t>
            </a:r>
            <a:r>
              <a:rPr lang="ru-RU" sz="10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 непрерывная информационная поддержка поставок и жизненного цикла. Описывает совокупность принципов и технологий информационной поддержки жизненного цикла продукции на всех его стадиях. Объединяет в себе практически все вышеперечисленные подходы и технологии.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1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898290205"/>
              </p:ext>
            </p:extLst>
          </p:nvPr>
        </p:nvGraphicFramePr>
        <p:xfrm>
          <a:off x="1524000" y="71718"/>
          <a:ext cx="5925671" cy="3083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627529" y="3155578"/>
            <a:ext cx="84268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Выводы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существует значительное количество АИС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данные АИС существенно различаются между собой.</a:t>
            </a:r>
          </a:p>
          <a:p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Выбор АИС для предприятия - достаточно нетривиальная задача.</a:t>
            </a:r>
          </a:p>
          <a:p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Нужно: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хорошо знать объект внедрения (автоматизируемое предприятие),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особенности его деятельности,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стратегию развития и т.д.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369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Понятие требования. Классификации требований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Обзор наиболее существенных методов классификации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89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55811" y="425388"/>
            <a:ext cx="81489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Требование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- это условие или возможность, которой должна соответствовать система 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(русская редакция нотации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RUP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Rational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Unified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Process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(RUP) — методология разработки программного обеспечения, созданная компанией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Rational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Software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i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55810" y="1895712"/>
            <a:ext cx="8148917" cy="2577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Требование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– это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(В IEEE Standard Glossary of Software Engineering Terminology (1990))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72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условия или возможности, необходимые пользователю для решения проблем или достижения целей;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72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условия или возможности, которыми должна обладать система или системные компоненты, чтобы выполнить контракт или удовлетворять стандартам, спецификациям или другим формальным документам;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72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документированное представление условий или возможностей для пунктов 1 и 2.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3082" y="5970512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IEEE (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Institute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Electrical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and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Electronics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Engineers</a:t>
            </a:r>
            <a:r>
              <a:rPr lang="ru-RU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- институт инженеров по электротехнике и электронике</a:t>
            </a:r>
            <a:endParaRPr lang="ru-RU" sz="1400" i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5809" y="4732985"/>
            <a:ext cx="81489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Требования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- это исходные данные, на основании которых проектируются и создаются автоматизированные информационные системы.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5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862630845"/>
              </p:ext>
            </p:extLst>
          </p:nvPr>
        </p:nvGraphicFramePr>
        <p:xfrm>
          <a:off x="537882" y="213659"/>
          <a:ext cx="8068236" cy="2511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75360480"/>
              </p:ext>
            </p:extLst>
          </p:nvPr>
        </p:nvGraphicFramePr>
        <p:xfrm>
          <a:off x="170330" y="2734235"/>
          <a:ext cx="8803340" cy="3524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04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921497420"/>
              </p:ext>
            </p:extLst>
          </p:nvPr>
        </p:nvGraphicFramePr>
        <p:xfrm>
          <a:off x="457200" y="1918446"/>
          <a:ext cx="8229600" cy="3282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требований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43448" y="5201320"/>
            <a:ext cx="69028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Важные правила внедрения и использования АИС на предприятии: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«Одна точка сбора»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«Данные собираются там, где они появляются».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32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28431"/>
          </a:xfrm>
        </p:spPr>
        <p:txBody>
          <a:bodyPr>
            <a:noAutofit/>
          </a:bodyPr>
          <a:lstStyle/>
          <a:p>
            <a:r>
              <a:rPr lang="ru-RU" sz="3600" dirty="0"/>
              <a:t>Системные требования и требования к программному обеспечению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76040"/>
              </p:ext>
            </p:extLst>
          </p:nvPr>
        </p:nvGraphicFramePr>
        <p:xfrm>
          <a:off x="822325" y="1846263"/>
          <a:ext cx="7543800" cy="4339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147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59" y="259710"/>
            <a:ext cx="7543800" cy="1246361"/>
          </a:xfrm>
        </p:spPr>
        <p:txBody>
          <a:bodyPr>
            <a:noAutofit/>
          </a:bodyPr>
          <a:lstStyle/>
          <a:p>
            <a:r>
              <a:rPr lang="ru-RU" sz="3600" dirty="0"/>
              <a:t>Функциональные, нефункциональные требования и характеристики продукта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161937972"/>
              </p:ext>
            </p:extLst>
          </p:nvPr>
        </p:nvGraphicFramePr>
        <p:xfrm>
          <a:off x="349624" y="1792942"/>
          <a:ext cx="8490470" cy="4123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822958" y="6059645"/>
            <a:ext cx="7543801" cy="28786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700" b="1" i="1" dirty="0" err="1"/>
              <a:t>Use</a:t>
            </a:r>
            <a:r>
              <a:rPr lang="ru-RU" sz="1700" b="1" i="1" dirty="0"/>
              <a:t> </a:t>
            </a:r>
            <a:r>
              <a:rPr lang="ru-RU" sz="1700" b="1" i="1" dirty="0" err="1"/>
              <a:t>case</a:t>
            </a:r>
            <a:r>
              <a:rPr lang="ru-RU" sz="1700" b="1" i="1" dirty="0"/>
              <a:t> </a:t>
            </a:r>
            <a:r>
              <a:rPr lang="ru-RU" sz="1700" i="1" dirty="0"/>
              <a:t>- вариант использования, прецедент.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5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29820"/>
          </a:xfrm>
        </p:spPr>
        <p:txBody>
          <a:bodyPr/>
          <a:lstStyle/>
          <a:p>
            <a:r>
              <a:rPr lang="ru-RU" dirty="0"/>
              <a:t>Классификация </a:t>
            </a:r>
            <a:r>
              <a:rPr lang="en-US" dirty="0"/>
              <a:t>RUP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0660" y="1845733"/>
            <a:ext cx="8508400" cy="442059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200"/>
              </a:spcBef>
            </a:pPr>
            <a:r>
              <a:rPr lang="ru-RU" b="1" dirty="0"/>
              <a:t>FURPS</a:t>
            </a:r>
            <a:r>
              <a:rPr lang="ru-RU" dirty="0"/>
              <a:t> обозначает следующие категории требований: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 err="1"/>
              <a:t>Functionality</a:t>
            </a:r>
            <a:r>
              <a:rPr lang="ru-RU" dirty="0"/>
              <a:t> (Функциональность)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 err="1"/>
              <a:t>Usability</a:t>
            </a:r>
            <a:r>
              <a:rPr lang="ru-RU" dirty="0"/>
              <a:t> (Применимость)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 err="1"/>
              <a:t>Reliability</a:t>
            </a:r>
            <a:r>
              <a:rPr lang="ru-RU" dirty="0"/>
              <a:t> (Надежность)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 err="1"/>
              <a:t>Performance</a:t>
            </a:r>
            <a:r>
              <a:rPr lang="ru-RU" dirty="0"/>
              <a:t> (Производительность)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 err="1"/>
              <a:t>Supportability</a:t>
            </a:r>
            <a:r>
              <a:rPr lang="ru-RU" dirty="0"/>
              <a:t> (эксплуатационная пригодность).</a:t>
            </a:r>
          </a:p>
          <a:p>
            <a:pPr>
              <a:spcBef>
                <a:spcPts val="200"/>
              </a:spcBef>
            </a:pPr>
            <a:r>
              <a:rPr lang="ru-RU" dirty="0"/>
              <a:t>Символ </a:t>
            </a:r>
            <a:r>
              <a:rPr lang="ru-RU" b="1" dirty="0"/>
              <a:t>"+"</a:t>
            </a:r>
            <a:r>
              <a:rPr lang="ru-RU" dirty="0"/>
              <a:t> расширяет </a:t>
            </a:r>
            <a:r>
              <a:rPr lang="ru-RU" b="1" dirty="0"/>
              <a:t>FURPS-модель</a:t>
            </a:r>
            <a:r>
              <a:rPr lang="ru-RU" dirty="0"/>
              <a:t>, добавляя к ней: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ru-RU" dirty="0"/>
              <a:t>ограничения проекта,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ru-RU" dirty="0"/>
              <a:t>требования выполнения,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ru-RU" dirty="0"/>
              <a:t>требования к интерфейсу,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ru-RU" dirty="0"/>
              <a:t>физические требования,</a:t>
            </a:r>
          </a:p>
          <a:p>
            <a:pPr>
              <a:spcBef>
                <a:spcPts val="200"/>
              </a:spcBef>
            </a:pPr>
            <a:endParaRPr lang="ru-RU" dirty="0"/>
          </a:p>
          <a:p>
            <a:pPr>
              <a:spcBef>
                <a:spcPts val="200"/>
              </a:spcBef>
            </a:pPr>
            <a:r>
              <a:rPr lang="ru-RU" dirty="0"/>
              <a:t>Кроме того, в спецификациях RUP выделяются такие категории требований, как:</a:t>
            </a:r>
          </a:p>
          <a:p>
            <a:pPr marL="90488" indent="268288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ru-RU" dirty="0"/>
              <a:t>требования, указывающие на необходимость согласованности с некоторыми юридическими и нормативными актами;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ru-RU" dirty="0"/>
              <a:t>требования к лицензированию,</a:t>
            </a:r>
          </a:p>
          <a:p>
            <a:pPr marL="90488" lvl="0" indent="268288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ru-RU" dirty="0"/>
              <a:t>требования к документированию.</a:t>
            </a:r>
          </a:p>
          <a:p>
            <a:pPr>
              <a:spcBef>
                <a:spcPts val="200"/>
              </a:spcBef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22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29820"/>
          </a:xfrm>
        </p:spPr>
        <p:txBody>
          <a:bodyPr>
            <a:noAutofit/>
          </a:bodyPr>
          <a:lstStyle/>
          <a:p>
            <a:r>
              <a:rPr lang="ru-RU" sz="3200" dirty="0"/>
              <a:t>Методологии и стандарты, регламентирующие работу с требованиями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1. Разработки </a:t>
            </a:r>
            <a:r>
              <a:rPr lang="en-US" b="1" dirty="0"/>
              <a:t>IEEE:</a:t>
            </a:r>
          </a:p>
          <a:p>
            <a:r>
              <a:rPr lang="en-US" dirty="0"/>
              <a:t>•</a:t>
            </a:r>
            <a:r>
              <a:rPr lang="ru-RU" dirty="0"/>
              <a:t> </a:t>
            </a:r>
            <a:r>
              <a:rPr lang="en-US" dirty="0"/>
              <a:t>IEEE 1362 "Concept of Operations Document".</a:t>
            </a:r>
          </a:p>
          <a:p>
            <a:r>
              <a:rPr lang="en-US" dirty="0"/>
              <a:t>•</a:t>
            </a:r>
            <a:r>
              <a:rPr lang="ru-RU" dirty="0"/>
              <a:t> </a:t>
            </a:r>
            <a:r>
              <a:rPr lang="en-US" dirty="0"/>
              <a:t>IEEE 1233 "Guide for Developing System Requirements Specifications".</a:t>
            </a:r>
          </a:p>
          <a:p>
            <a:r>
              <a:rPr lang="en-US" dirty="0"/>
              <a:t>•</a:t>
            </a:r>
            <a:r>
              <a:rPr lang="ru-RU" dirty="0"/>
              <a:t> </a:t>
            </a:r>
            <a:r>
              <a:rPr lang="en-US" dirty="0"/>
              <a:t>IEEE Standard 830-1998, "IEEE Recommended Practice for Software Requirements Specifications"</a:t>
            </a:r>
          </a:p>
          <a:p>
            <a:r>
              <a:rPr lang="en-US" dirty="0"/>
              <a:t>•</a:t>
            </a:r>
            <a:r>
              <a:rPr lang="ru-RU" dirty="0"/>
              <a:t> </a:t>
            </a:r>
            <a:r>
              <a:rPr lang="en-US" dirty="0"/>
              <a:t>IEEE Standard Glossary of Software Engineering Terminology/IEEE </a:t>
            </a:r>
            <a:r>
              <a:rPr lang="en-US" dirty="0" err="1"/>
              <a:t>Std</a:t>
            </a:r>
            <a:r>
              <a:rPr lang="en-US" dirty="0"/>
              <a:t> 610.12-1990</a:t>
            </a:r>
          </a:p>
          <a:p>
            <a:r>
              <a:rPr lang="en-US" dirty="0"/>
              <a:t>•</a:t>
            </a:r>
            <a:r>
              <a:rPr lang="ru-RU" dirty="0"/>
              <a:t> </a:t>
            </a:r>
            <a:r>
              <a:rPr lang="en-US" dirty="0"/>
              <a:t>IEEE Guide to the Software Engineering Body of Knowledge (1) - SWEBOK®, 2004.</a:t>
            </a:r>
            <a:endParaRPr lang="ru-RU" dirty="0"/>
          </a:p>
          <a:p>
            <a:endParaRPr lang="en-US" dirty="0"/>
          </a:p>
          <a:p>
            <a:r>
              <a:rPr lang="en-US" b="1" dirty="0"/>
              <a:t>2. </a:t>
            </a:r>
            <a:r>
              <a:rPr lang="ru-RU" b="1" dirty="0"/>
              <a:t>Отечественные ГОСТ:</a:t>
            </a:r>
          </a:p>
          <a:p>
            <a:r>
              <a:rPr lang="ru-RU" dirty="0"/>
              <a:t>• ГОСТ 34.601-90. Информационная технология. Автоматизированные системы. Стадии создания.</a:t>
            </a:r>
          </a:p>
          <a:p>
            <a:r>
              <a:rPr lang="ru-RU" dirty="0"/>
              <a:t>• ГОСТ 34.602-89. Информационная технология. Техническое задание на создание автоматизированной системы</a:t>
            </a:r>
          </a:p>
          <a:p>
            <a:r>
              <a:rPr lang="ru-RU" dirty="0"/>
              <a:t>• ГОСТ 19.201-78. Единая система программной документации. Техническое задание. Требования к содержанию и оформлению.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834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8784"/>
          </a:xfrm>
        </p:spPr>
        <p:txBody>
          <a:bodyPr/>
          <a:lstStyle/>
          <a:p>
            <a:r>
              <a:rPr lang="ru-RU" dirty="0"/>
              <a:t>Свойства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937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/>
              <a:t>Какими </a:t>
            </a:r>
            <a:r>
              <a:rPr lang="ru-RU" b="1" dirty="0"/>
              <a:t>свойствами должны обладать требования к программной </a:t>
            </a:r>
            <a:r>
              <a:rPr lang="ru-RU" b="1" dirty="0" smtClean="0"/>
              <a:t>системе</a:t>
            </a:r>
            <a:endParaRPr lang="ru-RU" b="1" dirty="0"/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полнота,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ясность,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корректность,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согласованность,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 err="1"/>
              <a:t>верифицируемость</a:t>
            </a:r>
            <a:r>
              <a:rPr lang="ru-RU" dirty="0"/>
              <a:t>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необходимость,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полезность при эксплуатации,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осуществимость,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модифицируемость,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 err="1"/>
              <a:t>трассируемость</a:t>
            </a:r>
            <a:r>
              <a:rPr lang="ru-RU" dirty="0"/>
              <a:t>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упорядоченность по важности и стабильности,</a:t>
            </a:r>
          </a:p>
          <a:p>
            <a:pPr marL="433388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dirty="0"/>
              <a:t>наличие количественной метрики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19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376518" y="164851"/>
            <a:ext cx="8431306" cy="329104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 smtClean="0"/>
              <a:t>Полнота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/>
              <a:t>Требование полноты можно рассматривать в двух аспектах: полнота отдельного требования и полнота системы </a:t>
            </a:r>
            <a:r>
              <a:rPr lang="ru-RU" dirty="0" smtClean="0"/>
              <a:t>требований.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Полнота отдельного требования </a:t>
            </a:r>
            <a:r>
              <a:rPr lang="ru-RU" dirty="0"/>
              <a:t>- свойство, означающее, что текст требования не требует дополнительной детализации, то есть в нем предусмотрены все необходимые нюансы, особенности и детали данного требования.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Полнота системы требований </a:t>
            </a:r>
            <a:r>
              <a:rPr lang="ru-RU" dirty="0"/>
              <a:t>- свойство, означающее, что совокупность артефактов, описывающих требования, исчерпывающим образом описывает все то, что требуется от разрабатываемой системы.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376518" y="3455894"/>
            <a:ext cx="8431306" cy="329104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 smtClean="0"/>
              <a:t>Ясность </a:t>
            </a:r>
            <a:r>
              <a:rPr lang="ru-RU" b="1" dirty="0"/>
              <a:t>(недвусмысленность, определенность, однозначность спецификаций)</a:t>
            </a:r>
            <a:endParaRPr lang="ru-RU" b="1" dirty="0" smtClean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Требование </a:t>
            </a:r>
            <a:r>
              <a:rPr lang="ru-RU" dirty="0"/>
              <a:t>обладает свойством ясности, если оно сходным образом воспринимается всеми совладельцами </a:t>
            </a:r>
            <a:r>
              <a:rPr lang="ru-RU" dirty="0" smtClean="0"/>
              <a:t>системы.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1000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pc="-30" dirty="0"/>
              <a:t>Еще одной стороной понятия </a:t>
            </a:r>
            <a:r>
              <a:rPr lang="ru-RU" b="1" spc="-30" dirty="0"/>
              <a:t>"ясность требования"</a:t>
            </a:r>
            <a:r>
              <a:rPr lang="ru-RU" spc="-30" dirty="0"/>
              <a:t> является его </a:t>
            </a:r>
            <a:r>
              <a:rPr lang="ru-RU" b="1" spc="-30" dirty="0"/>
              <a:t>прослеживаемость</a:t>
            </a:r>
            <a:r>
              <a:rPr lang="ru-RU" spc="-30" dirty="0"/>
              <a:t> </a:t>
            </a:r>
            <a:r>
              <a:rPr lang="ru-RU" spc="-30" dirty="0" smtClean="0"/>
              <a:t>(</a:t>
            </a:r>
            <a:r>
              <a:rPr lang="ru-RU" b="1" spc="-30" dirty="0" err="1" smtClean="0"/>
              <a:t>трассируемость</a:t>
            </a:r>
            <a:r>
              <a:rPr lang="ru-RU" spc="-30" dirty="0" smtClean="0"/>
              <a:t>). </a:t>
            </a:r>
            <a:r>
              <a:rPr lang="ru-RU" spc="-30" dirty="0"/>
              <a:t>Требование, которое сформулировано ясно, может быть прослежено, начиная от того документа, где оно сформулировано впервые, вплоть до рабочих спецификаций.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71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376518" y="164851"/>
            <a:ext cx="8431306" cy="2403537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Корректность и согласованность (</a:t>
            </a:r>
            <a:r>
              <a:rPr lang="ru-RU" b="1" dirty="0" smtClean="0"/>
              <a:t>непротиворечивость)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Корректность - </a:t>
            </a:r>
            <a:r>
              <a:rPr lang="ru-RU" dirty="0"/>
              <a:t>точность описания </a:t>
            </a:r>
            <a:r>
              <a:rPr lang="ru-RU" dirty="0" smtClean="0"/>
              <a:t>функциональности.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ru-RU" i="1" dirty="0" smtClean="0"/>
              <a:t>Если </a:t>
            </a:r>
            <a:r>
              <a:rPr lang="ru-RU" i="1" dirty="0"/>
              <a:t>два требования вступают в конфликт, значит - как минимум одно из них </a:t>
            </a:r>
            <a:r>
              <a:rPr lang="ru-RU" i="1" dirty="0" smtClean="0"/>
              <a:t>некорректно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Выделяют </a:t>
            </a:r>
            <a:r>
              <a:rPr lang="ru-RU" b="1" dirty="0"/>
              <a:t>вертикальную</a:t>
            </a:r>
            <a:r>
              <a:rPr lang="ru-RU" dirty="0"/>
              <a:t> и </a:t>
            </a:r>
            <a:r>
              <a:rPr lang="ru-RU" b="1" dirty="0"/>
              <a:t>горизонтальную</a:t>
            </a:r>
            <a:r>
              <a:rPr lang="ru-RU" dirty="0"/>
              <a:t> </a:t>
            </a:r>
            <a:r>
              <a:rPr lang="ru-RU" dirty="0" smtClean="0"/>
              <a:t>согласованность - требования </a:t>
            </a:r>
            <a:r>
              <a:rPr lang="ru-RU" dirty="0"/>
              <a:t>не должны противоречить, соответственно, требованиям своего уровня иерархии и требованиям "родительского" уровня.</a:t>
            </a: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376518" y="2749924"/>
            <a:ext cx="8431306" cy="110265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 err="1"/>
              <a:t>Верифицируемость</a:t>
            </a:r>
            <a:r>
              <a:rPr lang="ru-RU" b="1" dirty="0"/>
              <a:t> (пригодность к проверке</a:t>
            </a:r>
            <a:r>
              <a:rPr lang="ru-RU" b="1" dirty="0" smtClean="0"/>
              <a:t>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Свойство </a:t>
            </a:r>
            <a:r>
              <a:rPr lang="ru-RU" dirty="0" err="1" smtClean="0"/>
              <a:t>верифицируемости</a:t>
            </a:r>
            <a:r>
              <a:rPr lang="ru-RU" dirty="0" smtClean="0"/>
              <a:t> </a:t>
            </a:r>
            <a:r>
              <a:rPr lang="ru-RU" dirty="0"/>
              <a:t>существенно связано со свойствами ясности и </a:t>
            </a:r>
            <a:r>
              <a:rPr lang="ru-RU" dirty="0" smtClean="0"/>
              <a:t>полноты.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76518" y="4034119"/>
            <a:ext cx="8431306" cy="227255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Необходимость и полезность при </a:t>
            </a:r>
            <a:r>
              <a:rPr lang="ru-RU" b="1" dirty="0" smtClean="0"/>
              <a:t>эксплуатации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/>
              <a:t>Необходимость требований пользователя может вытекать из соответствующих </a:t>
            </a:r>
            <a:r>
              <a:rPr lang="ru-RU" i="1" dirty="0" smtClean="0"/>
              <a:t>бизнес-требований</a:t>
            </a:r>
            <a:r>
              <a:rPr lang="ru-RU" dirty="0" smtClean="0"/>
              <a:t>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Необходимыми</a:t>
            </a:r>
            <a:r>
              <a:rPr lang="ru-RU" dirty="0"/>
              <a:t> следует считать свойства, без выполнения которых </a:t>
            </a:r>
            <a:r>
              <a:rPr lang="ru-RU" i="1" dirty="0"/>
              <a:t>невозможно</a:t>
            </a:r>
            <a:r>
              <a:rPr lang="ru-RU" dirty="0"/>
              <a:t>, либо </a:t>
            </a:r>
            <a:r>
              <a:rPr lang="ru-RU" i="1" dirty="0" smtClean="0"/>
              <a:t>затруднено</a:t>
            </a:r>
            <a:r>
              <a:rPr lang="ru-RU" dirty="0" smtClean="0"/>
              <a:t> </a:t>
            </a:r>
            <a:r>
              <a:rPr lang="ru-RU" dirty="0"/>
              <a:t>выполнение автоматизированных бизнес-функций пользователей; </a:t>
            </a:r>
            <a:r>
              <a:rPr lang="ru-RU" i="1" dirty="0"/>
              <a:t>полезными</a:t>
            </a:r>
            <a:r>
              <a:rPr lang="ru-RU" dirty="0"/>
              <a:t> при эксплуатации следует считать любые свойства, повышающие </a:t>
            </a:r>
            <a:r>
              <a:rPr lang="ru-RU" i="1" dirty="0"/>
              <a:t>эргономические</a:t>
            </a:r>
            <a:r>
              <a:rPr lang="ru-RU" dirty="0"/>
              <a:t> качества продукта.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98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376518" y="164851"/>
            <a:ext cx="8431306" cy="138156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Осуществимость (выполнимость</a:t>
            </a:r>
            <a:r>
              <a:rPr lang="ru-RU" b="1" dirty="0" smtClean="0"/>
              <a:t>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Выполнимость</a:t>
            </a:r>
            <a:r>
              <a:rPr lang="ru-RU" dirty="0"/>
              <a:t> требования на практике определяется разумным балансом между </a:t>
            </a:r>
            <a:r>
              <a:rPr lang="ru-RU" i="1" dirty="0"/>
              <a:t>ценностью</a:t>
            </a:r>
            <a:r>
              <a:rPr lang="ru-RU" dirty="0"/>
              <a:t> (степенью необходимости и полезности) и </a:t>
            </a:r>
            <a:r>
              <a:rPr lang="ru-RU" i="1" dirty="0"/>
              <a:t>потребными ресурсами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47" y="1532745"/>
            <a:ext cx="5118847" cy="388086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994938" y="5413610"/>
            <a:ext cx="3194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Треугольник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компромиссов</a:t>
            </a:r>
            <a:endParaRPr lang="ru-RU" sz="20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980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376518" y="164851"/>
            <a:ext cx="8431306" cy="336212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 err="1" smtClean="0"/>
              <a:t>Трассируемость</a:t>
            </a:r>
            <a:endParaRPr lang="ru-RU" b="1" dirty="0" smtClean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i="1" dirty="0" err="1"/>
              <a:t>Трассируемость</a:t>
            </a:r>
            <a:r>
              <a:rPr lang="ru-RU" dirty="0"/>
              <a:t> </a:t>
            </a:r>
            <a:r>
              <a:rPr lang="ru-RU" dirty="0" smtClean="0"/>
              <a:t>определяется </a:t>
            </a:r>
            <a:r>
              <a:rPr lang="ru-RU" dirty="0"/>
              <a:t>возможностью отследить связь между ним и другими артефактами информационной системы (документами, моделями, текстами программ и пр</a:t>
            </a:r>
            <a:r>
              <a:rPr lang="ru-RU" dirty="0" smtClean="0"/>
              <a:t>.).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Отдельная </a:t>
            </a:r>
            <a:r>
              <a:rPr lang="ru-RU" i="1" dirty="0"/>
              <a:t>трасса</a:t>
            </a:r>
            <a:r>
              <a:rPr lang="ru-RU" dirty="0"/>
              <a:t> представляет собой направленное бинарное отношение, заданное на множестве </a:t>
            </a:r>
            <a:r>
              <a:rPr lang="ru-RU" dirty="0" smtClean="0"/>
              <a:t>артефактов, </a:t>
            </a:r>
            <a:r>
              <a:rPr lang="ru-RU" dirty="0"/>
              <a:t>где </a:t>
            </a:r>
            <a:r>
              <a:rPr lang="ru-RU" i="1" dirty="0"/>
              <a:t>первый</a:t>
            </a:r>
            <a:r>
              <a:rPr lang="ru-RU" dirty="0"/>
              <a:t> элемент отношения представляет соответствующее требование, а </a:t>
            </a:r>
            <a:r>
              <a:rPr lang="ru-RU" i="1" dirty="0"/>
              <a:t>второй</a:t>
            </a:r>
            <a:r>
              <a:rPr lang="ru-RU" dirty="0"/>
              <a:t> - артефакт, зависимый от данного требования</a:t>
            </a:r>
            <a:r>
              <a:rPr lang="ru-RU" dirty="0" smtClean="0"/>
              <a:t>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/>
              <a:t>Процесс </a:t>
            </a:r>
            <a:r>
              <a:rPr lang="ru-RU" b="1" dirty="0"/>
              <a:t>трассировки</a:t>
            </a:r>
            <a:r>
              <a:rPr lang="ru-RU" dirty="0"/>
              <a:t> позволяет, с одной стороны, выявить уже на стадии проектирования системы проектные </a:t>
            </a:r>
            <a:r>
              <a:rPr lang="ru-RU" i="1" dirty="0"/>
              <a:t>артефакты</a:t>
            </a:r>
            <a:r>
              <a:rPr lang="ru-RU" dirty="0"/>
              <a:t>, к которым не ведет связь ни от одного из артефактов, описывающих требования, с другой - артефакты, описывающие требования, не связанные с проектными артефактами.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/>
              <a:t>Другая цель </a:t>
            </a:r>
            <a:r>
              <a:rPr lang="ru-RU" b="1" dirty="0"/>
              <a:t>трассировки</a:t>
            </a:r>
            <a:r>
              <a:rPr lang="ru-RU" dirty="0"/>
              <a:t> - повысить управляемость проектом</a:t>
            </a: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76518" y="3526971"/>
            <a:ext cx="8431306" cy="267212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Упорядоченность по важности и стабильности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Стабильность </a:t>
            </a:r>
            <a:r>
              <a:rPr lang="ru-RU" dirty="0"/>
              <a:t>требования характеризует </a:t>
            </a:r>
            <a:r>
              <a:rPr lang="ru-RU" i="1" dirty="0"/>
              <a:t>прогнозную</a:t>
            </a:r>
            <a:r>
              <a:rPr lang="ru-RU" dirty="0"/>
              <a:t> оценку неизменности требований во времени</a:t>
            </a:r>
            <a:r>
              <a:rPr lang="ru-RU" dirty="0" smtClean="0"/>
              <a:t>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dirty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/>
              <a:t>Наличие количественной метрики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dirty="0" smtClean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b="1" dirty="0" smtClean="0"/>
              <a:t>Каких </a:t>
            </a:r>
            <a:r>
              <a:rPr lang="ru-RU" b="1" dirty="0"/>
              <a:t>требований не должно быть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Спецификация </a:t>
            </a:r>
            <a:r>
              <a:rPr lang="ru-RU" dirty="0"/>
              <a:t>требований не должна содержать деталей проектирования или реализации (кроме известных ограничений). </a:t>
            </a:r>
            <a:endParaRPr lang="ru-RU" dirty="0" smtClean="0"/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dirty="0" smtClean="0"/>
              <a:t>Требования </a:t>
            </a:r>
            <a:r>
              <a:rPr lang="ru-RU" dirty="0"/>
              <a:t>должны отвечать на вопрос: "</a:t>
            </a:r>
            <a:r>
              <a:rPr lang="ru-RU" i="1" dirty="0"/>
              <a:t>что должна делать система</a:t>
            </a:r>
            <a:r>
              <a:rPr lang="ru-RU" dirty="0"/>
              <a:t>", абстрагируясь от вопроса "</a:t>
            </a:r>
            <a:r>
              <a:rPr lang="ru-RU" i="1" dirty="0"/>
              <a:t>как она это должна делать</a:t>
            </a:r>
            <a:r>
              <a:rPr lang="ru-RU" dirty="0"/>
              <a:t>".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795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Процесс анализа требований</a:t>
            </a:r>
            <a:br>
              <a:rPr lang="ru-RU" sz="4400" dirty="0"/>
            </a:br>
            <a:r>
              <a:rPr lang="ru-RU" sz="3200" dirty="0"/>
              <a:t>Рабочий поток анализа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2264228"/>
            <a:ext cx="7543801" cy="3604865"/>
          </a:xfrm>
        </p:spPr>
        <p:txBody>
          <a:bodyPr>
            <a:normAutofit/>
          </a:bodyPr>
          <a:lstStyle/>
          <a:p>
            <a:r>
              <a:rPr lang="ru-RU" sz="2400" b="1" dirty="0"/>
              <a:t>Анализ требований</a:t>
            </a:r>
            <a:r>
              <a:rPr lang="ru-RU" sz="2400" dirty="0"/>
              <a:t> - один из основных рабочих потоков (</a:t>
            </a:r>
            <a:r>
              <a:rPr lang="ru-RU" sz="2400" dirty="0" err="1"/>
              <a:t>Workflow</a:t>
            </a:r>
            <a:r>
              <a:rPr lang="ru-RU" sz="2400" dirty="0"/>
              <a:t>) программной инженерии, наряду</a:t>
            </a:r>
            <a:r>
              <a:rPr lang="ru-RU" sz="2400" dirty="0" smtClean="0"/>
              <a:t>, </a:t>
            </a:r>
            <a:r>
              <a:rPr lang="ru-RU" sz="2400" dirty="0"/>
              <a:t>с такими, как проектирование интерфейса пользователя, либо программирование.</a:t>
            </a:r>
          </a:p>
          <a:p>
            <a:r>
              <a:rPr lang="ru-RU" sz="2400" dirty="0" smtClean="0"/>
              <a:t>«</a:t>
            </a:r>
            <a:r>
              <a:rPr lang="ru-RU" sz="2400" dirty="0" err="1" smtClean="0"/>
              <a:t>Requirement</a:t>
            </a:r>
            <a:r>
              <a:rPr lang="ru-RU" sz="2400" dirty="0" smtClean="0"/>
              <a:t> </a:t>
            </a:r>
            <a:r>
              <a:rPr lang="ru-RU" sz="2400" dirty="0" err="1" smtClean="0"/>
              <a:t>Process</a:t>
            </a:r>
            <a:r>
              <a:rPr lang="ru-RU" sz="2400" dirty="0" smtClean="0"/>
              <a:t>»</a:t>
            </a:r>
          </a:p>
          <a:p>
            <a:r>
              <a:rPr lang="ru-RU" sz="2400" dirty="0" smtClean="0"/>
              <a:t>«анализ требований» - ГОСТ </a:t>
            </a:r>
            <a:r>
              <a:rPr lang="ru-RU" sz="2400" dirty="0"/>
              <a:t>Р ИСО/МЭК </a:t>
            </a:r>
            <a:r>
              <a:rPr lang="ru-RU" sz="2400" dirty="0" smtClean="0"/>
              <a:t>12207-99</a:t>
            </a:r>
          </a:p>
          <a:p>
            <a:r>
              <a:rPr lang="ru-RU" sz="2400" dirty="0" smtClean="0"/>
              <a:t>«поток работ», «требования», «работа </a:t>
            </a:r>
            <a:r>
              <a:rPr lang="ru-RU" sz="2400" dirty="0"/>
              <a:t>с </a:t>
            </a:r>
            <a:r>
              <a:rPr lang="ru-RU" sz="2400" dirty="0" smtClean="0"/>
              <a:t>требованиями», «определение требований»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134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822959" y="217714"/>
            <a:ext cx="7543801" cy="618308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/>
              <a:t>Рассмотрим </a:t>
            </a:r>
            <a:r>
              <a:rPr lang="ru-RU" sz="2400" dirty="0"/>
              <a:t>декомпозицию рабочего потока </a:t>
            </a:r>
            <a:r>
              <a:rPr lang="ru-RU" sz="2400" b="1" dirty="0" err="1"/>
              <a:t>Requirement</a:t>
            </a:r>
            <a:r>
              <a:rPr lang="ru-RU" sz="2400" b="1" dirty="0"/>
              <a:t> </a:t>
            </a:r>
            <a:r>
              <a:rPr lang="ru-RU" sz="2400" b="1" dirty="0" err="1" smtClean="0"/>
              <a:t>Process</a:t>
            </a:r>
            <a:r>
              <a:rPr lang="ru-RU" sz="2400" dirty="0" smtClean="0"/>
              <a:t>, </a:t>
            </a:r>
            <a:r>
              <a:rPr lang="ru-RU" sz="2400" dirty="0"/>
              <a:t>принятую в </a:t>
            </a:r>
            <a:r>
              <a:rPr lang="ru-RU" sz="2400" dirty="0" smtClean="0"/>
              <a:t>SWEBOK.</a:t>
            </a:r>
          </a:p>
          <a:p>
            <a:r>
              <a:rPr lang="ru-RU" sz="1800" b="1" dirty="0"/>
              <a:t>SWEBOK </a:t>
            </a:r>
            <a:r>
              <a:rPr lang="ru-RU" sz="1800" b="1" dirty="0" err="1"/>
              <a:t>SoftWare</a:t>
            </a:r>
            <a:r>
              <a:rPr lang="ru-RU" sz="1800" b="1" dirty="0"/>
              <a:t> </a:t>
            </a:r>
            <a:r>
              <a:rPr lang="ru-RU" sz="1800" b="1" dirty="0" err="1"/>
              <a:t>Engineering</a:t>
            </a:r>
            <a:r>
              <a:rPr lang="ru-RU" sz="1800" b="1" dirty="0"/>
              <a:t> </a:t>
            </a:r>
            <a:r>
              <a:rPr lang="ru-RU" sz="1800" b="1" dirty="0" err="1"/>
              <a:t>Body</a:t>
            </a:r>
            <a:r>
              <a:rPr lang="ru-RU" sz="1800" b="1" dirty="0"/>
              <a:t> </a:t>
            </a:r>
            <a:r>
              <a:rPr lang="ru-RU" sz="1800" b="1" dirty="0" err="1"/>
              <a:t>Of</a:t>
            </a:r>
            <a:r>
              <a:rPr lang="ru-RU" sz="1800" b="1" dirty="0"/>
              <a:t> </a:t>
            </a:r>
            <a:r>
              <a:rPr lang="ru-RU" sz="1800" b="1" dirty="0" err="1"/>
              <a:t>Knowledge</a:t>
            </a:r>
            <a:r>
              <a:rPr lang="ru-RU" sz="1800" dirty="0"/>
              <a:t> – свод знаний о программной </a:t>
            </a:r>
            <a:r>
              <a:rPr lang="ru-RU" sz="1800" dirty="0" smtClean="0"/>
              <a:t>инженерии. </a:t>
            </a:r>
            <a:r>
              <a:rPr lang="ru-RU" sz="1800" dirty="0"/>
              <a:t>Представляет собой международный стандарт, подготовленный координационным комитетом программной инженерии (</a:t>
            </a:r>
            <a:r>
              <a:rPr lang="ru-RU" sz="1800" dirty="0" err="1"/>
              <a:t>Software</a:t>
            </a:r>
            <a:r>
              <a:rPr lang="ru-RU" sz="1800" dirty="0"/>
              <a:t> </a:t>
            </a:r>
            <a:r>
              <a:rPr lang="ru-RU" sz="1800" dirty="0" err="1"/>
              <a:t>Engineering</a:t>
            </a:r>
            <a:r>
              <a:rPr lang="ru-RU" sz="1800" dirty="0"/>
              <a:t> </a:t>
            </a:r>
            <a:r>
              <a:rPr lang="ru-RU" sz="1800" dirty="0" err="1"/>
              <a:t>Coordinating</a:t>
            </a:r>
            <a:r>
              <a:rPr lang="ru-RU" sz="1800" dirty="0"/>
              <a:t> </a:t>
            </a:r>
            <a:r>
              <a:rPr lang="ru-RU" sz="1800" dirty="0" err="1"/>
              <a:t>Committee</a:t>
            </a:r>
            <a:r>
              <a:rPr lang="ru-RU" sz="1800" dirty="0"/>
              <a:t>) под эгидой АСМ и IEEE. Цель документа – определить необходимый набор знаний и рекомендуемые практики, которыми должны владеть специалисты в области программной инженерии. В настоящее время существует версия 3.0, подготовленная в 2014 году, в которой содержатся 15 областей знаний. Каждая область знаний представляет собой иерархически упорядоченный текст стандартизованного типа, включая понятийный аппарат, методы и средства, инструменты поддержки инженерной деятельности и др. </a:t>
            </a:r>
            <a:endParaRPr lang="ru-RU" sz="1800" dirty="0" smtClean="0"/>
          </a:p>
          <a:p>
            <a:endParaRPr lang="ru-RU" sz="1800" dirty="0" smtClean="0"/>
          </a:p>
          <a:p>
            <a:endParaRPr lang="ru-RU" sz="1800" dirty="0"/>
          </a:p>
          <a:p>
            <a:r>
              <a:rPr lang="ru-RU" sz="2400" b="1" dirty="0"/>
              <a:t>SWEBOK</a:t>
            </a:r>
            <a:r>
              <a:rPr lang="ru-RU" sz="2400" dirty="0"/>
              <a:t> предлагает выделить в </a:t>
            </a:r>
            <a:r>
              <a:rPr lang="ru-RU" sz="2400" b="1" dirty="0" err="1"/>
              <a:t>Requirement</a:t>
            </a:r>
            <a:r>
              <a:rPr lang="ru-RU" sz="2400" b="1" dirty="0"/>
              <a:t> </a:t>
            </a:r>
            <a:r>
              <a:rPr lang="ru-RU" sz="2400" b="1" dirty="0" err="1"/>
              <a:t>Process</a:t>
            </a:r>
            <a:r>
              <a:rPr lang="ru-RU" sz="2400" dirty="0"/>
              <a:t> следующие основные составляющие: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sz="2200" b="1" dirty="0" err="1"/>
              <a:t>Requirements</a:t>
            </a:r>
            <a:r>
              <a:rPr lang="ru-RU" sz="2200" b="1" dirty="0"/>
              <a:t> </a:t>
            </a:r>
            <a:r>
              <a:rPr lang="ru-RU" sz="2200" b="1" dirty="0" err="1"/>
              <a:t>Elicitation</a:t>
            </a:r>
            <a:r>
              <a:rPr lang="ru-RU" sz="2200" b="1" dirty="0"/>
              <a:t> </a:t>
            </a:r>
            <a:r>
              <a:rPr lang="ru-RU" sz="2200" dirty="0"/>
              <a:t>(Извлечение требований),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sz="2200" b="1" dirty="0" err="1"/>
              <a:t>Requirements</a:t>
            </a:r>
            <a:r>
              <a:rPr lang="ru-RU" sz="2200" b="1" dirty="0"/>
              <a:t> </a:t>
            </a:r>
            <a:r>
              <a:rPr lang="ru-RU" sz="2200" b="1" dirty="0" err="1"/>
              <a:t>Analysis</a:t>
            </a:r>
            <a:r>
              <a:rPr lang="ru-RU" sz="2200" b="1" dirty="0"/>
              <a:t> </a:t>
            </a:r>
            <a:r>
              <a:rPr lang="ru-RU" sz="2200" dirty="0"/>
              <a:t>(Анализ требований в узком смысле),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sz="2200" b="1" dirty="0" err="1"/>
              <a:t>Requirements</a:t>
            </a:r>
            <a:r>
              <a:rPr lang="ru-RU" sz="2200" b="1" dirty="0"/>
              <a:t> </a:t>
            </a:r>
            <a:r>
              <a:rPr lang="ru-RU" sz="2200" b="1" dirty="0" err="1"/>
              <a:t>Specification</a:t>
            </a:r>
            <a:r>
              <a:rPr lang="ru-RU" sz="2200" b="1" dirty="0"/>
              <a:t> </a:t>
            </a:r>
            <a:r>
              <a:rPr lang="ru-RU" sz="2200" dirty="0"/>
              <a:t>(Специфицирование требований),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ru-RU" sz="2200" b="1" dirty="0" err="1"/>
              <a:t>Requirements</a:t>
            </a:r>
            <a:r>
              <a:rPr lang="ru-RU" sz="2200" b="1" dirty="0"/>
              <a:t> </a:t>
            </a:r>
            <a:r>
              <a:rPr lang="ru-RU" sz="2200" b="1" dirty="0" err="1"/>
              <a:t>Validation</a:t>
            </a:r>
            <a:r>
              <a:rPr lang="ru-RU" sz="2200" b="1" dirty="0"/>
              <a:t> </a:t>
            </a:r>
            <a:r>
              <a:rPr lang="ru-RU" sz="2200" dirty="0"/>
              <a:t>(Проверка требований).</a:t>
            </a:r>
          </a:p>
          <a:p>
            <a:endParaRPr lang="ru-RU" sz="24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71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822959" y="217714"/>
            <a:ext cx="7543801" cy="619653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RUP</a:t>
            </a:r>
            <a:r>
              <a:rPr lang="ru-RU" sz="2400" dirty="0"/>
              <a:t> предлагает выделить в основном потоке анализа требований такие компоненты, как: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400" dirty="0"/>
              <a:t>Analyze the Problem (</a:t>
            </a:r>
            <a:r>
              <a:rPr lang="ru-RU" sz="2400" dirty="0"/>
              <a:t>Анализ проблемы</a:t>
            </a:r>
            <a:r>
              <a:rPr lang="en-US" sz="2400" dirty="0"/>
              <a:t>),</a:t>
            </a:r>
            <a:endParaRPr lang="ru-RU" sz="24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400" dirty="0" err="1"/>
              <a:t>Understand</a:t>
            </a:r>
            <a:r>
              <a:rPr lang="ru-RU" sz="2400" dirty="0"/>
              <a:t> </a:t>
            </a:r>
            <a:r>
              <a:rPr lang="ru-RU" sz="2400" dirty="0" err="1"/>
              <a:t>Stakeholder</a:t>
            </a:r>
            <a:r>
              <a:rPr lang="ru-RU" sz="2400" dirty="0"/>
              <a:t> </a:t>
            </a:r>
            <a:r>
              <a:rPr lang="ru-RU" sz="2400" dirty="0" err="1"/>
              <a:t>Needs</a:t>
            </a:r>
            <a:r>
              <a:rPr lang="ru-RU" sz="2400" dirty="0"/>
              <a:t> (Понимание потребностей совладельцев),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400" dirty="0" err="1"/>
              <a:t>Define</a:t>
            </a:r>
            <a:r>
              <a:rPr lang="ru-RU" sz="2400" dirty="0"/>
              <a:t> </a:t>
            </a:r>
            <a:r>
              <a:rPr lang="ru-RU" sz="2400" dirty="0" err="1"/>
              <a:t>the</a:t>
            </a:r>
            <a:r>
              <a:rPr lang="ru-RU" sz="2400" dirty="0"/>
              <a:t> </a:t>
            </a:r>
            <a:r>
              <a:rPr lang="ru-RU" sz="2400" dirty="0" err="1"/>
              <a:t>System</a:t>
            </a:r>
            <a:r>
              <a:rPr lang="ru-RU" sz="2400" dirty="0"/>
              <a:t> (Определение системы),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400" dirty="0"/>
              <a:t>Manage the Scope of the System (</a:t>
            </a:r>
            <a:r>
              <a:rPr lang="ru-RU" sz="2400" dirty="0"/>
              <a:t>Управление контекстом системы</a:t>
            </a:r>
            <a:r>
              <a:rPr lang="en-US" sz="2400" dirty="0"/>
              <a:t>),</a:t>
            </a:r>
            <a:endParaRPr lang="ru-RU" sz="24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ru-RU" sz="2400" dirty="0" err="1"/>
              <a:t>Refine</a:t>
            </a:r>
            <a:r>
              <a:rPr lang="ru-RU" sz="2400" dirty="0"/>
              <a:t> </a:t>
            </a:r>
            <a:r>
              <a:rPr lang="ru-RU" sz="2400" dirty="0" err="1"/>
              <a:t>the</a:t>
            </a:r>
            <a:r>
              <a:rPr lang="ru-RU" sz="2400" dirty="0"/>
              <a:t> </a:t>
            </a:r>
            <a:r>
              <a:rPr lang="ru-RU" sz="2400" dirty="0" err="1"/>
              <a:t>System</a:t>
            </a:r>
            <a:r>
              <a:rPr lang="ru-RU" sz="2400" dirty="0"/>
              <a:t> </a:t>
            </a:r>
            <a:r>
              <a:rPr lang="ru-RU" sz="2400" dirty="0" err="1"/>
              <a:t>Definition</a:t>
            </a:r>
            <a:r>
              <a:rPr lang="ru-RU" sz="2400" dirty="0"/>
              <a:t> (Уточнение определения системы).</a:t>
            </a:r>
          </a:p>
          <a:p>
            <a:r>
              <a:rPr lang="ru-RU" sz="1900" b="1" dirty="0"/>
              <a:t>RUP</a:t>
            </a:r>
            <a:r>
              <a:rPr lang="ru-RU" sz="1900" dirty="0"/>
              <a:t> (</a:t>
            </a:r>
            <a:r>
              <a:rPr lang="ru-RU" sz="1900" b="1" dirty="0" err="1"/>
              <a:t>Rational</a:t>
            </a:r>
            <a:r>
              <a:rPr lang="ru-RU" sz="1900" b="1" dirty="0"/>
              <a:t> </a:t>
            </a:r>
            <a:r>
              <a:rPr lang="ru-RU" sz="1900" b="1" dirty="0" err="1"/>
              <a:t>Unified</a:t>
            </a:r>
            <a:r>
              <a:rPr lang="ru-RU" sz="1900" b="1" dirty="0"/>
              <a:t> </a:t>
            </a:r>
            <a:r>
              <a:rPr lang="ru-RU" sz="1900" b="1" dirty="0" err="1"/>
              <a:t>Process</a:t>
            </a:r>
            <a:r>
              <a:rPr lang="ru-RU" sz="1900" b="1" dirty="0"/>
              <a:t> </a:t>
            </a:r>
            <a:r>
              <a:rPr lang="ru-RU" sz="1900" dirty="0"/>
              <a:t>– "рациональный унифицированный процесс") – методология разработки программного обеспечения от IBM. </a:t>
            </a:r>
            <a:r>
              <a:rPr lang="ru-RU" sz="1900" dirty="0" smtClean="0"/>
              <a:t> RUP </a:t>
            </a:r>
            <a:r>
              <a:rPr lang="ru-RU" sz="1900" dirty="0"/>
              <a:t>- формализованный, итеративный, инкрементный, настраиваемый процесс разработки, направляемый требованиями, базирующийся на метриках и визуальном моделировании на основе UML. Процесс поддерживает команды любого размера.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886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497542" y="726141"/>
            <a:ext cx="8194636" cy="5593976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2300" b="1" dirty="0" smtClean="0"/>
              <a:t>Схема </a:t>
            </a:r>
            <a:r>
              <a:rPr lang="ru-RU" sz="2300" b="1" dirty="0"/>
              <a:t>декомпозиции потока работ "Работа с требованиями":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"Формирование видения"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"Выявление требований"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"Классификация и специфицирование требований"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Расширенный анализ требований ( "Расширенный анализ требований. Моделирование" и "Расширенный анализ требований. Иллюстрированные сценарии и прототипы" );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"Документирование требований"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"Проверка требований"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"Введение в управление требованиями" ;</a:t>
            </a:r>
          </a:p>
          <a:p>
            <a:pPr>
              <a:spcBef>
                <a:spcPts val="600"/>
              </a:spcBef>
            </a:pPr>
            <a:r>
              <a:rPr lang="ru-RU" sz="2300" dirty="0"/>
              <a:t>•	"Совершенствование процессов работы с требованиями"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899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822959" y="348343"/>
            <a:ext cx="7543801" cy="571862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indent="273050">
              <a:spcBef>
                <a:spcPts val="600"/>
              </a:spcBef>
            </a:pPr>
            <a:r>
              <a:rPr lang="ru-RU" sz="2400" dirty="0"/>
              <a:t>Для того, чтобы </a:t>
            </a:r>
            <a:r>
              <a:rPr lang="ru-RU" sz="2400" b="1" dirty="0"/>
              <a:t>успешно</a:t>
            </a:r>
            <a:r>
              <a:rPr lang="ru-RU" sz="2400" dirty="0"/>
              <a:t> создать автоматизированную информационную </a:t>
            </a:r>
            <a:r>
              <a:rPr lang="ru-RU" sz="2400" dirty="0" smtClean="0"/>
              <a:t>систему, необходимо:</a:t>
            </a:r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1) определить </a:t>
            </a:r>
            <a:r>
              <a:rPr lang="ru-RU" sz="2400" dirty="0"/>
              <a:t>компоненты потока работ, которые будут использоваться командой </a:t>
            </a:r>
            <a:r>
              <a:rPr lang="ru-RU" sz="2400" dirty="0" smtClean="0"/>
              <a:t>разработчиков</a:t>
            </a:r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2) правильно </a:t>
            </a:r>
            <a:r>
              <a:rPr lang="ru-RU" sz="2400" dirty="0"/>
              <a:t>их организовать</a:t>
            </a:r>
            <a:r>
              <a:rPr lang="ru-RU" sz="2400" dirty="0" smtClean="0"/>
              <a:t>.</a:t>
            </a:r>
          </a:p>
          <a:p>
            <a:pPr marL="90488" indent="273050">
              <a:spcBef>
                <a:spcPts val="600"/>
              </a:spcBef>
            </a:pPr>
            <a:endParaRPr lang="ru-RU" sz="2400" dirty="0"/>
          </a:p>
          <a:p>
            <a:pPr marL="90488" indent="273050">
              <a:spcBef>
                <a:spcPts val="600"/>
              </a:spcBef>
            </a:pPr>
            <a:r>
              <a:rPr lang="ru-RU" sz="2400" b="1" i="1" dirty="0" smtClean="0"/>
              <a:t>Ответ на первый вопрос</a:t>
            </a:r>
            <a:r>
              <a:rPr lang="ru-RU" sz="2400" dirty="0" smtClean="0"/>
              <a:t>. Общая </a:t>
            </a:r>
            <a:r>
              <a:rPr lang="ru-RU" sz="2400" dirty="0"/>
              <a:t>классификация задач, работ и операций программной инженерии, представленная в ГОСТ Р ИСО/МЭК 12207-99. </a:t>
            </a:r>
            <a:r>
              <a:rPr lang="ru-RU" sz="2400" dirty="0" smtClean="0"/>
              <a:t>SWEBOK</a:t>
            </a:r>
            <a:r>
              <a:rPr lang="ru-RU" sz="2400" dirty="0"/>
              <a:t>. </a:t>
            </a:r>
            <a:endParaRPr lang="ru-RU" sz="2400" dirty="0" smtClean="0"/>
          </a:p>
          <a:p>
            <a:pPr marL="90488" indent="273050">
              <a:spcBef>
                <a:spcPts val="600"/>
              </a:spcBef>
            </a:pPr>
            <a:r>
              <a:rPr lang="ru-RU" sz="2400" b="1" i="1" dirty="0" smtClean="0"/>
              <a:t>Ответ на второй вопрос.</a:t>
            </a:r>
            <a:r>
              <a:rPr lang="ru-RU" sz="2400" dirty="0" smtClean="0"/>
              <a:t> MSF</a:t>
            </a:r>
            <a:r>
              <a:rPr lang="ru-RU" sz="2400" dirty="0"/>
              <a:t>, RUP, </a:t>
            </a:r>
            <a:r>
              <a:rPr lang="ru-RU" sz="2400" dirty="0" err="1"/>
              <a:t>Oracle</a:t>
            </a:r>
            <a:r>
              <a:rPr lang="ru-RU" sz="2400" dirty="0"/>
              <a:t> PJM, XP, FDD, SCRUM, PSP, </a:t>
            </a:r>
            <a:r>
              <a:rPr lang="ru-RU" sz="2400" dirty="0" err="1"/>
              <a:t>Crystal</a:t>
            </a:r>
            <a:r>
              <a:rPr lang="ru-RU" sz="2400" dirty="0"/>
              <a:t>, DSDM. </a:t>
            </a:r>
            <a:endParaRPr lang="ru-RU" sz="2400" dirty="0" smtClean="0"/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Методологии </a:t>
            </a:r>
            <a:r>
              <a:rPr lang="ru-RU" sz="2400" dirty="0"/>
              <a:t>подразделяются на </a:t>
            </a:r>
            <a:r>
              <a:rPr lang="ru-RU" sz="2400" b="1" dirty="0"/>
              <a:t>3 "волны"</a:t>
            </a:r>
            <a:r>
              <a:rPr lang="ru-RU" sz="2400" dirty="0"/>
              <a:t>: </a:t>
            </a:r>
            <a:endParaRPr lang="ru-RU" sz="2400" dirty="0" smtClean="0"/>
          </a:p>
          <a:p>
            <a:pPr marL="90488" indent="273050">
              <a:spcBef>
                <a:spcPts val="600"/>
              </a:spcBef>
            </a:pPr>
            <a:r>
              <a:rPr lang="ru-RU" sz="2400" b="1" dirty="0" smtClean="0"/>
              <a:t>- каскадные</a:t>
            </a:r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- </a:t>
            </a:r>
            <a:r>
              <a:rPr lang="ru-RU" sz="2400" b="1" dirty="0" smtClean="0"/>
              <a:t>прогнозирующие</a:t>
            </a:r>
            <a:r>
              <a:rPr lang="ru-RU" sz="2400" dirty="0" smtClean="0"/>
              <a:t> (RUP</a:t>
            </a:r>
            <a:r>
              <a:rPr lang="ru-RU" sz="2400" dirty="0"/>
              <a:t>) </a:t>
            </a:r>
            <a:endParaRPr lang="ru-RU" sz="2400" dirty="0" smtClean="0"/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- </a:t>
            </a:r>
            <a:r>
              <a:rPr lang="ru-RU" sz="2400" b="1" dirty="0" smtClean="0"/>
              <a:t>"</a:t>
            </a:r>
            <a:r>
              <a:rPr lang="ru-RU" sz="2400" b="1" dirty="0"/>
              <a:t>гибкие" (</a:t>
            </a:r>
            <a:r>
              <a:rPr lang="ru-RU" sz="2400" b="1" dirty="0" err="1"/>
              <a:t>agile</a:t>
            </a:r>
            <a:r>
              <a:rPr lang="ru-RU" sz="2400" b="1" dirty="0" smtClean="0"/>
              <a:t>)</a:t>
            </a:r>
            <a:r>
              <a:rPr lang="ru-RU" sz="2400" dirty="0" smtClean="0"/>
              <a:t>.</a:t>
            </a:r>
          </a:p>
          <a:p>
            <a:pPr marL="90488" indent="273050">
              <a:spcBef>
                <a:spcPts val="600"/>
              </a:spcBef>
            </a:pPr>
            <a:endParaRPr lang="ru-RU" sz="2400" dirty="0"/>
          </a:p>
          <a:p>
            <a:pPr marL="90488" indent="273050">
              <a:spcBef>
                <a:spcPts val="600"/>
              </a:spcBef>
            </a:pPr>
            <a:r>
              <a:rPr lang="ru-RU" sz="2400" b="1" dirty="0" err="1"/>
              <a:t>Agile</a:t>
            </a:r>
            <a:r>
              <a:rPr lang="ru-RU" sz="2400" dirty="0"/>
              <a:t> - серия гибких (облегченных) подходов к разработке программного обеспечения, в противовес так называемым "тяжеловесным" подходам. </a:t>
            </a:r>
            <a:endParaRPr lang="ru-RU" sz="2400" dirty="0" smtClean="0"/>
          </a:p>
          <a:p>
            <a:pPr marL="90488" indent="273050">
              <a:spcBef>
                <a:spcPts val="600"/>
              </a:spcBef>
            </a:pPr>
            <a:r>
              <a:rPr lang="ru-RU" sz="2400" dirty="0" smtClean="0"/>
              <a:t>Основная идея - смещение </a:t>
            </a:r>
            <a:r>
              <a:rPr lang="ru-RU" sz="2400" dirty="0"/>
              <a:t>акцентов от всесторонней документации – к работающему коду, от контрактов – к сотрудничеству, от планов – к быстрой реакции на изменяющиеся требования, от формализации – к поддержке индивидуальностей и </a:t>
            </a:r>
            <a:r>
              <a:rPr lang="ru-RU" sz="2400" dirty="0" smtClean="0"/>
              <a:t>взаимодействия. Наиболее </a:t>
            </a:r>
            <a:r>
              <a:rPr lang="ru-RU" sz="2400" dirty="0"/>
              <a:t>известные </a:t>
            </a:r>
            <a:r>
              <a:rPr lang="ru-RU" sz="2400" dirty="0" err="1"/>
              <a:t>типопредставители</a:t>
            </a:r>
            <a:r>
              <a:rPr lang="ru-RU" sz="2400" dirty="0"/>
              <a:t> – </a:t>
            </a:r>
            <a:r>
              <a:rPr lang="ru-RU" sz="2400" b="1" dirty="0" err="1"/>
              <a:t>Scrum</a:t>
            </a:r>
            <a:r>
              <a:rPr lang="ru-RU" sz="2400" dirty="0"/>
              <a:t> и </a:t>
            </a:r>
            <a:r>
              <a:rPr lang="ru-RU" sz="2400" b="1" dirty="0"/>
              <a:t>XP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02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562376"/>
            <a:ext cx="7543800" cy="700367"/>
          </a:xfrm>
        </p:spPr>
        <p:txBody>
          <a:bodyPr>
            <a:normAutofit/>
          </a:bodyPr>
          <a:lstStyle/>
          <a:p>
            <a:r>
              <a:rPr lang="ru-RU" sz="3200" dirty="0"/>
              <a:t>Почему нужно анализировать требования?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ru-RU" dirty="0"/>
              <a:t>Хорошо проработанные требования позволяют: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• выработать </a:t>
            </a:r>
            <a:r>
              <a:rPr lang="ru-RU" dirty="0"/>
              <a:t>общее понимание между Заказчиком и Разработчиком;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• определить </a:t>
            </a:r>
            <a:r>
              <a:rPr lang="ru-RU" dirty="0"/>
              <a:t>рамки проекта;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• более </a:t>
            </a:r>
            <a:r>
              <a:rPr lang="ru-RU" dirty="0"/>
              <a:t>точно определить финансовые и временные характеристики проекта;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• обезопасить </a:t>
            </a:r>
            <a:r>
              <a:rPr lang="ru-RU" dirty="0"/>
              <a:t>Заказчика от риска получить продукт, в котором он не сможет работать;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• обезопасить </a:t>
            </a:r>
            <a:r>
              <a:rPr lang="ru-RU" dirty="0"/>
              <a:t>Разработчика от риска попасть в ситуацию "неконтролируемого размытия границ</a:t>
            </a:r>
            <a:r>
              <a:rPr lang="ru-RU" dirty="0" smtClean="0"/>
              <a:t>".</a:t>
            </a:r>
          </a:p>
          <a:p>
            <a:pPr>
              <a:spcBef>
                <a:spcPts val="0"/>
              </a:spcBef>
            </a:pPr>
            <a:endParaRPr lang="ru-RU" dirty="0"/>
          </a:p>
          <a:p>
            <a:pPr>
              <a:spcBef>
                <a:spcPts val="200"/>
              </a:spcBef>
            </a:pPr>
            <a:r>
              <a:rPr lang="ru-RU" dirty="0"/>
              <a:t>RUP предлагает следующие </a:t>
            </a:r>
            <a:r>
              <a:rPr lang="ru-RU" b="1" dirty="0"/>
              <a:t>цели</a:t>
            </a:r>
            <a:r>
              <a:rPr lang="ru-RU" dirty="0"/>
              <a:t> для потока работ АТ:</a:t>
            </a:r>
          </a:p>
          <a:p>
            <a:pPr marL="90488" lvl="0" indent="2730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/>
              <a:t>добиться одинакового понимания с заказчиком и пользователями о том, что должна делать система;</a:t>
            </a:r>
          </a:p>
          <a:p>
            <a:pPr marL="90488" lvl="0" indent="2730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/>
              <a:t>дать разработчикам наилучшее понимание требований к системе;</a:t>
            </a:r>
          </a:p>
          <a:p>
            <a:pPr marL="90488" lvl="0" indent="2730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/>
              <a:t>определить границы системы;</a:t>
            </a:r>
          </a:p>
          <a:p>
            <a:pPr marL="90488" indent="2730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ru-RU" dirty="0"/>
              <a:t>определить интерфейс пользователя и системы.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442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создает и использует требования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176209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Как и кем используются требования?</a:t>
            </a:r>
            <a:endParaRPr lang="ru-RU" dirty="0"/>
          </a:p>
          <a:p>
            <a:pPr marL="90488" lvl="0" indent="171450">
              <a:buFont typeface="Wingdings" panose="05000000000000000000" pitchFamily="2" charset="2"/>
              <a:buChar char="Ø"/>
            </a:pPr>
            <a:r>
              <a:rPr lang="ru-RU" dirty="0"/>
              <a:t>Специалист по АТ - постановка задачи, определение рамок проекта;</a:t>
            </a:r>
          </a:p>
          <a:p>
            <a:pPr marL="90488" lvl="0" indent="171450">
              <a:buFont typeface="Wingdings" panose="05000000000000000000" pitchFamily="2" charset="2"/>
              <a:buChar char="Ø"/>
            </a:pPr>
            <a:r>
              <a:rPr lang="ru-RU" dirty="0"/>
              <a:t>Представитель заказчика - постановка задачи, определение рамок проекта, контроль работы исполнителя, приемка результатов работы;</a:t>
            </a:r>
          </a:p>
          <a:p>
            <a:pPr marL="90488" lvl="0" indent="171450">
              <a:buFont typeface="Wingdings" panose="05000000000000000000" pitchFamily="2" charset="2"/>
              <a:buChar char="Ø"/>
            </a:pPr>
            <a:r>
              <a:rPr lang="ru-RU" dirty="0"/>
              <a:t>Архитектор системы - разработка архитектуры, проектирование подсистем;</a:t>
            </a:r>
          </a:p>
          <a:p>
            <a:pPr marL="90488" lvl="0" indent="171450">
              <a:buFont typeface="Wingdings" panose="05000000000000000000" pitchFamily="2" charset="2"/>
              <a:buChar char="Ø"/>
            </a:pPr>
            <a:r>
              <a:rPr lang="ru-RU" dirty="0"/>
              <a:t>Программист - разработка программного кода;</a:t>
            </a:r>
          </a:p>
          <a:p>
            <a:pPr marL="90488" lvl="0" indent="171450">
              <a:buFont typeface="Wingdings" panose="05000000000000000000" pitchFamily="2" charset="2"/>
              <a:buChar char="Ø"/>
            </a:pPr>
            <a:r>
              <a:rPr lang="ru-RU" dirty="0" err="1"/>
              <a:t>Тестировщик</a:t>
            </a:r>
            <a:r>
              <a:rPr lang="ru-RU" dirty="0"/>
              <a:t> - составление тест-плана, тестовых сценариев;</a:t>
            </a:r>
          </a:p>
          <a:p>
            <a:pPr marL="90488" indent="171450">
              <a:buFont typeface="Wingdings" panose="05000000000000000000" pitchFamily="2" charset="2"/>
              <a:buChar char="Ø"/>
            </a:pPr>
            <a:r>
              <a:rPr lang="ru-RU" dirty="0"/>
              <a:t>Менеджер проекта - планирование и контроль исполнения работ.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22959" y="5021943"/>
            <a:ext cx="7543801" cy="11901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/>
              <a:t>Совладельцы</a:t>
            </a:r>
            <a:r>
              <a:rPr lang="ru-RU" dirty="0" smtClean="0"/>
              <a:t> (</a:t>
            </a:r>
            <a:r>
              <a:rPr lang="en-US" dirty="0" smtClean="0"/>
              <a:t>stakeholders</a:t>
            </a:r>
            <a:r>
              <a:rPr lang="ru-RU" dirty="0" smtClean="0"/>
              <a:t>, RUP </a:t>
            </a:r>
            <a:r>
              <a:rPr lang="ru-RU" dirty="0"/>
              <a:t>и </a:t>
            </a:r>
            <a:r>
              <a:rPr lang="ru-RU" dirty="0" smtClean="0"/>
              <a:t>MSF) - все участники </a:t>
            </a:r>
            <a:r>
              <a:rPr lang="ru-RU" dirty="0"/>
              <a:t>проекта создания программной системы, прямо или косвенно заинтересованных в его успехе.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35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Организация работы с требованиями на примере MSF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66807"/>
          </a:xfrm>
        </p:spPr>
        <p:txBody>
          <a:bodyPr>
            <a:normAutofit fontScale="85000" lnSpcReduction="10000"/>
          </a:bodyPr>
          <a:lstStyle/>
          <a:p>
            <a:pPr marL="90488" indent="271463">
              <a:spcBef>
                <a:spcPts val="600"/>
              </a:spcBef>
            </a:pPr>
            <a:r>
              <a:rPr lang="ru-RU" b="1" dirty="0"/>
              <a:t>MSF (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Solutions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– каркас решений </a:t>
            </a:r>
            <a:r>
              <a:rPr lang="ru-RU" dirty="0" err="1"/>
              <a:t>Microsoft</a:t>
            </a:r>
            <a:r>
              <a:rPr lang="ru-RU" dirty="0"/>
              <a:t>) – методология разработки программного обеспечения от </a:t>
            </a:r>
            <a:r>
              <a:rPr lang="ru-RU" dirty="0" err="1" smtClean="0"/>
              <a:t>Microsoft</a:t>
            </a:r>
            <a:r>
              <a:rPr lang="ru-RU" dirty="0" smtClean="0"/>
              <a:t>. MSF </a:t>
            </a:r>
            <a:r>
              <a:rPr lang="ru-RU" dirty="0"/>
              <a:t>основан на постулате о </a:t>
            </a:r>
            <a:r>
              <a:rPr lang="ru-RU" b="1" dirty="0"/>
              <a:t>шести</a:t>
            </a:r>
            <a:r>
              <a:rPr lang="ru-RU" dirty="0"/>
              <a:t> качественных целях, достижение которых определяет успешность </a:t>
            </a:r>
            <a:r>
              <a:rPr lang="ru-RU" dirty="0" smtClean="0"/>
              <a:t>проекта.</a:t>
            </a:r>
            <a:endParaRPr lang="ru-RU" dirty="0"/>
          </a:p>
          <a:p>
            <a:pPr marL="90488" indent="271463">
              <a:spcBef>
                <a:spcPts val="600"/>
              </a:spcBef>
            </a:pPr>
            <a:r>
              <a:rPr lang="ru-RU" b="1" dirty="0"/>
              <a:t>Шесть ролевых кластеров </a:t>
            </a:r>
            <a:r>
              <a:rPr lang="ru-RU" dirty="0"/>
              <a:t>модели проектной группы - это "</a:t>
            </a:r>
            <a:r>
              <a:rPr lang="ru-RU" i="1" dirty="0"/>
              <a:t>Управление продуктом</a:t>
            </a:r>
            <a:r>
              <a:rPr lang="ru-RU" dirty="0"/>
              <a:t>" (</a:t>
            </a:r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), "</a:t>
            </a:r>
            <a:r>
              <a:rPr lang="ru-RU" i="1" dirty="0"/>
              <a:t>Управление программой</a:t>
            </a:r>
            <a:r>
              <a:rPr lang="ru-RU" dirty="0"/>
              <a:t>" (</a:t>
            </a:r>
            <a:r>
              <a:rPr lang="ru-RU" dirty="0" err="1"/>
              <a:t>program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), "</a:t>
            </a:r>
            <a:r>
              <a:rPr lang="ru-RU" i="1" dirty="0"/>
              <a:t>Разработка</a:t>
            </a:r>
            <a:r>
              <a:rPr lang="ru-RU" dirty="0"/>
              <a:t>" (</a:t>
            </a:r>
            <a:r>
              <a:rPr lang="ru-RU" dirty="0" err="1"/>
              <a:t>development</a:t>
            </a:r>
            <a:r>
              <a:rPr lang="ru-RU" dirty="0"/>
              <a:t>), "</a:t>
            </a:r>
            <a:r>
              <a:rPr lang="ru-RU" i="1" dirty="0"/>
              <a:t>Тестирование</a:t>
            </a:r>
            <a:r>
              <a:rPr lang="ru-RU" dirty="0"/>
              <a:t>" (</a:t>
            </a:r>
            <a:r>
              <a:rPr lang="ru-RU" dirty="0" err="1"/>
              <a:t>test</a:t>
            </a:r>
            <a:r>
              <a:rPr lang="ru-RU" dirty="0"/>
              <a:t>), "</a:t>
            </a:r>
            <a:r>
              <a:rPr lang="ru-RU" i="1" dirty="0"/>
              <a:t>Удовлетворение потребителя</a:t>
            </a:r>
            <a:r>
              <a:rPr lang="ru-RU" dirty="0"/>
              <a:t>" (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experience</a:t>
            </a:r>
            <a:r>
              <a:rPr lang="ru-RU" dirty="0"/>
              <a:t>) и "</a:t>
            </a:r>
            <a:r>
              <a:rPr lang="ru-RU" i="1" dirty="0"/>
              <a:t>Управление выпуском</a:t>
            </a:r>
            <a:r>
              <a:rPr lang="ru-RU" dirty="0"/>
              <a:t>" (</a:t>
            </a:r>
            <a:r>
              <a:rPr lang="ru-RU" dirty="0" err="1"/>
              <a:t>release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). Они ответственны за различные области компетенции (</a:t>
            </a:r>
            <a:r>
              <a:rPr lang="ru-RU" dirty="0" err="1"/>
              <a:t>functional</a:t>
            </a:r>
            <a:r>
              <a:rPr lang="ru-RU" dirty="0"/>
              <a:t> </a:t>
            </a:r>
            <a:r>
              <a:rPr lang="ru-RU" dirty="0" err="1"/>
              <a:t>areas</a:t>
            </a:r>
            <a:r>
              <a:rPr lang="ru-RU" dirty="0"/>
              <a:t>) и связанные с ними цели и задачи.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MSF организован на базе комбинации каскадной и спиральной моделей. Отдельная стадия работы содержит в себе </a:t>
            </a:r>
            <a:r>
              <a:rPr lang="ru-RU" b="1" dirty="0"/>
              <a:t>5 фаз</a:t>
            </a:r>
            <a:r>
              <a:rPr lang="ru-RU" dirty="0"/>
              <a:t>: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•	</a:t>
            </a:r>
            <a:r>
              <a:rPr lang="ru-RU" dirty="0" err="1"/>
              <a:t>Envisioning</a:t>
            </a:r>
            <a:r>
              <a:rPr lang="ru-RU" dirty="0"/>
              <a:t> (выработка концепции),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•	</a:t>
            </a:r>
            <a:r>
              <a:rPr lang="ru-RU" dirty="0" err="1"/>
              <a:t>Planning</a:t>
            </a:r>
            <a:r>
              <a:rPr lang="ru-RU" dirty="0"/>
              <a:t> (планирование),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•	</a:t>
            </a:r>
            <a:r>
              <a:rPr lang="ru-RU" dirty="0" err="1"/>
              <a:t>Developing</a:t>
            </a:r>
            <a:r>
              <a:rPr lang="ru-RU" dirty="0"/>
              <a:t> (разработка),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•	</a:t>
            </a:r>
            <a:r>
              <a:rPr lang="ru-RU" dirty="0" err="1"/>
              <a:t>Stabilizing</a:t>
            </a:r>
            <a:r>
              <a:rPr lang="ru-RU" dirty="0"/>
              <a:t> (стабилизация),</a:t>
            </a:r>
          </a:p>
          <a:p>
            <a:pPr marL="90488" indent="271463">
              <a:spcBef>
                <a:spcPts val="600"/>
              </a:spcBef>
            </a:pPr>
            <a:r>
              <a:rPr lang="ru-RU" dirty="0"/>
              <a:t>•	</a:t>
            </a:r>
            <a:r>
              <a:rPr lang="ru-RU" dirty="0" err="1"/>
              <a:t>Deploying</a:t>
            </a:r>
            <a:r>
              <a:rPr lang="ru-RU" dirty="0"/>
              <a:t> (внедрение).</a:t>
            </a:r>
          </a:p>
          <a:p>
            <a:pPr marL="90488" indent="271463">
              <a:spcBef>
                <a:spcPts val="600"/>
              </a:spcBef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29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536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Работа </a:t>
            </a:r>
            <a:r>
              <a:rPr lang="ru-RU" dirty="0"/>
              <a:t>с требованиями </a:t>
            </a:r>
            <a:r>
              <a:rPr lang="ru-RU" dirty="0" smtClean="0"/>
              <a:t>в </a:t>
            </a:r>
            <a:r>
              <a:rPr lang="ru-RU" dirty="0"/>
              <a:t>фазе выработки </a:t>
            </a:r>
            <a:r>
              <a:rPr lang="ru-RU" dirty="0" smtClean="0"/>
              <a:t>концепции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608720"/>
              </p:ext>
            </p:extLst>
          </p:nvPr>
        </p:nvGraphicFramePr>
        <p:xfrm>
          <a:off x="822325" y="2069783"/>
          <a:ext cx="7543800" cy="4064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2240"/>
                <a:gridCol w="5461560"/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Ролевой кластер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Фокус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продуктом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Общие цели проекта; выявление нужд и требований заказчика; документ общего описания и рамок проекта.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программой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Цели дизайна; концепция решения; структура проекта.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Разработка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Прототипирование; анализ технологических возможностей; анализ осуществимости.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Удовлетворение потребителя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Необходимые эксплуатационные характеристики решения и их влияние на его разработку.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Тестирование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Стратегии тестирования; критерии приемлемости, их влияние на разработку решения.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выпуском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Требования внедрения и их влияние на разработку решения; требования сопровождения.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20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25337"/>
          </a:xfrm>
        </p:spPr>
        <p:txBody>
          <a:bodyPr/>
          <a:lstStyle/>
          <a:p>
            <a:r>
              <a:rPr lang="ru-RU" dirty="0" smtClean="0"/>
              <a:t>Фаза </a:t>
            </a:r>
            <a:r>
              <a:rPr lang="ru-RU" dirty="0"/>
              <a:t>планирования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259406"/>
              </p:ext>
            </p:extLst>
          </p:nvPr>
        </p:nvGraphicFramePr>
        <p:xfrm>
          <a:off x="822960" y="2329830"/>
          <a:ext cx="7543800" cy="29295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1900"/>
                <a:gridCol w="3771900"/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Ролевой кластер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Фокус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продуктом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Анализ бизнес-требований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программой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Функциональная спецификация 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Удовлетворение потребителя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Сценарии/примеры использования, пользовательские требования, требования локализации и общедоступности (</a:t>
                      </a:r>
                      <a:r>
                        <a:rPr lang="ru-RU" sz="1600" dirty="0" err="1">
                          <a:effectLst/>
                        </a:rPr>
                        <a:t>accessibility</a:t>
                      </a:r>
                      <a:r>
                        <a:rPr lang="ru-RU" sz="1600" dirty="0">
                          <a:effectLst/>
                        </a:rPr>
                        <a:t>).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Тестирование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Требования тестирования.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выпуском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Эксплуатационные требования.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719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478542"/>
              </p:ext>
            </p:extLst>
          </p:nvPr>
        </p:nvGraphicFramePr>
        <p:xfrm>
          <a:off x="822325" y="860613"/>
          <a:ext cx="7543800" cy="1350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1900"/>
                <a:gridCol w="3771900"/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Ролевой кластер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Фокус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продуктом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Ожидания заказчика.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Управление программой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функциональной спецификацией.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5" name="Заголовок 1"/>
          <p:cNvSpPr txBox="1">
            <a:spLocks/>
          </p:cNvSpPr>
          <p:nvPr/>
        </p:nvSpPr>
        <p:spPr>
          <a:xfrm>
            <a:off x="822960" y="286605"/>
            <a:ext cx="7543800" cy="5740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Фаза разработки</a:t>
            </a:r>
            <a:endParaRPr lang="ru-RU" sz="40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113194"/>
              </p:ext>
            </p:extLst>
          </p:nvPr>
        </p:nvGraphicFramePr>
        <p:xfrm>
          <a:off x="822325" y="3383552"/>
          <a:ext cx="7543800" cy="1872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1900"/>
                <a:gridCol w="3771900"/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Ролевой кластер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Фокус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продуктом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Получение отзывов и оценок заказчика; акт о приеме выполненной работы.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Управление программой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Сопоставление рамок проекта с поставленным решением; управление стабилизацией.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8" name="Заголовок 1"/>
          <p:cNvSpPr txBox="1">
            <a:spLocks/>
          </p:cNvSpPr>
          <p:nvPr/>
        </p:nvSpPr>
        <p:spPr>
          <a:xfrm>
            <a:off x="822960" y="2753162"/>
            <a:ext cx="7543800" cy="5740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Фаза внедрения</a:t>
            </a:r>
            <a:endParaRPr lang="ru-RU" sz="4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00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02983"/>
          </a:xfrm>
        </p:spPr>
        <p:txBody>
          <a:bodyPr>
            <a:noAutofit/>
          </a:bodyPr>
          <a:lstStyle/>
          <a:p>
            <a:r>
              <a:rPr lang="ru-RU" sz="3600" dirty="0" smtClean="0"/>
              <a:t>Контекст задачи анализа требований.</a:t>
            </a:r>
            <a:br>
              <a:rPr lang="ru-RU" sz="3600" dirty="0" smtClean="0"/>
            </a:br>
            <a:r>
              <a:rPr lang="ru-RU" sz="3600" dirty="0" smtClean="0"/>
              <a:t>Выявление требований</a:t>
            </a:r>
            <a:endParaRPr lang="ru-RU" sz="3600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106551"/>
              </p:ext>
            </p:extLst>
          </p:nvPr>
        </p:nvGraphicFramePr>
        <p:xfrm>
          <a:off x="398411" y="1842730"/>
          <a:ext cx="8391628" cy="4366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573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92572"/>
          </a:xfrm>
        </p:spPr>
        <p:txBody>
          <a:bodyPr>
            <a:noAutofit/>
          </a:bodyPr>
          <a:lstStyle/>
          <a:p>
            <a:r>
              <a:rPr lang="ru-RU" sz="3600" dirty="0"/>
              <a:t>Анализ требований, бизнес-анализ, анализ проблемной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 smtClean="0"/>
              <a:t>Стоит </a:t>
            </a:r>
            <a:r>
              <a:rPr lang="ru-RU" sz="2400" dirty="0"/>
              <a:t>ли собирать информацию о предприятии, для которого разрабатывается (выбирается) АИС в виде бизнес-моделей </a:t>
            </a:r>
            <a:endParaRPr lang="ru-RU" sz="2400" dirty="0" smtClean="0"/>
          </a:p>
          <a:p>
            <a:r>
              <a:rPr lang="ru-RU" sz="2400" b="1" dirty="0" smtClean="0"/>
              <a:t>или</a:t>
            </a:r>
            <a:r>
              <a:rPr lang="ru-RU" sz="2400" dirty="0" smtClean="0"/>
              <a:t> </a:t>
            </a:r>
          </a:p>
          <a:p>
            <a:r>
              <a:rPr lang="ru-RU" sz="2400" dirty="0" smtClean="0"/>
              <a:t>стоит </a:t>
            </a:r>
            <a:r>
              <a:rPr lang="ru-RU" sz="2400" dirty="0"/>
              <a:t>пропустить этот этап и сразу формировать артефакты АТ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b="1" i="1" dirty="0" smtClean="0"/>
              <a:t>Можно </a:t>
            </a:r>
            <a:r>
              <a:rPr lang="ru-RU" sz="2400" b="1" i="1" dirty="0"/>
              <a:t>создавать бизнес-модели при помощи соответствующих расширений UML и рекомендаций RUP, а можно ограничиться выработкой глоссария объектов предметной области.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408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79125"/>
          </a:xfrm>
        </p:spPr>
        <p:txBody>
          <a:bodyPr/>
          <a:lstStyle/>
          <a:p>
            <a:r>
              <a:rPr lang="ru-RU" dirty="0"/>
              <a:t>Роль глоссария при АТ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0648" y="1845734"/>
            <a:ext cx="8248424" cy="4528172"/>
          </a:xfrm>
        </p:spPr>
        <p:txBody>
          <a:bodyPr>
            <a:normAutofit/>
          </a:bodyPr>
          <a:lstStyle/>
          <a:p>
            <a:r>
              <a:rPr lang="ru-RU" sz="2200" b="1" dirty="0"/>
              <a:t>Глоссарий</a:t>
            </a:r>
            <a:r>
              <a:rPr lang="ru-RU" sz="2200" dirty="0"/>
              <a:t> </a:t>
            </a:r>
            <a:r>
              <a:rPr lang="ru-RU" sz="2200" dirty="0" smtClean="0"/>
              <a:t>– документ, удостоверяющий </a:t>
            </a:r>
            <a:r>
              <a:rPr lang="ru-RU" sz="2200" dirty="0"/>
              <a:t>общее понимание основной терминологии Заказчиком и </a:t>
            </a:r>
            <a:r>
              <a:rPr lang="ru-RU" sz="2200" dirty="0" smtClean="0"/>
              <a:t>Разработчиком</a:t>
            </a:r>
          </a:p>
          <a:p>
            <a:r>
              <a:rPr lang="ru-RU" sz="2200" dirty="0" smtClean="0"/>
              <a:t>С </a:t>
            </a:r>
            <a:r>
              <a:rPr lang="ru-RU" sz="2200" dirty="0"/>
              <a:t>позиций </a:t>
            </a:r>
            <a:r>
              <a:rPr lang="ru-RU" sz="2200" b="1" dirty="0"/>
              <a:t>моделирования</a:t>
            </a:r>
            <a:r>
              <a:rPr lang="ru-RU" sz="2200" dirty="0"/>
              <a:t>, </a:t>
            </a:r>
            <a:r>
              <a:rPr lang="ru-RU" sz="2200" b="1" dirty="0"/>
              <a:t>анализ требований </a:t>
            </a:r>
            <a:r>
              <a:rPr lang="ru-RU" sz="2200" dirty="0"/>
              <a:t>(АТ) и </a:t>
            </a:r>
            <a:r>
              <a:rPr lang="ru-RU" sz="2200" b="1" dirty="0"/>
              <a:t>анализ проблемной области </a:t>
            </a:r>
            <a:r>
              <a:rPr lang="ru-RU" sz="2200" dirty="0"/>
              <a:t>(АПО) - принципиально разные </a:t>
            </a:r>
            <a:r>
              <a:rPr lang="ru-RU" sz="2200" dirty="0" smtClean="0"/>
              <a:t>процессы</a:t>
            </a:r>
          </a:p>
          <a:p>
            <a:r>
              <a:rPr lang="ru-RU" sz="2200" b="1" dirty="0" smtClean="0"/>
              <a:t>Анализ предметной области</a:t>
            </a:r>
            <a:r>
              <a:rPr lang="ru-RU" sz="2200" dirty="0" smtClean="0"/>
              <a:t> </a:t>
            </a:r>
            <a:r>
              <a:rPr lang="ru-RU" sz="2200" dirty="0"/>
              <a:t>преследует классические цели создания модели: </a:t>
            </a:r>
            <a:r>
              <a:rPr lang="ru-RU" sz="2200" dirty="0" smtClean="0"/>
              <a:t>имеется объект </a:t>
            </a:r>
            <a:r>
              <a:rPr lang="ru-RU" sz="2200" dirty="0"/>
              <a:t>и задача аналитика - отразить этот объект в создаваемой модели с требуемой степенью </a:t>
            </a:r>
            <a:r>
              <a:rPr lang="ru-RU" sz="2200" dirty="0" smtClean="0"/>
              <a:t>точности.</a:t>
            </a:r>
            <a:endParaRPr lang="ru-RU" sz="2200" dirty="0"/>
          </a:p>
          <a:p>
            <a:r>
              <a:rPr lang="ru-RU" sz="2200" b="1" dirty="0" smtClean="0"/>
              <a:t>Анализ требований</a:t>
            </a:r>
            <a:r>
              <a:rPr lang="ru-RU" sz="2200" dirty="0" smtClean="0"/>
              <a:t> направлен на моделирование воображаемого, еще не существующего объекта (</a:t>
            </a:r>
            <a:r>
              <a:rPr lang="ru-RU" sz="2200" dirty="0" smtClean="0"/>
              <a:t>АИС). </a:t>
            </a:r>
            <a:endParaRPr lang="ru-RU" sz="2200" dirty="0" smtClean="0"/>
          </a:p>
          <a:p>
            <a:r>
              <a:rPr lang="ru-RU" sz="2200" dirty="0" smtClean="0"/>
              <a:t>Сначала создается модель, а затем, на ее основании, синтезируется объект.</a:t>
            </a:r>
          </a:p>
          <a:p>
            <a:endParaRPr lang="ru-RU" sz="22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51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59" y="231701"/>
            <a:ext cx="7180730" cy="443132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43752" y="4663029"/>
            <a:ext cx="49394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/>
              <a:t>Создаваемая </a:t>
            </a:r>
            <a:r>
              <a:rPr lang="ru-RU" i="1" dirty="0"/>
              <a:t>АИС также является моделью по отношению к </a:t>
            </a:r>
            <a:r>
              <a:rPr lang="ru-RU" i="1" dirty="0" smtClean="0"/>
              <a:t>организационной </a:t>
            </a:r>
            <a:r>
              <a:rPr lang="ru-RU" i="1" dirty="0" smtClean="0"/>
              <a:t>системе (ОС).</a:t>
            </a:r>
            <a:endParaRPr lang="ru-RU" i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3752" y="5441594"/>
            <a:ext cx="845820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Обобщенная </a:t>
            </a:r>
            <a:r>
              <a:rPr lang="ru-RU" dirty="0"/>
              <a:t>"</a:t>
            </a:r>
            <a:r>
              <a:rPr lang="ru-RU" dirty="0" smtClean="0"/>
              <a:t>формула" </a:t>
            </a:r>
            <a:r>
              <a:rPr lang="ru-RU" dirty="0"/>
              <a:t>создания </a:t>
            </a:r>
            <a:r>
              <a:rPr lang="ru-RU" dirty="0" smtClean="0"/>
              <a:t>АИС:</a:t>
            </a:r>
          </a:p>
          <a:p>
            <a:pPr algn="ctr"/>
            <a:r>
              <a:rPr lang="ru-RU" sz="2000" b="1" dirty="0" smtClean="0">
                <a:solidFill>
                  <a:schemeClr val="accent6">
                    <a:lumMod val="75000"/>
                  </a:schemeClr>
                </a:solidFill>
              </a:rPr>
              <a:t>ОС-</a:t>
            </a:r>
            <a:r>
              <a:rPr lang="ru-RU" sz="2000" b="1" dirty="0">
                <a:solidFill>
                  <a:schemeClr val="accent6">
                    <a:lumMod val="75000"/>
                  </a:schemeClr>
                </a:solidFill>
              </a:rPr>
              <a:t>&gt;М(ОС)-&gt;М(АИС)-&gt;М'(АИС)-&gt;М''(АИС)-&gt;М'''(АИС)-&gt;АИС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36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83161" y="4729146"/>
            <a:ext cx="3653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Документ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 является ничем иным, как моделью модели ОС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0124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 txBox="1">
            <a:spLocks/>
          </p:cNvSpPr>
          <p:nvPr/>
        </p:nvSpPr>
        <p:spPr>
          <a:xfrm>
            <a:off x="822959" y="941294"/>
            <a:ext cx="7543801" cy="5432612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Если моделирующий субъект обладает </a:t>
            </a:r>
            <a:r>
              <a:rPr lang="ru-RU" b="1" dirty="0"/>
              <a:t>неявными</a:t>
            </a:r>
            <a:r>
              <a:rPr lang="ru-RU" dirty="0"/>
              <a:t> знаниями об ОС в достаточном объеме - значит, </a:t>
            </a:r>
            <a:r>
              <a:rPr lang="ru-RU" dirty="0" smtClean="0"/>
              <a:t>анализ предметной области </a:t>
            </a:r>
            <a:r>
              <a:rPr lang="ru-RU" dirty="0"/>
              <a:t>можно исключить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На </a:t>
            </a:r>
            <a:r>
              <a:rPr lang="ru-RU" dirty="0"/>
              <a:t>практике это возможно в </a:t>
            </a:r>
            <a:r>
              <a:rPr lang="ru-RU" b="1" dirty="0"/>
              <a:t>следующих</a:t>
            </a:r>
            <a:r>
              <a:rPr lang="ru-RU" dirty="0"/>
              <a:t> </a:t>
            </a:r>
            <a:r>
              <a:rPr lang="ru-RU" b="1" dirty="0"/>
              <a:t>случаях</a:t>
            </a:r>
            <a:r>
              <a:rPr lang="ru-RU" dirty="0"/>
              <a:t>:</a:t>
            </a:r>
          </a:p>
          <a:p>
            <a:pPr marL="90488" indent="273050" algn="just">
              <a:buFont typeface="Courier New" panose="02070309020205020404" pitchFamily="49" charset="0"/>
              <a:buChar char="o"/>
            </a:pPr>
            <a:r>
              <a:rPr lang="ru-RU" b="1" dirty="0" smtClean="0"/>
              <a:t>Разработчик</a:t>
            </a:r>
            <a:r>
              <a:rPr lang="ru-RU" dirty="0" smtClean="0"/>
              <a:t> </a:t>
            </a:r>
            <a:r>
              <a:rPr lang="ru-RU" dirty="0"/>
              <a:t>является </a:t>
            </a:r>
            <a:r>
              <a:rPr lang="ru-RU" b="1" dirty="0"/>
              <a:t>частью</a:t>
            </a:r>
            <a:r>
              <a:rPr lang="ru-RU" dirty="0"/>
              <a:t> (структурным подразделением, дочерним предприятием и т.д.) ОС, в коллектив Разработчика входят эксперты, хорошо знающие предметную область;</a:t>
            </a:r>
          </a:p>
          <a:p>
            <a:pPr marL="90488" indent="273050" algn="just">
              <a:buFont typeface="Courier New" panose="02070309020205020404" pitchFamily="49" charset="0"/>
              <a:buChar char="o"/>
            </a:pPr>
            <a:r>
              <a:rPr lang="ru-RU" b="1" dirty="0"/>
              <a:t>Заказчик</a:t>
            </a:r>
            <a:r>
              <a:rPr lang="ru-RU" dirty="0"/>
              <a:t> </a:t>
            </a:r>
            <a:r>
              <a:rPr lang="ru-RU" b="1" dirty="0"/>
              <a:t>наравне</a:t>
            </a:r>
            <a:r>
              <a:rPr lang="ru-RU" dirty="0"/>
              <a:t> с Разработчиком участвует в создании документа АТ и разделяет с ним ответственность за принятие решений. Это - путь "</a:t>
            </a:r>
            <a:r>
              <a:rPr lang="ru-RU" dirty="0" err="1"/>
              <a:t>agile</a:t>
            </a:r>
            <a:r>
              <a:rPr lang="ru-RU" dirty="0"/>
              <a:t> методологий</a:t>
            </a:r>
            <a:r>
              <a:rPr lang="ru-RU" dirty="0" smtClean="0"/>
              <a:t>".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247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822959" y="322729"/>
            <a:ext cx="7543801" cy="605117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dirty="0" smtClean="0"/>
              <a:t>Обобщенная </a:t>
            </a:r>
            <a:r>
              <a:rPr lang="ru-RU" dirty="0"/>
              <a:t>"</a:t>
            </a:r>
            <a:r>
              <a:rPr lang="ru-RU" dirty="0" smtClean="0"/>
              <a:t>формула" </a:t>
            </a:r>
            <a:r>
              <a:rPr lang="ru-RU" dirty="0"/>
              <a:t>создания АИС</a:t>
            </a:r>
            <a:r>
              <a:rPr lang="ru-RU" dirty="0" smtClean="0"/>
              <a:t>.</a:t>
            </a:r>
          </a:p>
          <a:p>
            <a:pPr algn="ctr">
              <a:spcBef>
                <a:spcPts val="0"/>
              </a:spcBef>
            </a:pPr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</a:rPr>
              <a:t>ОС-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&gt;М(ОС)-&gt;М(АИС)-&gt;М'(АИС)-&gt;М''(АИС)-&gt;М'''(АИС)-&gt;АИС </a:t>
            </a:r>
            <a:r>
              <a:rPr lang="ru-RU" dirty="0" smtClean="0"/>
              <a:t>.</a:t>
            </a:r>
            <a:endParaRPr lang="ru-RU" dirty="0"/>
          </a:p>
          <a:p>
            <a:pPr>
              <a:spcBef>
                <a:spcPts val="0"/>
              </a:spcBef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Анализ организационной системы позволяет создать ее </a:t>
            </a:r>
            <a:r>
              <a:rPr lang="ru-RU" b="1" dirty="0"/>
              <a:t>модель</a:t>
            </a:r>
            <a:r>
              <a:rPr lang="ru-RU" dirty="0"/>
              <a:t> М(ОС). Это - модель бизнес-анализа (проблемной области).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Анализируя модель проблемной области, в ней можно вычленить</a:t>
            </a:r>
            <a:r>
              <a:rPr lang="ru-RU" dirty="0" smtClean="0"/>
              <a:t>,  </a:t>
            </a:r>
            <a:r>
              <a:rPr lang="ru-RU" b="1" dirty="0" smtClean="0"/>
              <a:t>с </a:t>
            </a:r>
            <a:r>
              <a:rPr lang="ru-RU" b="1" dirty="0"/>
              <a:t>одной стороны</a:t>
            </a:r>
            <a:r>
              <a:rPr lang="ru-RU" dirty="0"/>
              <a:t>, задачи и функции, реализуемые внутри ОС и функции коммуникации ОС и среды</a:t>
            </a:r>
            <a:r>
              <a:rPr lang="ru-RU" dirty="0" smtClean="0"/>
              <a:t>, </a:t>
            </a:r>
            <a:r>
              <a:rPr lang="ru-RU" b="1" dirty="0" smtClean="0"/>
              <a:t>с </a:t>
            </a:r>
            <a:r>
              <a:rPr lang="ru-RU" b="1" dirty="0"/>
              <a:t>другой </a:t>
            </a:r>
            <a:r>
              <a:rPr lang="ru-RU" dirty="0"/>
              <a:t>- устройство предметной области (в начале - на уровне концептуальной модели</a:t>
            </a:r>
            <a:r>
              <a:rPr lang="ru-RU" dirty="0" smtClean="0"/>
              <a:t>), </a:t>
            </a:r>
            <a:r>
              <a:rPr lang="ru-RU" b="1" dirty="0" smtClean="0"/>
              <a:t>с </a:t>
            </a:r>
            <a:r>
              <a:rPr lang="ru-RU" b="1" dirty="0"/>
              <a:t>третьей </a:t>
            </a:r>
            <a:r>
              <a:rPr lang="ru-RU" dirty="0"/>
              <a:t>- требования к информации и ее обработке.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Выделив среди функций те, которые подлежат автоматизации, </a:t>
            </a:r>
            <a:r>
              <a:rPr lang="ru-RU" dirty="0" smtClean="0"/>
              <a:t>получают основу </a:t>
            </a:r>
            <a:r>
              <a:rPr lang="ru-RU" dirty="0"/>
              <a:t>для выявления </a:t>
            </a:r>
            <a:r>
              <a:rPr lang="ru-RU" b="1" dirty="0"/>
              <a:t>функциональных</a:t>
            </a:r>
            <a:r>
              <a:rPr lang="ru-RU" dirty="0"/>
              <a:t> </a:t>
            </a:r>
            <a:r>
              <a:rPr lang="ru-RU" b="1" dirty="0"/>
              <a:t>требований</a:t>
            </a:r>
            <a:r>
              <a:rPr lang="ru-RU" dirty="0"/>
              <a:t> к системе. Остальная собранная на этапе АПО информация служит для поиска нефункциональных требований. В результате получаем модель АТ, как первое приближение модели АИС, М(АИС).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Затем, путем углубленного анализа и проектирования, формируются, соответственно, </a:t>
            </a:r>
            <a:r>
              <a:rPr lang="ru-RU" b="1" dirty="0"/>
              <a:t>аналитическая модель </a:t>
            </a:r>
            <a:r>
              <a:rPr lang="ru-RU" dirty="0"/>
              <a:t>М'(АИС), </a:t>
            </a:r>
            <a:r>
              <a:rPr lang="ru-RU" b="1" dirty="0"/>
              <a:t>проектная модель </a:t>
            </a:r>
            <a:r>
              <a:rPr lang="ru-RU" dirty="0"/>
              <a:t>М''(АИС) и </a:t>
            </a:r>
            <a:r>
              <a:rPr lang="ru-RU" b="1" dirty="0"/>
              <a:t>модель реализации</a:t>
            </a:r>
            <a:r>
              <a:rPr lang="ru-RU" dirty="0"/>
              <a:t> М'''(АИС).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Модель уровня реализации позволяет синтезировать собственно АИС, как совокупность программных, информационных, организационных и др. </a:t>
            </a:r>
            <a:r>
              <a:rPr lang="ru-RU" b="1" dirty="0"/>
              <a:t>артефактов</a:t>
            </a:r>
            <a:r>
              <a:rPr lang="ru-RU" dirty="0"/>
              <a:t>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ru-RU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ru-RU" dirty="0"/>
              <a:t>АИС в свою очередь представляет собой </a:t>
            </a:r>
            <a:r>
              <a:rPr lang="ru-RU" b="1" dirty="0"/>
              <a:t>модель организационной системы</a:t>
            </a:r>
            <a:r>
              <a:rPr lang="ru-RU" dirty="0"/>
              <a:t> М'(ОС), замыкая цикл моделирования.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618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39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416827060"/>
              </p:ext>
            </p:extLst>
          </p:nvPr>
        </p:nvGraphicFramePr>
        <p:xfrm>
          <a:off x="486697" y="442451"/>
          <a:ext cx="8170606" cy="5604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2909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40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041611613"/>
              </p:ext>
            </p:extLst>
          </p:nvPr>
        </p:nvGraphicFramePr>
        <p:xfrm>
          <a:off x="442452" y="147484"/>
          <a:ext cx="8259096" cy="6017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01992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>
            <a:normAutofit/>
          </a:bodyPr>
          <a:lstStyle/>
          <a:p>
            <a:r>
              <a:rPr lang="ru-RU" sz="4400" dirty="0"/>
              <a:t>Методологии бизнес-анализа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283" y="1845733"/>
            <a:ext cx="8571154" cy="43668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50" dirty="0"/>
              <a:t>Методологии бизнес анализа можно разделить на </a:t>
            </a:r>
            <a:r>
              <a:rPr lang="ru-RU" sz="1250" b="1" dirty="0"/>
              <a:t>три категории </a:t>
            </a:r>
            <a:r>
              <a:rPr lang="ru-RU" sz="1250" dirty="0"/>
              <a:t>по типам моделей: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50" dirty="0"/>
              <a:t>модели, преследующие цель анализа и улучшения организационной системы (например, SWOT , VCM, BPR, CPI/TQM/ISO9000, BSC),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50" dirty="0"/>
              <a:t>модели общего назначения, такие, как SADT, DFD, IDEF1, IDEF3, IDEF5 и другие,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50" dirty="0"/>
              <a:t>модели, специально разработанные для использования при автоматизации (например, ISA, BSP, ARIS, RUP</a:t>
            </a:r>
            <a:r>
              <a:rPr lang="ru-RU" sz="1250" dirty="0" smtClean="0"/>
              <a:t>).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250" dirty="0"/>
          </a:p>
          <a:p>
            <a:pPr marL="0" indent="36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ru-RU" sz="1300" b="1" dirty="0"/>
              <a:t>CPI (</a:t>
            </a:r>
            <a:r>
              <a:rPr lang="ru-RU" sz="1300" b="1" dirty="0" err="1"/>
              <a:t>Continuous</a:t>
            </a:r>
            <a:r>
              <a:rPr lang="ru-RU" sz="1300" b="1" dirty="0"/>
              <a:t> </a:t>
            </a:r>
            <a:r>
              <a:rPr lang="ru-RU" sz="1300" b="1" dirty="0" err="1"/>
              <a:t>Process</a:t>
            </a:r>
            <a:r>
              <a:rPr lang="ru-RU" sz="1300" b="1" dirty="0"/>
              <a:t> </a:t>
            </a:r>
            <a:r>
              <a:rPr lang="ru-RU" sz="1300" b="1" dirty="0" err="1"/>
              <a:t>Improvement</a:t>
            </a:r>
            <a:r>
              <a:rPr lang="ru-RU" sz="1300" b="1" dirty="0"/>
              <a:t>) </a:t>
            </a:r>
            <a:r>
              <a:rPr lang="ru-RU" sz="1300" dirty="0"/>
              <a:t>- непрерывный процесс усовершенствования. Относится ко всем аспектам деятельности компании; предусматривает постоянный поиск способов улучшения работы организации и использование этих способов для совершенствования продукции компании, создания более благоприятного рабочего климата на предприятии и т. п.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/>
              <a:t>Наиболее развитая модель описания проблемной области предлагается в методологии </a:t>
            </a:r>
            <a:r>
              <a:rPr lang="ru-RU" sz="1300" b="1" dirty="0"/>
              <a:t>ARIS</a:t>
            </a:r>
            <a:r>
              <a:rPr lang="ru-RU" sz="1300" dirty="0"/>
              <a:t>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ru-RU" sz="1300" b="1" dirty="0"/>
              <a:t>ARIS (</a:t>
            </a:r>
            <a:r>
              <a:rPr lang="ru-RU" sz="1300" b="1" dirty="0" err="1"/>
              <a:t>Architecture</a:t>
            </a:r>
            <a:r>
              <a:rPr lang="ru-RU" sz="1300" b="1" dirty="0"/>
              <a:t> </a:t>
            </a:r>
            <a:r>
              <a:rPr lang="ru-RU" sz="1300" b="1" dirty="0" err="1"/>
              <a:t>of</a:t>
            </a:r>
            <a:r>
              <a:rPr lang="ru-RU" sz="1300" b="1" dirty="0"/>
              <a:t> </a:t>
            </a:r>
            <a:r>
              <a:rPr lang="ru-RU" sz="1300" b="1" dirty="0" err="1"/>
              <a:t>Integrated</a:t>
            </a:r>
            <a:r>
              <a:rPr lang="ru-RU" sz="1300" b="1" dirty="0"/>
              <a:t> </a:t>
            </a:r>
            <a:r>
              <a:rPr lang="ru-RU" sz="1300" b="1" dirty="0" err="1"/>
              <a:t>Information</a:t>
            </a:r>
            <a:r>
              <a:rPr lang="ru-RU" sz="1300" b="1" dirty="0"/>
              <a:t> </a:t>
            </a:r>
            <a:r>
              <a:rPr lang="ru-RU" sz="1300" b="1" dirty="0" err="1"/>
              <a:t>Systems</a:t>
            </a:r>
            <a:r>
              <a:rPr lang="ru-RU" sz="1300" b="1" dirty="0"/>
              <a:t>) </a:t>
            </a:r>
            <a:r>
              <a:rPr lang="ru-RU" sz="1300" dirty="0"/>
              <a:t>— архитектура интегрированных информационных систем. Методология и CASE-средство для моделирования бизнес-процессов организаций c целью их автоматизации от компании </a:t>
            </a:r>
            <a:r>
              <a:rPr lang="ru-RU" sz="1300" dirty="0" err="1"/>
              <a:t>Softwareag</a:t>
            </a:r>
            <a:r>
              <a:rPr lang="ru-RU" sz="1300" dirty="0"/>
              <a:t>. </a:t>
            </a:r>
            <a:r>
              <a:rPr lang="ru-RU" sz="1300" b="1" dirty="0"/>
              <a:t>Основные</a:t>
            </a:r>
            <a:r>
              <a:rPr lang="ru-RU" sz="1300" dirty="0"/>
              <a:t> </a:t>
            </a:r>
            <a:r>
              <a:rPr lang="ru-RU" sz="1300" b="1" dirty="0"/>
              <a:t>черты</a:t>
            </a:r>
            <a:r>
              <a:rPr lang="ru-RU" sz="1300" dirty="0"/>
              <a:t> методологии - поддержка </a:t>
            </a:r>
            <a:r>
              <a:rPr lang="ru-RU" sz="1300" b="1" dirty="0"/>
              <a:t>5</a:t>
            </a:r>
            <a:r>
              <a:rPr lang="ru-RU" sz="1300" dirty="0"/>
              <a:t> различных, но взаимосвязанных между собой точек зрения на предприятие; наличие сверхмощного, не имеющего аналогов графического языка, насчитывающего десятки различных диаграмм и сотни специальных символов для всевозможных аспектов деятельности предприятий и его автоматизации.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ru-RU" sz="1300" b="1" dirty="0"/>
              <a:t>CASE (</a:t>
            </a:r>
            <a:r>
              <a:rPr lang="ru-RU" sz="1300" b="1" dirty="0" err="1"/>
              <a:t>Computer</a:t>
            </a:r>
            <a:r>
              <a:rPr lang="ru-RU" sz="1300" b="1" dirty="0"/>
              <a:t> </a:t>
            </a:r>
            <a:r>
              <a:rPr lang="ru-RU" sz="1300" b="1" dirty="0" err="1"/>
              <a:t>Aided</a:t>
            </a:r>
            <a:r>
              <a:rPr lang="ru-RU" sz="1300" b="1" dirty="0"/>
              <a:t> </a:t>
            </a:r>
            <a:r>
              <a:rPr lang="ru-RU" sz="1300" b="1" dirty="0" err="1"/>
              <a:t>Software</a:t>
            </a:r>
            <a:r>
              <a:rPr lang="ru-RU" sz="1300" b="1" dirty="0"/>
              <a:t> </a:t>
            </a:r>
            <a:r>
              <a:rPr lang="ru-RU" sz="1300" b="1" dirty="0" err="1"/>
              <a:t>Engineering</a:t>
            </a:r>
            <a:r>
              <a:rPr lang="ru-RU" sz="1300" b="1" dirty="0"/>
              <a:t>)</a:t>
            </a:r>
            <a:r>
              <a:rPr lang="ru-RU" sz="1300" dirty="0"/>
              <a:t> – набор инструментов и методов, позволяющих автоматизировать отдельные этапы жизненного цикла программной инженерии. Согласно IEEE STD.620.12-1990, </a:t>
            </a:r>
            <a:r>
              <a:rPr lang="ru-RU" sz="1300" b="1" dirty="0"/>
              <a:t>CASE</a:t>
            </a:r>
            <a:r>
              <a:rPr lang="ru-RU" sz="1300" dirty="0"/>
              <a:t> – это "использование компьютеров, способствующее процессу программной инженерии; может включать приложения программных средств для проектирования, трассировки требований, генерации кода, тестирования, генерации документации и других действий программной инженерии".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250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42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309283" y="376519"/>
            <a:ext cx="8571154" cy="583602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Архитектура </a:t>
            </a:r>
            <a:r>
              <a:rPr lang="ru-RU" sz="1800" b="1" dirty="0"/>
              <a:t>ARIS</a:t>
            </a:r>
            <a:r>
              <a:rPr lang="ru-RU" sz="1800" dirty="0"/>
              <a:t> </a:t>
            </a:r>
            <a:r>
              <a:rPr lang="ru-RU" sz="1800" dirty="0" smtClean="0"/>
              <a:t>выделяет </a:t>
            </a:r>
            <a:r>
              <a:rPr lang="ru-RU" sz="1800" dirty="0"/>
              <a:t>в организации следующие </a:t>
            </a:r>
            <a:r>
              <a:rPr lang="ru-RU" sz="1800" b="1" dirty="0"/>
              <a:t>подсистемы</a:t>
            </a:r>
            <a:r>
              <a:rPr lang="ru-RU" sz="18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/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Организационная</a:t>
            </a:r>
            <a:r>
              <a:rPr lang="ru-RU" sz="1600" dirty="0"/>
              <a:t>. Определяет структуру организации - иерархию подразделений, должностей и конкретных лиц, многообразие связей между ними, а также территориальную привязку структурных подразделений.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Функциональная</a:t>
            </a:r>
            <a:r>
              <a:rPr lang="ru-RU" sz="1600" dirty="0"/>
              <a:t>. Определяет функции, выполняемые в организации.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Подсистемы входов/выходов</a:t>
            </a:r>
            <a:r>
              <a:rPr lang="ru-RU" sz="1600" dirty="0"/>
              <a:t>. Определяют потоки используемых и производимых продуктов и услуг.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Информационная (подсистема данных)</a:t>
            </a:r>
            <a:r>
              <a:rPr lang="ru-RU" sz="1600" dirty="0"/>
              <a:t>. Описывает получение, распространение и доступ к информации (данным).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Подсистема процессов управления</a:t>
            </a:r>
            <a:r>
              <a:rPr lang="ru-RU" sz="1600" dirty="0"/>
              <a:t>. Определяет логическую последовательность выполнения функций посредством событий и сообщений. Можно сказать, что подсистема управления - это совокупность разнесенных во времени сообщений разного рода.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Подсистема целей организации</a:t>
            </a:r>
            <a:r>
              <a:rPr lang="ru-RU" sz="1600" dirty="0"/>
              <a:t>. Описывает иерархию целей, достигаемых в ходе выполнения того или иного процесса.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Подсистема средств производства</a:t>
            </a:r>
            <a:r>
              <a:rPr lang="ru-RU" sz="1600" dirty="0"/>
              <a:t>. Описывает жизненный цикл основных и вспомогательных средств производства.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Подсистема человеческих ресурсов</a:t>
            </a:r>
            <a:r>
              <a:rPr lang="ru-RU" sz="1600" dirty="0"/>
              <a:t>. Описывает прием на работу, обучение и продвижение по службе персонала организации.</a:t>
            </a:r>
          </a:p>
          <a:p>
            <a:pPr marL="0" indent="36353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u-RU" sz="1600" b="1" dirty="0"/>
              <a:t>Подсистема расположения организационных структур</a:t>
            </a:r>
            <a:r>
              <a:rPr lang="ru-RU" sz="1600" dirty="0"/>
              <a:t>. Описывает территориальное расположение организационных единиц.</a:t>
            </a:r>
            <a:endParaRPr lang="ru-RU" sz="16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062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>
            <a:normAutofit/>
          </a:bodyPr>
          <a:lstStyle/>
          <a:p>
            <a:r>
              <a:rPr lang="ru-RU" sz="4400" dirty="0"/>
              <a:t>Требования и архитектура АИС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78078"/>
              </p:ext>
            </p:extLst>
          </p:nvPr>
        </p:nvGraphicFramePr>
        <p:xfrm>
          <a:off x="217208" y="1900051"/>
          <a:ext cx="3843804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850" y="2173942"/>
            <a:ext cx="4528456" cy="1981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6736" y="4155141"/>
            <a:ext cx="18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Архитектура </a:t>
            </a:r>
            <a:r>
              <a:rPr lang="en-US" dirty="0" smtClean="0"/>
              <a:t>RUP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59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92572"/>
          </a:xfrm>
        </p:spPr>
        <p:txBody>
          <a:bodyPr>
            <a:noAutofit/>
          </a:bodyPr>
          <a:lstStyle/>
          <a:p>
            <a:r>
              <a:rPr lang="ru-RU" sz="3600" dirty="0"/>
              <a:t>Анализ требований и другие рабочие потоки программной инженерии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9358" y="5558880"/>
            <a:ext cx="4717229" cy="55133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ru-RU" dirty="0"/>
              <a:t>К</a:t>
            </a:r>
            <a:r>
              <a:rPr lang="ru-RU" dirty="0" smtClean="0"/>
              <a:t>раткий </a:t>
            </a:r>
            <a:r>
              <a:rPr lang="ru-RU" dirty="0"/>
              <a:t>обзор рабочих потоков RUP и их связь с потоком работ АТ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790" y="1769769"/>
            <a:ext cx="5830140" cy="3748769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628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52231"/>
          </a:xfrm>
        </p:spPr>
        <p:txBody>
          <a:bodyPr>
            <a:normAutofit/>
          </a:bodyPr>
          <a:lstStyle/>
          <a:p>
            <a:r>
              <a:rPr lang="ru-RU" dirty="0"/>
              <a:t>Выявление требований</a:t>
            </a:r>
            <a:br>
              <a:rPr lang="ru-RU" dirty="0"/>
            </a:br>
            <a:r>
              <a:rPr lang="ru-RU" sz="3100" dirty="0"/>
              <a:t>Источники требований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126336"/>
              </p:ext>
            </p:extLst>
          </p:nvPr>
        </p:nvGraphicFramePr>
        <p:xfrm>
          <a:off x="566831" y="1792476"/>
          <a:ext cx="8093075" cy="2039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Объект 2"/>
          <p:cNvSpPr txBox="1">
            <a:spLocks/>
          </p:cNvSpPr>
          <p:nvPr/>
        </p:nvSpPr>
        <p:spPr>
          <a:xfrm>
            <a:off x="96819" y="4186053"/>
            <a:ext cx="4044876" cy="1945806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Другим </a:t>
            </a:r>
            <a:r>
              <a:rPr lang="ru-RU" dirty="0"/>
              <a:t>важным источником </a:t>
            </a:r>
            <a:r>
              <a:rPr lang="ru-RU" dirty="0" smtClean="0"/>
              <a:t>информации </a:t>
            </a:r>
            <a:r>
              <a:rPr lang="ru-RU" dirty="0"/>
              <a:t>являются </a:t>
            </a:r>
            <a:r>
              <a:rPr lang="ru-RU" b="1" dirty="0"/>
              <a:t>артефакты</a:t>
            </a:r>
            <a:r>
              <a:rPr lang="ru-RU" dirty="0"/>
              <a:t>, описывающие предметную </a:t>
            </a:r>
            <a:r>
              <a:rPr lang="ru-RU" dirty="0" smtClean="0"/>
              <a:t>область: документы </a:t>
            </a:r>
            <a:r>
              <a:rPr lang="ru-RU" dirty="0"/>
              <a:t>с описанием бизнес-процессов предприятия, выполненные консалтинговым агентством, либо просто документы (должностные инструкции, распоряжения, своды бизнес-правил), принятые на предприятии. 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4321884" y="4186053"/>
            <a:ext cx="4044876" cy="1945806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Еще одна альтернатива, используемая при выявлении требований - </a:t>
            </a:r>
            <a:r>
              <a:rPr lang="ru-RU" dirty="0" smtClean="0"/>
              <a:t>"</a:t>
            </a:r>
            <a:r>
              <a:rPr lang="ru-RU" b="1" dirty="0"/>
              <a:t>лучшие практики</a:t>
            </a:r>
            <a:r>
              <a:rPr lang="ru-RU" dirty="0"/>
              <a:t>", широко используемые в настоящее время в бизнес-консалтинге и при внедрении корпоративных информационных систем.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857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Стратегии выявления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736100"/>
          </a:xfrm>
        </p:spPr>
        <p:txBody>
          <a:bodyPr/>
          <a:lstStyle/>
          <a:p>
            <a:r>
              <a:rPr lang="ru-RU" sz="2800" b="1" dirty="0" smtClean="0"/>
              <a:t>Интервью</a:t>
            </a:r>
          </a:p>
          <a:p>
            <a:endParaRPr lang="ru-RU" sz="2800" b="1" dirty="0"/>
          </a:p>
          <a:p>
            <a:endParaRPr lang="ru-RU" sz="2800" b="1" dirty="0" smtClean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721380926"/>
              </p:ext>
            </p:extLst>
          </p:nvPr>
        </p:nvGraphicFramePr>
        <p:xfrm>
          <a:off x="822959" y="2581834"/>
          <a:ext cx="7498082" cy="3509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64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ru-RU" dirty="0" smtClean="0"/>
              <a:t>Рекомендуются следующие </a:t>
            </a:r>
            <a:r>
              <a:rPr lang="ru-RU" b="1" dirty="0"/>
              <a:t>шаги</a:t>
            </a:r>
            <a:r>
              <a:rPr lang="ru-RU" dirty="0"/>
              <a:t>: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выберите нужного собеседника;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договоритесь о встрече;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установите предварительную программу встречи;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изучите сопутствующую информацию;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согласуйте свои действия с группой </a:t>
            </a:r>
            <a:r>
              <a:rPr lang="ru-RU" dirty="0" smtClean="0"/>
              <a:t>проектирования.</a:t>
            </a:r>
            <a:endParaRPr lang="ru-RU" dirty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endParaRPr lang="ru-RU" dirty="0" smtClean="0"/>
          </a:p>
          <a:p>
            <a:pPr>
              <a:spcBef>
                <a:spcPts val="200"/>
              </a:spcBef>
            </a:pPr>
            <a:r>
              <a:rPr lang="ru-RU" dirty="0"/>
              <a:t>При выборе собеседника для целей сбора требований определяющими являются </a:t>
            </a:r>
            <a:r>
              <a:rPr lang="ru-RU" b="1" dirty="0"/>
              <a:t>две вещи</a:t>
            </a:r>
            <a:r>
              <a:rPr lang="ru-RU" dirty="0"/>
              <a:t>: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Он действительно является экспертом по данному вопросу;</a:t>
            </a:r>
          </a:p>
          <a:p>
            <a:pPr marL="457200" lvl="0" indent="-457200">
              <a:spcBef>
                <a:spcPts val="200"/>
              </a:spcBef>
              <a:buFont typeface="+mj-lt"/>
              <a:buAutoNum type="arabicPeriod"/>
            </a:pPr>
            <a:r>
              <a:rPr lang="ru-RU" dirty="0"/>
              <a:t>Его мнение действительно является ценным при формировании целевого набора </a:t>
            </a:r>
            <a:r>
              <a:rPr lang="ru-RU" dirty="0" smtClean="0"/>
              <a:t>требований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494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64825"/>
          </a:xfrm>
        </p:spPr>
        <p:txBody>
          <a:bodyPr/>
          <a:lstStyle/>
          <a:p>
            <a:r>
              <a:rPr lang="ru-RU" dirty="0"/>
              <a:t>Проведение опроса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1" y="1845734"/>
            <a:ext cx="8580118" cy="445346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ru-RU" sz="2100" b="1" dirty="0" smtClean="0"/>
              <a:t>Рекомендации</a:t>
            </a:r>
            <a:r>
              <a:rPr lang="ru-RU" sz="2100" dirty="0" smtClean="0"/>
              <a:t>:</a:t>
            </a:r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В проведении опроса самое важное - правильно организовать и поддерживать поток информации от эксперта к вам</a:t>
            </a:r>
            <a:r>
              <a:rPr lang="ru-RU" dirty="0" smtClean="0"/>
              <a:t>.</a:t>
            </a:r>
            <a:endParaRPr lang="ru-RU" dirty="0"/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Начиная разговор, не забудьте представиться и сформулировать цель </a:t>
            </a:r>
            <a:r>
              <a:rPr lang="ru-RU" dirty="0" smtClean="0"/>
              <a:t>встречи.</a:t>
            </a:r>
            <a:endParaRPr lang="ru-RU" dirty="0"/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Затем сформулируйте первый вопрос</a:t>
            </a:r>
            <a:r>
              <a:rPr lang="ru-RU" dirty="0" smtClean="0"/>
              <a:t>.</a:t>
            </a:r>
            <a:endParaRPr lang="ru-RU" dirty="0"/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Собирайте информацию, делая записи обо всем (о специальных терминах, взаимосвязях между частями системы и т.п.) и ограничивая время беседы. Запишите SADT-функции и данные, попытайтесь набросать диаграмму. Поддерживайте поток информации, задавая вопросы, которые уточняют и подтверждают ответы.</a:t>
            </a:r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Прежде всего, не возражайте.</a:t>
            </a:r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Никогда не задавайте наводящих вопросов или вопросов с короткими ответами "да" или "нет</a:t>
            </a:r>
            <a:r>
              <a:rPr lang="ru-RU" dirty="0" smtClean="0"/>
              <a:t>".</a:t>
            </a:r>
            <a:endParaRPr lang="ru-RU" dirty="0"/>
          </a:p>
          <a:p>
            <a:pPr marL="0" indent="2667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ru-RU" dirty="0"/>
              <a:t>Вы получите от опроса больше, если вы дадите эксперту возможность говорить то, что он хочет сказать, а не то, что вы хотите услышать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2776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50310"/>
          </a:xfrm>
        </p:spPr>
        <p:txBody>
          <a:bodyPr/>
          <a:lstStyle/>
          <a:p>
            <a:r>
              <a:rPr lang="ru-RU" dirty="0"/>
              <a:t>Завершение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Следите за возникновением следующих </a:t>
            </a:r>
            <a:r>
              <a:rPr lang="ru-RU" dirty="0" smtClean="0"/>
              <a:t>ситуаций:</a:t>
            </a:r>
            <a:endParaRPr lang="ru-RU" dirty="0"/>
          </a:p>
          <a:p>
            <a:pPr marL="90488" lvl="0" indent="358775">
              <a:buFont typeface="Courier New" panose="02070309020205020404" pitchFamily="49" charset="0"/>
              <a:buChar char="o"/>
            </a:pPr>
            <a:r>
              <a:rPr lang="ru-RU" dirty="0"/>
              <a:t>вы уже получили достаточно информации;</a:t>
            </a:r>
          </a:p>
          <a:p>
            <a:pPr marL="90488" lvl="0" indent="358775">
              <a:buFont typeface="Courier New" panose="02070309020205020404" pitchFamily="49" charset="0"/>
              <a:buChar char="o"/>
            </a:pPr>
            <a:r>
              <a:rPr lang="ru-RU" dirty="0"/>
              <a:t>вы получаете большой объем неподходящей информации;</a:t>
            </a:r>
          </a:p>
          <a:p>
            <a:pPr marL="90488" lvl="0" indent="358775">
              <a:buFont typeface="Courier New" panose="02070309020205020404" pitchFamily="49" charset="0"/>
              <a:buChar char="o"/>
            </a:pPr>
            <a:r>
              <a:rPr lang="ru-RU" dirty="0"/>
              <a:t>обилие информации вас подавляет;</a:t>
            </a:r>
          </a:p>
          <a:p>
            <a:pPr marL="90488" lvl="0" indent="358775">
              <a:buFont typeface="Courier New" panose="02070309020205020404" pitchFamily="49" charset="0"/>
              <a:buChar char="o"/>
            </a:pPr>
            <a:r>
              <a:rPr lang="ru-RU" dirty="0"/>
              <a:t>эксперт начинает уставать;</a:t>
            </a:r>
          </a:p>
          <a:p>
            <a:pPr marL="90488" indent="358775">
              <a:buFont typeface="Courier New" panose="02070309020205020404" pitchFamily="49" charset="0"/>
              <a:buChar char="o"/>
            </a:pPr>
            <a:r>
              <a:rPr lang="ru-RU" dirty="0"/>
              <a:t>у вас с экспертом часто возникают конфликты</a:t>
            </a:r>
            <a:r>
              <a:rPr lang="ru-RU" dirty="0" smtClean="0"/>
              <a:t>.</a:t>
            </a:r>
          </a:p>
          <a:p>
            <a:pPr marL="90488" indent="358775">
              <a:buFont typeface="Courier New" panose="02070309020205020404" pitchFamily="49" charset="0"/>
              <a:buChar char="o"/>
            </a:pPr>
            <a:endParaRPr lang="ru-RU" dirty="0"/>
          </a:p>
          <a:p>
            <a:pPr marL="90488" indent="0">
              <a:buNone/>
            </a:pPr>
            <a:r>
              <a:rPr lang="ru-RU" sz="1600" i="1" dirty="0"/>
              <a:t>Всегда оформляйте материалы опроса сразу же после встречи с экспертом. В этом случае немедленно возникает обратная связь, и вы минимизируете возможность потери важной информации.</a:t>
            </a:r>
          </a:p>
          <a:p>
            <a:pPr marL="90488" indent="358775">
              <a:buFont typeface="Courier New" panose="02070309020205020404" pitchFamily="49" charset="0"/>
              <a:buChar char="o"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49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744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77739"/>
          </a:xfrm>
        </p:spPr>
        <p:txBody>
          <a:bodyPr>
            <a:normAutofit/>
          </a:bodyPr>
          <a:lstStyle/>
          <a:p>
            <a:r>
              <a:rPr lang="ru-RU" sz="4400" b="1" dirty="0"/>
              <a:t>Что нужно помнить при опросе</a:t>
            </a: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488" lvl="0" indent="446088">
              <a:buFont typeface="Wingdings" panose="05000000000000000000" pitchFamily="2" charset="2"/>
              <a:buChar char="q"/>
            </a:pPr>
            <a:r>
              <a:rPr lang="ru-RU" dirty="0" smtClean="0"/>
              <a:t>Делайте </a:t>
            </a:r>
            <a:r>
              <a:rPr lang="ru-RU" dirty="0"/>
              <a:t>паузы, пока эксперт думает. Дайте эксперту возможность решать, что сказать дальше. Никогда не перебивайте, подсказывая ответ или задавая другой вопрос;</a:t>
            </a:r>
          </a:p>
          <a:p>
            <a:pPr marL="90488" lvl="0" indent="446088">
              <a:buFont typeface="Wingdings" panose="05000000000000000000" pitchFamily="2" charset="2"/>
              <a:buChar char="q"/>
            </a:pPr>
            <a:r>
              <a:rPr lang="ru-RU" dirty="0" smtClean="0"/>
              <a:t>Старайтесь </a:t>
            </a:r>
            <a:r>
              <a:rPr lang="ru-RU" dirty="0"/>
              <a:t>не задавать наводящих вопросов, вопросов-подсказок, вопросов, содержащих ответ, потому что это не позволяет эксперту делиться своими знаниями. Старайтесь не задавать контрольных вопросов, так как это прерывает поток информации;</a:t>
            </a:r>
          </a:p>
          <a:p>
            <a:pPr marL="90488" lvl="0" indent="446088">
              <a:buFont typeface="Wingdings" panose="05000000000000000000" pitchFamily="2" charset="2"/>
              <a:buChar char="q"/>
            </a:pPr>
            <a:r>
              <a:rPr lang="ru-RU" dirty="0" smtClean="0"/>
              <a:t>Делайте </a:t>
            </a:r>
            <a:r>
              <a:rPr lang="ru-RU" dirty="0"/>
              <a:t>записи, чтобы сосредоточиться на предмете разговора и чтобы подготовиться к следующему вопросу, но не становитесь стенографом, иначе вы можете потерять контроль над опросом.</a:t>
            </a:r>
          </a:p>
          <a:p>
            <a:pPr marL="90488" indent="446088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173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8784"/>
          </a:xfrm>
        </p:spPr>
        <p:txBody>
          <a:bodyPr/>
          <a:lstStyle/>
          <a:p>
            <a:r>
              <a:rPr lang="ru-RU" b="1" dirty="0"/>
              <a:t>Анкетирование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2269067"/>
          </a:xfrm>
        </p:spPr>
        <p:txBody>
          <a:bodyPr>
            <a:normAutofit fontScale="92500"/>
          </a:bodyPr>
          <a:lstStyle/>
          <a:p>
            <a:r>
              <a:rPr lang="ru-RU" b="1" dirty="0" smtClean="0"/>
              <a:t>Преимущества:</a:t>
            </a:r>
          </a:p>
          <a:p>
            <a:r>
              <a:rPr lang="ru-RU" dirty="0" smtClean="0"/>
              <a:t>- самый </a:t>
            </a:r>
            <a:r>
              <a:rPr lang="ru-RU" dirty="0" err="1"/>
              <a:t>малозатратный</a:t>
            </a:r>
            <a:r>
              <a:rPr lang="ru-RU" dirty="0"/>
              <a:t> для аналитика способ извлечения </a:t>
            </a:r>
            <a:r>
              <a:rPr lang="ru-RU" dirty="0" smtClean="0"/>
              <a:t>информации;</a:t>
            </a:r>
          </a:p>
          <a:p>
            <a:r>
              <a:rPr lang="ru-RU" dirty="0" smtClean="0"/>
              <a:t>- подготовка </a:t>
            </a:r>
            <a:r>
              <a:rPr lang="ru-RU" dirty="0"/>
              <a:t>и анализ анкет требуют небольшой ресурс</a:t>
            </a:r>
            <a:endParaRPr lang="ru-RU" dirty="0" smtClean="0"/>
          </a:p>
          <a:p>
            <a:r>
              <a:rPr lang="ru-RU" b="1" dirty="0" smtClean="0"/>
              <a:t>Недостатки:</a:t>
            </a:r>
            <a:r>
              <a:rPr lang="ru-RU" dirty="0" smtClean="0"/>
              <a:t> респонденты </a:t>
            </a:r>
            <a:r>
              <a:rPr lang="ru-RU" dirty="0"/>
              <a:t>часто бывают неспособны, либо слабо мотивированы в том, чтобы хорошо и информативно заполнить анкету.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189614952"/>
              </p:ext>
            </p:extLst>
          </p:nvPr>
        </p:nvGraphicFramePr>
        <p:xfrm>
          <a:off x="1021976" y="4114800"/>
          <a:ext cx="7100048" cy="2097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2352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25337"/>
          </a:xfrm>
        </p:spPr>
        <p:txBody>
          <a:bodyPr/>
          <a:lstStyle/>
          <a:p>
            <a:r>
              <a:rPr lang="ru-RU" i="1" dirty="0"/>
              <a:t>Наблюдение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004114"/>
              </p:ext>
            </p:extLst>
          </p:nvPr>
        </p:nvGraphicFramePr>
        <p:xfrm>
          <a:off x="822325" y="1846263"/>
          <a:ext cx="7543800" cy="2160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019921" y="4656698"/>
            <a:ext cx="73462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Недостаток</a:t>
            </a:r>
            <a:r>
              <a:rPr lang="ru-RU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- наблюдатель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как и всякий "измерительный прибор", вносит помехи в результаты измерений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034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Самостоятельное описание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Чтение документов </a:t>
            </a:r>
            <a:r>
              <a:rPr lang="ru-RU" dirty="0"/>
              <a:t>- </a:t>
            </a:r>
            <a:r>
              <a:rPr lang="ru-RU" dirty="0" smtClean="0"/>
              <a:t>способ </a:t>
            </a:r>
            <a:r>
              <a:rPr lang="ru-RU" dirty="0"/>
              <a:t>получить первоначальное представление о системе и сформулировать вопросы к экспертам</a:t>
            </a:r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r>
              <a:rPr lang="ru-RU" b="1" dirty="0" smtClean="0"/>
              <a:t>Недостаток</a:t>
            </a:r>
            <a:r>
              <a:rPr lang="ru-RU" dirty="0" smtClean="0"/>
              <a:t> </a:t>
            </a:r>
            <a:r>
              <a:rPr lang="ru-RU" dirty="0"/>
              <a:t>этой стратегии - опасность пропуска знаний, </a:t>
            </a:r>
            <a:r>
              <a:rPr lang="ru-RU" b="1" dirty="0"/>
              <a:t>специфичных</a:t>
            </a:r>
            <a:r>
              <a:rPr lang="ru-RU" dirty="0"/>
              <a:t> для объекта исследования (в случае </a:t>
            </a:r>
            <a:r>
              <a:rPr lang="ru-RU" dirty="0" err="1"/>
              <a:t>самоопроса</a:t>
            </a:r>
            <a:r>
              <a:rPr lang="ru-RU" dirty="0"/>
              <a:t>), либо - </a:t>
            </a:r>
            <a:r>
              <a:rPr lang="ru-RU" b="1" dirty="0"/>
              <a:t>неформализованных</a:t>
            </a:r>
            <a:r>
              <a:rPr lang="ru-RU" dirty="0"/>
              <a:t> знаний, эмпирических правил и процедур, широко используемых на практике, но не вошедших в документы.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794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98443"/>
          </a:xfrm>
        </p:spPr>
        <p:txBody>
          <a:bodyPr/>
          <a:lstStyle/>
          <a:p>
            <a:r>
              <a:rPr lang="ru-RU" dirty="0"/>
              <a:t>Совместные </a:t>
            </a:r>
            <a:r>
              <a:rPr lang="ru-RU" dirty="0" smtClean="0"/>
              <a:t>семинары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 smtClean="0"/>
              <a:t>Мозговой штурм</a:t>
            </a:r>
          </a:p>
          <a:p>
            <a:r>
              <a:rPr lang="ru-RU" dirty="0"/>
              <a:t>Правила </a:t>
            </a:r>
            <a:r>
              <a:rPr lang="ru-RU" b="1" dirty="0"/>
              <a:t>мозгового штурма</a:t>
            </a:r>
            <a:r>
              <a:rPr lang="ru-RU" dirty="0"/>
              <a:t> предполагают полную </a:t>
            </a:r>
            <a:r>
              <a:rPr lang="ru-RU" dirty="0" err="1"/>
              <a:t>раскрепощенность</a:t>
            </a:r>
            <a:r>
              <a:rPr lang="ru-RU" dirty="0"/>
              <a:t> и свободу </a:t>
            </a:r>
            <a:r>
              <a:rPr lang="ru-RU" dirty="0" smtClean="0"/>
              <a:t>мнений.</a:t>
            </a:r>
          </a:p>
          <a:p>
            <a:r>
              <a:rPr lang="ru-RU" b="1" dirty="0" smtClean="0"/>
              <a:t>Первое</a:t>
            </a:r>
            <a:r>
              <a:rPr lang="ru-RU" dirty="0" smtClean="0"/>
              <a:t> </a:t>
            </a:r>
            <a:r>
              <a:rPr lang="ru-RU" dirty="0"/>
              <a:t>правило мозгового штурма - "полный запрет на любую </a:t>
            </a:r>
            <a:r>
              <a:rPr lang="ru-RU" dirty="0" smtClean="0"/>
              <a:t>критику.</a:t>
            </a:r>
            <a:endParaRPr lang="ru-RU" dirty="0"/>
          </a:p>
          <a:p>
            <a:r>
              <a:rPr lang="ru-RU" dirty="0"/>
              <a:t>Затем, на </a:t>
            </a:r>
            <a:r>
              <a:rPr lang="ru-RU" b="1" dirty="0"/>
              <a:t>втором</a:t>
            </a:r>
            <a:r>
              <a:rPr lang="ru-RU" dirty="0"/>
              <a:t> этапе, все высказанные мнения тщательным образом обсуждаются, заведомо неприемлемые варианты отсеиваются, формируются коллективные предложения.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70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JAD-метод</a:t>
            </a:r>
            <a:br>
              <a:rPr lang="ru-RU" b="1" dirty="0" smtClean="0"/>
            </a:br>
            <a:r>
              <a:rPr lang="en-US" sz="3100" dirty="0"/>
              <a:t>Joint Application </a:t>
            </a:r>
            <a:r>
              <a:rPr lang="en-US" sz="3100" dirty="0" smtClean="0"/>
              <a:t>Development</a:t>
            </a:r>
            <a:r>
              <a:rPr lang="ru-RU" sz="3100" dirty="0" smtClean="0"/>
              <a:t> </a:t>
            </a:r>
            <a:r>
              <a:rPr lang="ru-RU" sz="3100" dirty="0"/>
              <a:t>- Совместная разработка приложений</a:t>
            </a: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004759"/>
              </p:ext>
            </p:extLst>
          </p:nvPr>
        </p:nvGraphicFramePr>
        <p:xfrm>
          <a:off x="822325" y="1846262"/>
          <a:ext cx="7543800" cy="4446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106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44655"/>
          </a:xfrm>
        </p:spPr>
        <p:txBody>
          <a:bodyPr/>
          <a:lstStyle/>
          <a:p>
            <a:r>
              <a:rPr lang="ru-RU" dirty="0"/>
              <a:t>Прототипирование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9813" y="1845733"/>
            <a:ext cx="8130094" cy="4460937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Метод RAD </a:t>
            </a:r>
            <a:r>
              <a:rPr lang="ru-RU" dirty="0"/>
              <a:t>- один из наиболее известных способов быстро создавать </a:t>
            </a:r>
            <a:r>
              <a:rPr lang="ru-RU" dirty="0" smtClean="0"/>
              <a:t>прототипы</a:t>
            </a:r>
            <a:endParaRPr lang="en-US" dirty="0" smtClean="0"/>
          </a:p>
          <a:p>
            <a:r>
              <a:rPr lang="en-US" dirty="0"/>
              <a:t>RAD (Rapid Application Development) – </a:t>
            </a:r>
            <a:r>
              <a:rPr lang="ru-RU" dirty="0"/>
              <a:t>быстрая разработка </a:t>
            </a:r>
            <a:r>
              <a:rPr lang="ru-RU" dirty="0" smtClean="0"/>
              <a:t>приложений</a:t>
            </a:r>
            <a:endParaRPr lang="en-US" dirty="0" smtClean="0"/>
          </a:p>
          <a:p>
            <a:endParaRPr lang="en-US" dirty="0"/>
          </a:p>
          <a:p>
            <a:r>
              <a:rPr lang="ru-RU" dirty="0"/>
              <a:t>RAD базируется на следующих </a:t>
            </a:r>
            <a:r>
              <a:rPr lang="ru-RU" b="1" dirty="0"/>
              <a:t>базовых принципах</a:t>
            </a:r>
            <a:r>
              <a:rPr lang="ru-RU" dirty="0"/>
              <a:t>: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Эволюционное </a:t>
            </a:r>
            <a:r>
              <a:rPr lang="ru-RU" dirty="0" err="1"/>
              <a:t>прототипирование</a:t>
            </a:r>
            <a:r>
              <a:rPr lang="ru-RU" dirty="0"/>
              <a:t>;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CASE-средства, как основной инструмент, включая возможности прямого и обратного проектирования и автоматической генерации кода;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Высококвалифицированные специалисты, хорошо владеющие развитыми инструментальными средствами;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Интерактивный JAD-метод, в котором общение совмещается с разработкой в режиме </a:t>
            </a:r>
            <a:r>
              <a:rPr lang="ru-RU" dirty="0" err="1"/>
              <a:t>online</a:t>
            </a:r>
            <a:r>
              <a:rPr lang="ru-RU" dirty="0"/>
              <a:t>;</a:t>
            </a:r>
          </a:p>
          <a:p>
            <a:pPr marL="0" indent="363538">
              <a:buFont typeface="Wingdings" panose="05000000000000000000" pitchFamily="2" charset="2"/>
              <a:buChar char="q"/>
            </a:pPr>
            <a:r>
              <a:rPr lang="ru-RU" dirty="0"/>
              <a:t>Жесткие временные рамки, как противоядие от "расползания границ" проекта: если команда не укладывается в срок - функционал сужается.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9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77420"/>
          </a:xfrm>
        </p:spPr>
        <p:txBody>
          <a:bodyPr>
            <a:normAutofit/>
          </a:bodyPr>
          <a:lstStyle/>
          <a:p>
            <a:r>
              <a:rPr lang="ru-RU" sz="3600" dirty="0"/>
              <a:t>Видение продукта и границы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4207934"/>
            <a:ext cx="7543801" cy="1932890"/>
          </a:xfrm>
        </p:spPr>
        <p:txBody>
          <a:bodyPr/>
          <a:lstStyle/>
          <a:p>
            <a:r>
              <a:rPr lang="ru-RU" b="1" dirty="0"/>
              <a:t>Заказчик</a:t>
            </a:r>
            <a:r>
              <a:rPr lang="ru-RU" dirty="0"/>
              <a:t> должен выделить ресурсы и быть готовым к трудозатратам на совместный поиск </a:t>
            </a:r>
            <a:r>
              <a:rPr lang="ru-RU" dirty="0" smtClean="0"/>
              <a:t>решений;</a:t>
            </a:r>
          </a:p>
          <a:p>
            <a:r>
              <a:rPr lang="ru-RU" b="1" dirty="0" smtClean="0"/>
              <a:t>Исполнитель</a:t>
            </a:r>
            <a:r>
              <a:rPr lang="ru-RU" dirty="0" smtClean="0"/>
              <a:t> </a:t>
            </a:r>
            <a:r>
              <a:rPr lang="ru-RU" dirty="0"/>
              <a:t>должен обладать достаточной квалификацией как в сфере IT-, так и в сфере управления предприятиями, чтобы разрабатываемое средство автоматизации действительно принесло пользу.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22958" y="2128122"/>
            <a:ext cx="7543801" cy="193289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Можно </a:t>
            </a:r>
            <a:r>
              <a:rPr lang="ru-RU" dirty="0"/>
              <a:t>выделить следующие </a:t>
            </a:r>
            <a:r>
              <a:rPr lang="ru-RU" dirty="0" err="1" smtClean="0"/>
              <a:t>широкоупотребимые</a:t>
            </a:r>
            <a:r>
              <a:rPr lang="ru-RU" dirty="0" smtClean="0"/>
              <a:t> </a:t>
            </a:r>
            <a:r>
              <a:rPr lang="ru-RU" dirty="0"/>
              <a:t>ключевые </a:t>
            </a:r>
            <a:r>
              <a:rPr lang="ru-RU" dirty="0" smtClean="0"/>
              <a:t>слова: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- с </a:t>
            </a:r>
            <a:r>
              <a:rPr lang="ru-RU" dirty="0"/>
              <a:t>одной стороны - концепция, видение, </a:t>
            </a:r>
            <a:r>
              <a:rPr lang="ru-RU" dirty="0" smtClean="0"/>
              <a:t>образ,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с </a:t>
            </a:r>
            <a:r>
              <a:rPr lang="ru-RU" dirty="0"/>
              <a:t>другой - рамки, границы, контекст.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dirty="0" smtClean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/>
              <a:t>В </a:t>
            </a:r>
            <a:r>
              <a:rPr lang="ru-RU" b="1" dirty="0"/>
              <a:t>первом случае</a:t>
            </a:r>
            <a:r>
              <a:rPr lang="ru-RU" dirty="0"/>
              <a:t> речь идет о видении того, какой должна быть </a:t>
            </a:r>
            <a:r>
              <a:rPr lang="ru-RU" dirty="0" smtClean="0"/>
              <a:t>система.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/>
              <a:t>Во </a:t>
            </a:r>
            <a:r>
              <a:rPr lang="ru-RU" b="1" dirty="0"/>
              <a:t>втором случае</a:t>
            </a:r>
            <a:r>
              <a:rPr lang="ru-RU" dirty="0"/>
              <a:t> (рамки, границы, контекст) обсуждаются такие вопросы, как граница системы и среды, требуемые ресурсы на создание системы, </a:t>
            </a:r>
            <a:r>
              <a:rPr lang="ru-RU" dirty="0" smtClean="0"/>
              <a:t>сроки.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814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42145"/>
          </a:xfrm>
        </p:spPr>
        <p:txBody>
          <a:bodyPr>
            <a:noAutofit/>
          </a:bodyPr>
          <a:lstStyle/>
          <a:p>
            <a:r>
              <a:rPr lang="ru-RU" sz="2400" dirty="0" smtClean="0"/>
              <a:t>Основные </a:t>
            </a:r>
            <a:r>
              <a:rPr lang="ru-RU" sz="2400" dirty="0"/>
              <a:t>требования к выработке концепции, заложенные в отечественных </a:t>
            </a:r>
            <a:r>
              <a:rPr lang="ru-RU" sz="2400" b="1" dirty="0"/>
              <a:t>ГОСТ</a:t>
            </a:r>
            <a:r>
              <a:rPr lang="ru-RU" sz="2400" dirty="0" smtClean="0"/>
              <a:t>,</a:t>
            </a:r>
            <a:br>
              <a:rPr lang="ru-RU" sz="2400" dirty="0" smtClean="0"/>
            </a:br>
            <a:r>
              <a:rPr lang="ru-RU" sz="2400" dirty="0" smtClean="0"/>
              <a:t>методологиях </a:t>
            </a:r>
            <a:r>
              <a:rPr lang="ru-RU" sz="2400" b="1" dirty="0"/>
              <a:t>RUP</a:t>
            </a:r>
            <a:r>
              <a:rPr lang="ru-RU" sz="2400" dirty="0"/>
              <a:t> и </a:t>
            </a:r>
            <a:r>
              <a:rPr lang="ru-RU" sz="2400" b="1" dirty="0"/>
              <a:t>MSF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2255309"/>
            <a:ext cx="7543801" cy="3059641"/>
          </a:xfrm>
        </p:spPr>
        <p:txBody>
          <a:bodyPr/>
          <a:lstStyle/>
          <a:p>
            <a:r>
              <a:rPr lang="ru-RU" b="1" dirty="0"/>
              <a:t>Концепция в ГОСТ РФ</a:t>
            </a:r>
          </a:p>
          <a:p>
            <a:r>
              <a:rPr lang="ru-RU" dirty="0" smtClean="0"/>
              <a:t>Основные </a:t>
            </a:r>
            <a:r>
              <a:rPr lang="ru-RU" dirty="0"/>
              <a:t>работы этапа:</a:t>
            </a:r>
          </a:p>
          <a:p>
            <a:r>
              <a:rPr lang="ru-RU" dirty="0"/>
              <a:t>•	Изучение объекта;</a:t>
            </a:r>
          </a:p>
          <a:p>
            <a:r>
              <a:rPr lang="ru-RU" dirty="0"/>
              <a:t>•	Проведение научно-исследовательских работ (НИР);</a:t>
            </a:r>
          </a:p>
          <a:p>
            <a:r>
              <a:rPr lang="ru-RU" dirty="0"/>
              <a:t>•	Разработка вариантов концепции АС;</a:t>
            </a:r>
          </a:p>
          <a:p>
            <a:r>
              <a:rPr lang="ru-RU" dirty="0"/>
              <a:t>•	Оформление отчета о выполненной работе.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5381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13571"/>
          </a:xfrm>
        </p:spPr>
        <p:txBody>
          <a:bodyPr/>
          <a:lstStyle/>
          <a:p>
            <a:r>
              <a:rPr lang="ru-RU" dirty="0"/>
              <a:t>Видение в </a:t>
            </a:r>
            <a:r>
              <a:rPr lang="en-US" dirty="0"/>
              <a:t>RUP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5"/>
            <a:ext cx="7543801" cy="1811866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Шаги, которые необходимо пройти для формирования документа "</a:t>
            </a:r>
            <a:r>
              <a:rPr lang="ru-RU" sz="1600" b="1" dirty="0"/>
              <a:t>Видение</a:t>
            </a:r>
            <a:r>
              <a:rPr lang="ru-RU" sz="1600" dirty="0"/>
              <a:t>":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Формулировка проблем.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Идентификация совладельцев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Определение границ системы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Идентификация ограничений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Формулировка постановки задач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Определение возможностей системы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•	Оценка результатов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sz="16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08553"/>
              </p:ext>
            </p:extLst>
          </p:nvPr>
        </p:nvGraphicFramePr>
        <p:xfrm>
          <a:off x="660400" y="3880104"/>
          <a:ext cx="7543800" cy="15241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4275"/>
                <a:gridCol w="5089525"/>
              </a:tblGrid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Проблема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effectLst/>
                        </a:rPr>
                        <a:t>Описание проблемы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Затрагивает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совладельцы</a:t>
                      </a:r>
                      <a:r>
                        <a:rPr lang="ru-RU" sz="1400" dirty="0">
                          <a:effectLst/>
                        </a:rPr>
                        <a:t>, затрагиваемые </a:t>
                      </a:r>
                      <a:r>
                        <a:rPr lang="ru-RU" sz="1400" dirty="0" smtClean="0">
                          <a:effectLst/>
                        </a:rPr>
                        <a:t>проблемой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Ее следствием является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каково </a:t>
                      </a:r>
                      <a:r>
                        <a:rPr lang="ru-RU" sz="1400" dirty="0">
                          <a:effectLst/>
                        </a:rPr>
                        <a:t>влияние </a:t>
                      </a:r>
                      <a:r>
                        <a:rPr lang="ru-RU" sz="1400" dirty="0" smtClean="0">
                          <a:effectLst/>
                        </a:rPr>
                        <a:t>проблемы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Успешное решение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список </a:t>
                      </a:r>
                      <a:r>
                        <a:rPr lang="ru-RU" sz="1400" dirty="0">
                          <a:effectLst/>
                        </a:rPr>
                        <a:t>некоторых ключевых преимуществ от успешного </a:t>
                      </a:r>
                      <a:r>
                        <a:rPr lang="ru-RU" sz="1400" dirty="0" smtClean="0">
                          <a:effectLst/>
                        </a:rPr>
                        <a:t>решения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59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4255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822959" y="255060"/>
            <a:ext cx="7543801" cy="181186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1" dirty="0"/>
              <a:t>Среди источников ограничений обычно выделяют: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Политические,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Экономические,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Среды,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Технические,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Выполнения,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•	Системные.</a:t>
            </a: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822959" y="2632263"/>
            <a:ext cx="7931076" cy="2933699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Шаблон документа "</a:t>
            </a:r>
            <a:r>
              <a:rPr lang="ru-RU" sz="1800" b="1" dirty="0" err="1"/>
              <a:t>Vision</a:t>
            </a:r>
            <a:r>
              <a:rPr lang="ru-RU" sz="1800" dirty="0"/>
              <a:t>" RUP содержит следующие </a:t>
            </a:r>
            <a:r>
              <a:rPr lang="ru-RU" sz="1800" b="1" dirty="0"/>
              <a:t>основные разделы</a:t>
            </a:r>
            <a:r>
              <a:rPr lang="ru-RU" sz="1800"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1</a:t>
            </a:r>
            <a:r>
              <a:rPr lang="ru-RU" sz="1800" dirty="0" smtClean="0"/>
              <a:t>. Введение</a:t>
            </a:r>
            <a:endParaRPr lang="ru-RU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2</a:t>
            </a:r>
            <a:r>
              <a:rPr lang="ru-RU" sz="1800" dirty="0" smtClean="0"/>
              <a:t>. Позиционирование</a:t>
            </a:r>
            <a:endParaRPr lang="ru-RU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3</a:t>
            </a:r>
            <a:r>
              <a:rPr lang="ru-RU" sz="1800" dirty="0" smtClean="0"/>
              <a:t>. Описания </a:t>
            </a:r>
            <a:r>
              <a:rPr lang="ru-RU" sz="1800" dirty="0"/>
              <a:t>совладельцев и пользователей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4</a:t>
            </a:r>
            <a:r>
              <a:rPr lang="ru-RU" sz="1800" dirty="0" smtClean="0"/>
              <a:t>. Краткий </a:t>
            </a:r>
            <a:r>
              <a:rPr lang="ru-RU" sz="1800" dirty="0"/>
              <a:t>обзор изделия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5</a:t>
            </a:r>
            <a:r>
              <a:rPr lang="ru-RU" sz="1800" dirty="0" smtClean="0"/>
              <a:t>. Возможности </a:t>
            </a:r>
            <a:r>
              <a:rPr lang="ru-RU" sz="1800" dirty="0"/>
              <a:t>продукта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6</a:t>
            </a:r>
            <a:r>
              <a:rPr lang="ru-RU" sz="1800" dirty="0" smtClean="0"/>
              <a:t>. Ограничения</a:t>
            </a:r>
            <a:endParaRPr lang="ru-RU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7</a:t>
            </a:r>
            <a:r>
              <a:rPr lang="ru-RU" sz="1800" dirty="0" smtClean="0"/>
              <a:t>. Показатели </a:t>
            </a:r>
            <a:r>
              <a:rPr lang="ru-RU" sz="1800" dirty="0"/>
              <a:t>качества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8</a:t>
            </a:r>
            <a:r>
              <a:rPr lang="ru-RU" sz="1800" dirty="0" smtClean="0"/>
              <a:t>. Старшинство </a:t>
            </a:r>
            <a:r>
              <a:rPr lang="ru-RU" sz="1800" dirty="0"/>
              <a:t>и приоритеты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9</a:t>
            </a:r>
            <a:r>
              <a:rPr lang="ru-RU" sz="1800" dirty="0" smtClean="0"/>
              <a:t>. Другие </a:t>
            </a:r>
            <a:r>
              <a:rPr lang="ru-RU" sz="1800" dirty="0"/>
              <a:t>требования к изделию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10</a:t>
            </a:r>
            <a:r>
              <a:rPr lang="ru-RU" sz="1800" dirty="0" smtClean="0"/>
              <a:t>. Требования </a:t>
            </a:r>
            <a:r>
              <a:rPr lang="ru-RU" sz="1800" dirty="0"/>
              <a:t>к документации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11</a:t>
            </a:r>
            <a:r>
              <a:rPr lang="ru-RU" sz="1800" dirty="0" smtClean="0"/>
              <a:t>. Приложение</a:t>
            </a:r>
            <a:r>
              <a:rPr lang="ru-RU" sz="1800" dirty="0"/>
              <a:t>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274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961171"/>
          </a:xfrm>
        </p:spPr>
        <p:txBody>
          <a:bodyPr/>
          <a:lstStyle/>
          <a:p>
            <a:r>
              <a:rPr lang="ru-RU" dirty="0"/>
              <a:t>Видение / рамки в </a:t>
            </a:r>
            <a:r>
              <a:rPr lang="en-US" dirty="0"/>
              <a:t>MSF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46093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Основными</a:t>
            </a:r>
            <a:r>
              <a:rPr lang="ru-RU" dirty="0"/>
              <a:t> задачами фазы выработки концепции являются </a:t>
            </a:r>
            <a:r>
              <a:rPr lang="ru-RU" b="1" dirty="0"/>
              <a:t>создание ядра </a:t>
            </a:r>
            <a:r>
              <a:rPr lang="ru-RU" dirty="0"/>
              <a:t>проектной группы </a:t>
            </a:r>
            <a:r>
              <a:rPr lang="ru-RU" dirty="0" smtClean="0"/>
              <a:t>и </a:t>
            </a:r>
            <a:r>
              <a:rPr lang="ru-RU" dirty="0"/>
              <a:t>подготовка документа </a:t>
            </a:r>
            <a:r>
              <a:rPr lang="ru-RU" b="1" dirty="0"/>
              <a:t>общего описания и рамок проекта </a:t>
            </a:r>
            <a:r>
              <a:rPr lang="ru-RU" dirty="0"/>
              <a:t>(</a:t>
            </a:r>
            <a:r>
              <a:rPr lang="ru-RU" dirty="0" err="1"/>
              <a:t>vision</a:t>
            </a:r>
            <a:r>
              <a:rPr lang="ru-RU" dirty="0"/>
              <a:t>/</a:t>
            </a:r>
            <a:r>
              <a:rPr lang="ru-RU" dirty="0" err="1"/>
              <a:t>scope</a:t>
            </a:r>
            <a:r>
              <a:rPr lang="ru-RU" dirty="0"/>
              <a:t> </a:t>
            </a:r>
            <a:r>
              <a:rPr lang="ru-RU" dirty="0" err="1"/>
              <a:t>document</a:t>
            </a:r>
            <a:r>
              <a:rPr lang="ru-RU" dirty="0" smtClean="0"/>
              <a:t>).</a:t>
            </a:r>
          </a:p>
          <a:p>
            <a:r>
              <a:rPr lang="ru-RU" b="1" dirty="0"/>
              <a:t>Видение</a:t>
            </a:r>
            <a:r>
              <a:rPr lang="ru-RU" dirty="0"/>
              <a:t> (</a:t>
            </a:r>
            <a:r>
              <a:rPr lang="ru-RU" dirty="0" err="1"/>
              <a:t>vision</a:t>
            </a:r>
            <a:r>
              <a:rPr lang="ru-RU" dirty="0"/>
              <a:t>) - это ничем не ограничиваемое представление о том, каким должно быть решение 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Рамки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scope</a:t>
            </a:r>
            <a:r>
              <a:rPr lang="ru-RU" dirty="0"/>
              <a:t>) же дают четкие границы того, что из предложенного этим видением будет реализовано в условиях существующих проектных ограничений</a:t>
            </a:r>
            <a:r>
              <a:rPr lang="ru-RU" dirty="0" smtClean="0"/>
              <a:t>.</a:t>
            </a:r>
          </a:p>
          <a:p>
            <a:r>
              <a:rPr lang="ru-RU" b="1" dirty="0"/>
              <a:t>Управление</a:t>
            </a:r>
            <a:r>
              <a:rPr lang="ru-RU" dirty="0"/>
              <a:t> </a:t>
            </a:r>
            <a:r>
              <a:rPr lang="ru-RU" b="1" dirty="0"/>
              <a:t>рисками</a:t>
            </a:r>
            <a:r>
              <a:rPr lang="ru-RU" dirty="0"/>
              <a:t> представляет собой итеративный процесс, осуществляемый на протяжении всего жизненного цикла проекта. </a:t>
            </a:r>
          </a:p>
          <a:p>
            <a:r>
              <a:rPr lang="ru-RU" dirty="0" smtClean="0"/>
              <a:t>Во </a:t>
            </a:r>
            <a:r>
              <a:rPr lang="ru-RU" dirty="0"/>
              <a:t>время фазы </a:t>
            </a:r>
            <a:r>
              <a:rPr lang="ru-RU" b="1" dirty="0"/>
              <a:t>выработки</a:t>
            </a:r>
            <a:r>
              <a:rPr lang="ru-RU" dirty="0"/>
              <a:t> </a:t>
            </a:r>
            <a:r>
              <a:rPr lang="ru-RU" b="1" dirty="0"/>
              <a:t>концепции</a:t>
            </a:r>
            <a:r>
              <a:rPr lang="ru-RU" dirty="0"/>
              <a:t> производится выявление и анализ бизнес-требований. Более детально эти требования рассматриваются во время </a:t>
            </a:r>
            <a:r>
              <a:rPr lang="ru-RU" b="1" dirty="0"/>
              <a:t>фазы</a:t>
            </a:r>
            <a:r>
              <a:rPr lang="ru-RU" dirty="0"/>
              <a:t> </a:t>
            </a:r>
            <a:r>
              <a:rPr lang="ru-RU" b="1" dirty="0"/>
              <a:t>планирования</a:t>
            </a:r>
            <a:r>
              <a:rPr lang="ru-RU" dirty="0"/>
              <a:t>.</a:t>
            </a:r>
          </a:p>
          <a:p>
            <a:r>
              <a:rPr lang="ru-RU" dirty="0"/>
              <a:t>Ведущим ролевым кластером на фазе выработки концепции является "</a:t>
            </a:r>
            <a:r>
              <a:rPr lang="ru-RU" b="1" dirty="0"/>
              <a:t>Управление</a:t>
            </a:r>
            <a:r>
              <a:rPr lang="ru-RU" dirty="0"/>
              <a:t> </a:t>
            </a:r>
            <a:r>
              <a:rPr lang="ru-RU" b="1" dirty="0"/>
              <a:t>продуктом</a:t>
            </a:r>
            <a:r>
              <a:rPr lang="ru-RU" dirty="0" smtClean="0"/>
              <a:t>".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708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822959" y="497541"/>
            <a:ext cx="7543801" cy="58091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Шаблон MSF содержит следующие разделы: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 </a:t>
            </a:r>
            <a:r>
              <a:rPr lang="ru-RU" dirty="0" smtClean="0"/>
              <a:t>Бизнес-преимущества</a:t>
            </a:r>
            <a:endParaRPr lang="ru-RU" dirty="0"/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Описание </a:t>
            </a:r>
            <a:r>
              <a:rPr lang="ru-RU" dirty="0"/>
              <a:t>преимуществ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Формулировка </a:t>
            </a:r>
            <a:r>
              <a:rPr lang="ru-RU" dirty="0"/>
              <a:t>видения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Анализ </a:t>
            </a:r>
            <a:r>
              <a:rPr lang="ru-RU" dirty="0"/>
              <a:t>выгод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 Концепция решения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Цели</a:t>
            </a:r>
            <a:r>
              <a:rPr lang="ru-RU" dirty="0"/>
              <a:t>, задачи, предположения и ограничения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Анализ </a:t>
            </a:r>
            <a:r>
              <a:rPr lang="ru-RU" dirty="0"/>
              <a:t>применимости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Требования</a:t>
            </a:r>
            <a:endParaRPr lang="ru-RU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 Рамки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  <a:tabLst>
                <a:tab pos="363538" algn="l"/>
              </a:tabLst>
            </a:pPr>
            <a:r>
              <a:rPr lang="ru-RU" dirty="0" smtClean="0"/>
              <a:t>• Список </a:t>
            </a:r>
            <a:r>
              <a:rPr lang="ru-RU" dirty="0"/>
              <a:t>характеристик/функций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  <a:tabLst>
                <a:tab pos="363538" algn="l"/>
              </a:tabLst>
            </a:pPr>
            <a:r>
              <a:rPr lang="ru-RU" dirty="0" smtClean="0"/>
              <a:t>• Вне </a:t>
            </a:r>
            <a:r>
              <a:rPr lang="ru-RU" dirty="0"/>
              <a:t>рамок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  <a:tabLst>
                <a:tab pos="363538" algn="l"/>
              </a:tabLst>
            </a:pPr>
            <a:r>
              <a:rPr lang="ru-RU" dirty="0" smtClean="0"/>
              <a:t>• Стратегия </a:t>
            </a:r>
            <a:r>
              <a:rPr lang="ru-RU" dirty="0"/>
              <a:t>подготовки релизов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  <a:tabLst>
                <a:tab pos="363538" algn="l"/>
              </a:tabLst>
            </a:pPr>
            <a:r>
              <a:rPr lang="ru-RU" dirty="0" smtClean="0"/>
              <a:t>• Критерии </a:t>
            </a:r>
            <a:r>
              <a:rPr lang="ru-RU" dirty="0"/>
              <a:t>применимости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  <a:tabLst>
                <a:tab pos="363538" algn="l"/>
              </a:tabLst>
            </a:pPr>
            <a:r>
              <a:rPr lang="ru-RU" dirty="0" smtClean="0"/>
              <a:t>• Эксплуатационные </a:t>
            </a:r>
            <a:r>
              <a:rPr lang="ru-RU" dirty="0"/>
              <a:t>критерии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 Стратегии проектирования решения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Стратегия </a:t>
            </a:r>
            <a:r>
              <a:rPr lang="ru-RU" dirty="0"/>
              <a:t>проектирования архитектуры</a:t>
            </a:r>
          </a:p>
          <a:p>
            <a:pPr marL="90488" indent="354013"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• Стратегия </a:t>
            </a:r>
            <a:r>
              <a:rPr lang="ru-RU" dirty="0"/>
              <a:t>технического проектирования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2636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206020"/>
          </a:xfrm>
        </p:spPr>
        <p:txBody>
          <a:bodyPr>
            <a:normAutofit/>
          </a:bodyPr>
          <a:lstStyle/>
          <a:p>
            <a:r>
              <a:rPr lang="ru-RU" sz="2800" b="1" dirty="0"/>
              <a:t>Классификация и специфицирование </a:t>
            </a:r>
            <a:r>
              <a:rPr lang="ru-RU" sz="2800" b="1" dirty="0" smtClean="0"/>
              <a:t>требований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400" dirty="0"/>
              <a:t>Акторы и варианты использования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Актор</a:t>
            </a:r>
            <a:r>
              <a:rPr lang="ru-RU" dirty="0"/>
              <a:t> - это некто или нечто, обладающее активностью по отношению к программной системе</a:t>
            </a:r>
            <a:r>
              <a:rPr lang="ru-RU" dirty="0" smtClean="0"/>
              <a:t>.</a:t>
            </a:r>
          </a:p>
          <a:p>
            <a:r>
              <a:rPr lang="ru-RU" b="1" dirty="0"/>
              <a:t>Вариант использования </a:t>
            </a:r>
            <a:r>
              <a:rPr lang="ru-RU" dirty="0"/>
              <a:t>в первом приближении можно рассматривать</a:t>
            </a:r>
            <a:r>
              <a:rPr lang="ru-RU" dirty="0" smtClean="0"/>
              <a:t>, </a:t>
            </a:r>
            <a:r>
              <a:rPr lang="ru-RU" dirty="0"/>
              <a:t>как функцию, реализуемую системой. </a:t>
            </a:r>
            <a:endParaRPr lang="ru-RU" dirty="0" smtClean="0"/>
          </a:p>
          <a:p>
            <a:r>
              <a:rPr lang="ru-RU" dirty="0" smtClean="0"/>
              <a:t>Философия </a:t>
            </a:r>
            <a:r>
              <a:rPr lang="ru-RU" dirty="0"/>
              <a:t>варианта использования предполагает выделение среди всего функционала системы подмножества, полезного конкретному конечному пользователю (точнее говоря, типу конечного пользователя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Вариант </a:t>
            </a:r>
            <a:r>
              <a:rPr lang="ru-RU" dirty="0"/>
              <a:t>использования должен не только быть полезен, а еще и позволять получать </a:t>
            </a:r>
            <a:r>
              <a:rPr lang="ru-RU" dirty="0" smtClean="0"/>
              <a:t>Конечному Пользователю </a:t>
            </a:r>
            <a:r>
              <a:rPr lang="ru-RU" dirty="0"/>
              <a:t>конкретные законченные результаты. </a:t>
            </a:r>
            <a:endParaRPr lang="ru-RU" dirty="0" smtClean="0"/>
          </a:p>
          <a:p>
            <a:r>
              <a:rPr lang="ru-RU" dirty="0" smtClean="0"/>
              <a:t>Вариант </a:t>
            </a:r>
            <a:r>
              <a:rPr lang="ru-RU" dirty="0"/>
              <a:t>использования реализуется через </a:t>
            </a:r>
            <a:r>
              <a:rPr lang="ru-RU" b="1" dirty="0"/>
              <a:t>функции системы</a:t>
            </a:r>
            <a:r>
              <a:rPr lang="ru-RU" dirty="0"/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761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ru-RU" b="1" dirty="0" smtClean="0"/>
              <a:t>Глоссарий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Самым первым </a:t>
            </a:r>
            <a:r>
              <a:rPr lang="ru-RU" dirty="0" smtClean="0"/>
              <a:t>результатом концептуального анализа </a:t>
            </a:r>
            <a:r>
              <a:rPr lang="ru-RU" dirty="0"/>
              <a:t>проблемной области</a:t>
            </a:r>
            <a:r>
              <a:rPr lang="ru-RU" dirty="0" smtClean="0"/>
              <a:t> является </a:t>
            </a:r>
            <a:r>
              <a:rPr lang="ru-RU" dirty="0"/>
              <a:t>формирование </a:t>
            </a:r>
            <a:r>
              <a:rPr lang="ru-RU" b="1" dirty="0"/>
              <a:t>глоссария</a:t>
            </a:r>
            <a:r>
              <a:rPr lang="ru-RU" dirty="0"/>
              <a:t> (</a:t>
            </a:r>
            <a:r>
              <a:rPr lang="ru-RU" b="1" dirty="0"/>
              <a:t>словаря</a:t>
            </a:r>
            <a:r>
              <a:rPr lang="ru-RU" dirty="0"/>
              <a:t>) основных используемых терминов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/>
              <a:t>Глоссарий</a:t>
            </a:r>
            <a:r>
              <a:rPr lang="ru-RU" dirty="0"/>
              <a:t> оформляется, как текст, состоящий из абзацев, каждый из которых определяет значение одного из терминов проблемной </a:t>
            </a:r>
            <a:r>
              <a:rPr lang="ru-RU" dirty="0" smtClean="0"/>
              <a:t>области.</a:t>
            </a:r>
          </a:p>
          <a:p>
            <a:r>
              <a:rPr lang="ru-RU" b="1" dirty="0" smtClean="0"/>
              <a:t>Термин</a:t>
            </a:r>
            <a:r>
              <a:rPr lang="ru-RU" dirty="0" smtClean="0"/>
              <a:t> </a:t>
            </a:r>
            <a:r>
              <a:rPr lang="ru-RU" dirty="0"/>
              <a:t>обычно выделяют полужирным кеглем. Иногда проблемную область целесообразно сегментировать на ряд "</a:t>
            </a:r>
            <a:r>
              <a:rPr lang="ru-RU" b="1" dirty="0"/>
              <a:t>подобластей</a:t>
            </a:r>
            <a:r>
              <a:rPr lang="ru-RU" dirty="0"/>
              <a:t>" (</a:t>
            </a:r>
            <a:r>
              <a:rPr lang="ru-RU" dirty="0" err="1"/>
              <a:t>subject</a:t>
            </a:r>
            <a:r>
              <a:rPr lang="ru-RU" dirty="0"/>
              <a:t> </a:t>
            </a:r>
            <a:r>
              <a:rPr lang="ru-RU" dirty="0" err="1"/>
              <a:t>areas</a:t>
            </a:r>
            <a:r>
              <a:rPr lang="ru-RU" dirty="0"/>
              <a:t>).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9158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Спецификация варианта использования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420595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Основные </a:t>
            </a:r>
            <a:r>
              <a:rPr lang="ru-RU" dirty="0"/>
              <a:t>стили </a:t>
            </a:r>
            <a:r>
              <a:rPr lang="ru-RU" dirty="0" smtClean="0"/>
              <a:t>описания варианта использования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Свободный формат,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Полный </a:t>
            </a:r>
            <a:r>
              <a:rPr lang="ru-RU" dirty="0" smtClean="0"/>
              <a:t>формат,</a:t>
            </a:r>
            <a:endParaRPr lang="ru-RU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Таблица в две колонки,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Таблица в три колонки,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Стиль RUP</a:t>
            </a:r>
            <a:r>
              <a:rPr lang="ru-RU" dirty="0" smtClean="0"/>
              <a:t>.</a:t>
            </a:r>
          </a:p>
          <a:p>
            <a:pPr lvl="0">
              <a:buFont typeface="Wingdings" panose="05000000000000000000" pitchFamily="2" charset="2"/>
              <a:buChar char="q"/>
            </a:pPr>
            <a:endParaRPr lang="ru-RU" sz="1100" dirty="0"/>
          </a:p>
          <a:p>
            <a:r>
              <a:rPr lang="ru-RU" dirty="0"/>
              <a:t>Кроме того, иногда целесообразно использовать: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Псевдокод,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Диаграмму активности </a:t>
            </a:r>
            <a:r>
              <a:rPr lang="ru-RU" dirty="0" smtClean="0"/>
              <a:t>UML,</a:t>
            </a:r>
            <a:endParaRPr lang="ru-RU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Другие графические модели.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1342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1024664" y="470647"/>
            <a:ext cx="7543801" cy="508298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Свободный формат </a:t>
            </a:r>
            <a:r>
              <a:rPr lang="ru-RU" sz="2400" dirty="0"/>
              <a:t>предполагает описание действий пользователя и системы в повествовательном стиле, например: </a:t>
            </a:r>
            <a:endParaRPr lang="ru-RU" sz="2400" dirty="0" smtClean="0"/>
          </a:p>
          <a:p>
            <a:r>
              <a:rPr lang="ru-RU" sz="2400" i="1" dirty="0" smtClean="0"/>
              <a:t>"</a:t>
            </a:r>
            <a:r>
              <a:rPr lang="ru-RU" sz="2400" i="1" dirty="0"/>
              <a:t>Менеджер запрашивает у Системы список заказов за период. Система отображает на экране найденные заказы данного Менеджера с указанием их основных атрибутов"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b="1" dirty="0" smtClean="0"/>
              <a:t>Свободный</a:t>
            </a:r>
            <a:r>
              <a:rPr lang="ru-RU" sz="2400" dirty="0" smtClean="0"/>
              <a:t> </a:t>
            </a:r>
            <a:r>
              <a:rPr lang="ru-RU" sz="2400" dirty="0"/>
              <a:t>стиль допускает использование конструкций </a:t>
            </a:r>
            <a:r>
              <a:rPr lang="ru-RU" sz="2400" i="1" dirty="0"/>
              <a:t>"Если то"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i="1" dirty="0" smtClean="0"/>
              <a:t>"</a:t>
            </a:r>
            <a:r>
              <a:rPr lang="ru-RU" sz="2400" i="1" dirty="0"/>
              <a:t>Если Менеджер имеет полномочия Начальника Отдела, то Система предоставляет возможность просмотра заказов всех менеджеров этого отдела"</a:t>
            </a:r>
            <a:r>
              <a:rPr lang="ru-RU" sz="2400" dirty="0"/>
              <a:t>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5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564776" y="470647"/>
            <a:ext cx="8296836" cy="572844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Шаблон полного описания варианта </a:t>
            </a:r>
            <a:r>
              <a:rPr lang="ru-RU" b="1" dirty="0" smtClean="0"/>
              <a:t>использования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Название</a:t>
            </a:r>
            <a:r>
              <a:rPr lang="ru-RU" sz="1800" dirty="0"/>
              <a:t> &lt;краткая фраза в виде глагола в неопределенной форме совершенного вида, отражающая цель&gt;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Контекст использования</a:t>
            </a:r>
            <a:r>
              <a:rPr lang="ru-RU" sz="1800" dirty="0"/>
              <a:t> &lt;уточнение цели, при необходимости - условия ее нормального завершения&gt;.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Область действия</a:t>
            </a:r>
            <a:r>
              <a:rPr lang="ru-RU" sz="1800" dirty="0"/>
              <a:t> &lt;ссылка на рамки проекта&gt;. Например - подсистема бухгалтерского учета.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Уровень</a:t>
            </a:r>
            <a:r>
              <a:rPr lang="ru-RU" sz="1800" dirty="0"/>
              <a:t> &lt;один из трех: обобщенный, цели пользователя, подфункции&gt;. 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Основное действующее лицо</a:t>
            </a:r>
            <a:r>
              <a:rPr lang="ru-RU" sz="1800" dirty="0"/>
              <a:t> &lt;имя роли основного актора или его описание&gt;.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Участники и интересы</a:t>
            </a:r>
            <a:r>
              <a:rPr lang="ru-RU" sz="1800" dirty="0"/>
              <a:t> &lt;список других акторов-участников прецедента с указанием их интересов&gt;.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Предусловие</a:t>
            </a:r>
            <a:r>
              <a:rPr lang="ru-RU" sz="1800" dirty="0"/>
              <a:t> &lt;то, что ожидается, уже имеет место&gt;.</a:t>
            </a:r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/>
              <a:t>Минимальные гарантии</a:t>
            </a:r>
            <a:r>
              <a:rPr lang="ru-RU" sz="1800" dirty="0"/>
              <a:t> &lt;что гарантируется акторам-участникам&gt;. </a:t>
            </a:r>
            <a:endParaRPr lang="ru-RU" sz="1800" dirty="0" smtClean="0"/>
          </a:p>
          <a:p>
            <a:pPr marL="0" indent="268288">
              <a:buFont typeface="Courier New" panose="02070309020205020404" pitchFamily="49" charset="0"/>
              <a:buChar char="o"/>
            </a:pPr>
            <a:r>
              <a:rPr lang="ru-RU" sz="1800" b="1" dirty="0" smtClean="0"/>
              <a:t>Гарантии </a:t>
            </a:r>
            <a:r>
              <a:rPr lang="ru-RU" sz="1800" b="1" dirty="0"/>
              <a:t>успеха</a:t>
            </a:r>
            <a:r>
              <a:rPr lang="ru-RU" sz="1800" dirty="0"/>
              <a:t> &lt;что получат акторы-участники в случае успешного достижения цели</a:t>
            </a:r>
            <a:r>
              <a:rPr lang="ru-RU" sz="1800" dirty="0" smtClean="0"/>
              <a:t>&gt;.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02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564776" y="161365"/>
            <a:ext cx="8003689" cy="617220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74625">
              <a:buFont typeface="Courier New" panose="02070309020205020404" pitchFamily="49" charset="0"/>
              <a:buChar char="o"/>
            </a:pPr>
            <a:r>
              <a:rPr lang="ru-RU" sz="1800" b="1" dirty="0" smtClean="0"/>
              <a:t>Триггер</a:t>
            </a:r>
            <a:r>
              <a:rPr lang="ru-RU" sz="1800" dirty="0" smtClean="0"/>
              <a:t> </a:t>
            </a:r>
            <a:r>
              <a:rPr lang="ru-RU" sz="1800" dirty="0"/>
              <a:t>&lt;то, что "запускает" вариант использования, обычно - событие во времени&gt;.</a:t>
            </a:r>
          </a:p>
          <a:p>
            <a:pPr marL="0" indent="174625">
              <a:buFont typeface="Courier New" panose="02070309020205020404" pitchFamily="49" charset="0"/>
              <a:buChar char="o"/>
            </a:pPr>
            <a:r>
              <a:rPr lang="ru-RU" sz="1800" b="1" dirty="0"/>
              <a:t>Основной сценарий</a:t>
            </a:r>
            <a:r>
              <a:rPr lang="ru-RU" sz="1800" dirty="0"/>
              <a:t> &lt;здесь перечисляются шаги основного сценария, начиная от триггера и вплоть до достижения гарантии успеха&gt;.</a:t>
            </a:r>
          </a:p>
          <a:p>
            <a:pPr marL="0" lvl="1" indent="174625"/>
            <a:r>
              <a:rPr lang="ru-RU" sz="1600" dirty="0"/>
              <a:t>Формат описания: &lt;Номер шага&gt; &lt;Описание действия&gt;</a:t>
            </a:r>
          </a:p>
          <a:p>
            <a:pPr marL="0" indent="174625">
              <a:buFont typeface="Courier New" panose="02070309020205020404" pitchFamily="49" charset="0"/>
              <a:buChar char="o"/>
            </a:pPr>
            <a:r>
              <a:rPr lang="ru-RU" sz="1800" b="1" dirty="0"/>
              <a:t>Расширения</a:t>
            </a:r>
            <a:r>
              <a:rPr lang="ru-RU" sz="1800" dirty="0"/>
              <a:t> &lt;здесь последовательно описываются все альтернативные сценарии&gt;. Каждая из альтернатив привязана к шагу основного сценария.</a:t>
            </a:r>
          </a:p>
          <a:p>
            <a:pPr marL="0" lvl="1" indent="174625"/>
            <a:r>
              <a:rPr lang="ru-RU" sz="1600" dirty="0"/>
              <a:t>Формат описания: &lt;Номер </a:t>
            </a:r>
            <a:r>
              <a:rPr lang="ru-RU" sz="1600" dirty="0" err="1"/>
              <a:t>шага.Номер</a:t>
            </a:r>
            <a:r>
              <a:rPr lang="ru-RU" sz="1600" dirty="0"/>
              <a:t> расширения&gt; &lt;Условие&gt;:&lt;Действие или ссылка на подчиненный вариант использования&gt;.</a:t>
            </a:r>
          </a:p>
          <a:p>
            <a:pPr marL="0" indent="174625"/>
            <a:r>
              <a:rPr lang="ru-RU" sz="1800" dirty="0" smtClean="0"/>
              <a:t>В </a:t>
            </a:r>
            <a:r>
              <a:rPr lang="ru-RU" sz="1800" dirty="0"/>
              <a:t>случае, если </a:t>
            </a:r>
            <a:r>
              <a:rPr lang="ru-RU" sz="1800" b="1" dirty="0"/>
              <a:t>альтернативный</a:t>
            </a:r>
            <a:r>
              <a:rPr lang="ru-RU" sz="1800" dirty="0"/>
              <a:t> </a:t>
            </a:r>
            <a:r>
              <a:rPr lang="ru-RU" sz="1800" b="1" dirty="0"/>
              <a:t>сценарий</a:t>
            </a:r>
            <a:r>
              <a:rPr lang="ru-RU" sz="1800" dirty="0"/>
              <a:t> не удается описать одной строкой - применяется следующий формат.</a:t>
            </a:r>
          </a:p>
          <a:p>
            <a:pPr marL="0" indent="174625"/>
            <a:r>
              <a:rPr lang="ru-RU" sz="1800" dirty="0"/>
              <a:t>Начиная со строки, следующей после описания расширения, идет описание его действий в формате основного сценария:</a:t>
            </a:r>
          </a:p>
          <a:p>
            <a:pPr marL="0" lvl="1" indent="174625"/>
            <a:r>
              <a:rPr lang="ru-RU" sz="1600" dirty="0"/>
              <a:t>&lt;Номер </a:t>
            </a:r>
            <a:r>
              <a:rPr lang="ru-RU" sz="1600" dirty="0" err="1"/>
              <a:t>шага.Номер</a:t>
            </a:r>
            <a:r>
              <a:rPr lang="ru-RU" sz="1600" dirty="0"/>
              <a:t> </a:t>
            </a:r>
            <a:r>
              <a:rPr lang="ru-RU" sz="1600" dirty="0" err="1"/>
              <a:t>расширения.Номер</a:t>
            </a:r>
            <a:r>
              <a:rPr lang="ru-RU" sz="1600" dirty="0"/>
              <a:t> шага расширения&gt; &lt;Действие&gt;</a:t>
            </a:r>
          </a:p>
          <a:p>
            <a:pPr marL="0" indent="174625">
              <a:buFont typeface="Courier New" panose="02070309020205020404" pitchFamily="49" charset="0"/>
              <a:buChar char="o"/>
            </a:pPr>
            <a:r>
              <a:rPr lang="ru-RU" sz="1800" b="1" dirty="0" smtClean="0"/>
              <a:t>Список </a:t>
            </a:r>
            <a:r>
              <a:rPr lang="ru-RU" sz="1800" b="1" dirty="0"/>
              <a:t>изменений в технологии и данных</a:t>
            </a:r>
            <a:r>
              <a:rPr lang="ru-RU" sz="1800" dirty="0"/>
              <a:t> &lt;что гарантируется акторам-участникам&gt;. Например - в случае неудавшейся транзакции все данные, имевшиеся в системе до ее начала, сохраняются неизменными.</a:t>
            </a:r>
          </a:p>
          <a:p>
            <a:pPr marL="0" indent="174625">
              <a:buFont typeface="Courier New" panose="02070309020205020404" pitchFamily="49" charset="0"/>
              <a:buChar char="o"/>
            </a:pPr>
            <a:r>
              <a:rPr lang="ru-RU" sz="1800" b="1" dirty="0"/>
              <a:t>Вспомогательная информация</a:t>
            </a:r>
            <a:r>
              <a:rPr lang="ru-RU" sz="1800" dirty="0"/>
              <a:t> &lt;дополнительная информация, полезная при описании варианта использования&gt;.</a:t>
            </a:r>
          </a:p>
          <a:p>
            <a:endParaRPr lang="ru-RU" sz="1400" dirty="0"/>
          </a:p>
          <a:p>
            <a:endParaRPr lang="ru-RU" sz="1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3356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19467"/>
          </a:xfrm>
        </p:spPr>
        <p:txBody>
          <a:bodyPr>
            <a:normAutofit/>
          </a:bodyPr>
          <a:lstStyle/>
          <a:p>
            <a:r>
              <a:rPr lang="ru-RU" sz="3600" b="1" i="1" dirty="0"/>
              <a:t>Табличные представления варианта </a:t>
            </a:r>
            <a:r>
              <a:rPr lang="ru-RU" sz="3600" b="1" i="1" dirty="0" smtClean="0"/>
              <a:t>использования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089456"/>
              </p:ext>
            </p:extLst>
          </p:nvPr>
        </p:nvGraphicFramePr>
        <p:xfrm>
          <a:off x="822960" y="1947314"/>
          <a:ext cx="7543800" cy="18818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1228"/>
                <a:gridCol w="5112572"/>
              </a:tblGrid>
              <a:tr h="0">
                <a:tc gridSpan="2"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 smtClean="0">
                          <a:effectLst/>
                        </a:rPr>
                        <a:t>Таблица </a:t>
                      </a:r>
                      <a:r>
                        <a:rPr lang="ru-RU" sz="1600" b="1" dirty="0">
                          <a:effectLst/>
                        </a:rPr>
                        <a:t>в 2 колонки: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Актор</a:t>
                      </a:r>
                      <a:endParaRPr lang="ru-RU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Действие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Пользователь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Формирует запрос на поиск заказов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Система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Отображает список заказов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Пользователь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Выбирает требуемый заказ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Система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Показывает подробную информацию по заказу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37652"/>
              </p:ext>
            </p:extLst>
          </p:nvPr>
        </p:nvGraphicFramePr>
        <p:xfrm>
          <a:off x="822325" y="4239455"/>
          <a:ext cx="7543800" cy="15156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1287"/>
                <a:gridCol w="3186953"/>
                <a:gridCol w="3175560"/>
              </a:tblGrid>
              <a:tr h="0">
                <a:tc gridSpan="3"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 smtClean="0">
                          <a:effectLst/>
                        </a:rPr>
                        <a:t>Таблица </a:t>
                      </a:r>
                      <a:r>
                        <a:rPr lang="ru-RU" sz="1600" b="1" dirty="0">
                          <a:effectLst/>
                        </a:rPr>
                        <a:t>в 3 колонки: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№ шага</a:t>
                      </a:r>
                      <a:endParaRPr lang="ru-RU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</a:rPr>
                        <a:t>Пользователь</a:t>
                      </a:r>
                      <a:endParaRPr lang="ru-RU" sz="1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</a:rPr>
                        <a:t>Система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Делает запрос на поиск заказов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Отображает список заказов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Выбирает требуемый заказ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Показывает подробную информацию по заказу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69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1931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564776" y="591671"/>
            <a:ext cx="8003689" cy="4948517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i="1" dirty="0"/>
              <a:t>Шаблон варианта использования </a:t>
            </a:r>
            <a:r>
              <a:rPr lang="ru-RU" sz="3200" b="1" i="1" dirty="0" smtClean="0"/>
              <a:t>RUP</a:t>
            </a:r>
          </a:p>
          <a:p>
            <a:endParaRPr lang="ru-RU" sz="3200" b="1" i="1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 smtClean="0"/>
              <a:t>Наименования </a:t>
            </a:r>
            <a:r>
              <a:rPr lang="ru-RU" sz="2400" b="1" dirty="0"/>
              <a:t>и краткое описание</a:t>
            </a:r>
            <a:r>
              <a:rPr lang="ru-RU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/>
              <a:t>Поток событий</a:t>
            </a:r>
            <a:endParaRPr lang="ru-RU" sz="2400" dirty="0"/>
          </a:p>
          <a:p>
            <a:pPr marL="635508" lvl="1" indent="-342900">
              <a:buFont typeface="+mj-lt"/>
              <a:buAutoNum type="arabicPeriod"/>
            </a:pPr>
            <a:r>
              <a:rPr lang="ru-RU" sz="2000" b="1" dirty="0" smtClean="0"/>
              <a:t>Основной </a:t>
            </a:r>
            <a:r>
              <a:rPr lang="ru-RU" sz="2000" b="1" dirty="0"/>
              <a:t>поток событий</a:t>
            </a:r>
            <a:endParaRPr lang="ru-RU" sz="2000" dirty="0"/>
          </a:p>
          <a:p>
            <a:pPr marL="635508" lvl="1" indent="-342900">
              <a:buFont typeface="+mj-lt"/>
              <a:buAutoNum type="arabicPeriod"/>
            </a:pPr>
            <a:r>
              <a:rPr lang="ru-RU" sz="2000" b="1" dirty="0" smtClean="0"/>
              <a:t>Альтернативные </a:t>
            </a:r>
            <a:r>
              <a:rPr lang="ru-RU" sz="2000" b="1" dirty="0"/>
              <a:t>потоки событий</a:t>
            </a:r>
            <a:endParaRPr lang="ru-RU" sz="20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 smtClean="0"/>
              <a:t>Специальные </a:t>
            </a:r>
            <a:r>
              <a:rPr lang="ru-RU" sz="2400" b="1" dirty="0"/>
              <a:t>требования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 smtClean="0"/>
              <a:t>Предусловия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 smtClean="0"/>
              <a:t>Постусловия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b="1" dirty="0" smtClean="0"/>
              <a:t>Точки расширения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6004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943614572"/>
              </p:ext>
            </p:extLst>
          </p:nvPr>
        </p:nvGraphicFramePr>
        <p:xfrm>
          <a:off x="551329" y="941294"/>
          <a:ext cx="8041342" cy="4975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4550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036033550"/>
              </p:ext>
            </p:extLst>
          </p:nvPr>
        </p:nvGraphicFramePr>
        <p:xfrm>
          <a:off x="806824" y="726141"/>
          <a:ext cx="7530352" cy="5405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4605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/>
          <p:cNvSpPr txBox="1">
            <a:spLocks/>
          </p:cNvSpPr>
          <p:nvPr/>
        </p:nvSpPr>
        <p:spPr>
          <a:xfrm>
            <a:off x="564776" y="591671"/>
            <a:ext cx="8003689" cy="559397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Спецификация нефункциональных </a:t>
            </a:r>
            <a:r>
              <a:rPr lang="ru-RU" sz="2400" b="1" dirty="0" smtClean="0"/>
              <a:t>требований</a:t>
            </a:r>
          </a:p>
          <a:p>
            <a:r>
              <a:rPr lang="ru-RU" i="1" dirty="0"/>
              <a:t>Описание нефункциональных требований обычно осуществляется в форме, </a:t>
            </a:r>
            <a:r>
              <a:rPr lang="ru-RU" i="1" dirty="0" smtClean="0"/>
              <a:t>близкой к свободному формату описания варианта использования.</a:t>
            </a:r>
          </a:p>
          <a:p>
            <a:endParaRPr lang="ru-RU" i="1" dirty="0" smtClean="0"/>
          </a:p>
          <a:p>
            <a:r>
              <a:rPr lang="ru-RU" sz="2400" b="1" dirty="0"/>
              <a:t>Атрибуты </a:t>
            </a:r>
            <a:r>
              <a:rPr lang="ru-RU" sz="2400" b="1" dirty="0" smtClean="0"/>
              <a:t>требований</a:t>
            </a:r>
          </a:p>
          <a:p>
            <a:r>
              <a:rPr lang="ru-RU" dirty="0"/>
              <a:t>Артефакт "Атрибуты требований", предлагаемый RUP, представляет собой </a:t>
            </a:r>
            <a:r>
              <a:rPr lang="ru-RU" dirty="0" err="1"/>
              <a:t>репозиторий</a:t>
            </a:r>
            <a:r>
              <a:rPr lang="ru-RU" dirty="0"/>
              <a:t> текстов требований, их атрибутов и </a:t>
            </a:r>
            <a:r>
              <a:rPr lang="ru-RU" dirty="0" err="1"/>
              <a:t>трассируемости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Атрибуты </a:t>
            </a:r>
            <a:r>
              <a:rPr lang="ru-RU" dirty="0"/>
              <a:t>требований представлены матрицей атрибутов требований, где для каждого типа требований перечисляются требования по одной оси и атрибуты требований этого типа по другой. </a:t>
            </a:r>
          </a:p>
          <a:p>
            <a:r>
              <a:rPr lang="ru-RU" dirty="0" err="1"/>
              <a:t>Трассируемость</a:t>
            </a:r>
            <a:r>
              <a:rPr lang="ru-RU" dirty="0"/>
              <a:t> описывается в виде дерева, показывающего в графическом виде входящие и (или) исходящие связи </a:t>
            </a:r>
            <a:r>
              <a:rPr lang="ru-RU" dirty="0" err="1"/>
              <a:t>трассируемости</a:t>
            </a:r>
            <a:r>
              <a:rPr lang="ru-RU" dirty="0"/>
              <a:t>.</a:t>
            </a:r>
            <a:endParaRPr lang="ru-RU" i="1" dirty="0" smtClean="0"/>
          </a:p>
          <a:p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2961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Расширенный анализ требований. Моделирование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6860" y="1845734"/>
            <a:ext cx="8356000" cy="444749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Какие модели </a:t>
            </a:r>
            <a:r>
              <a:rPr lang="ru-RU" dirty="0" smtClean="0"/>
              <a:t>использовать</a:t>
            </a:r>
            <a:r>
              <a:rPr lang="en-US" dirty="0" smtClean="0"/>
              <a:t> </a:t>
            </a:r>
            <a:r>
              <a:rPr lang="ru-RU" dirty="0" smtClean="0"/>
              <a:t>необходимо использовать</a:t>
            </a:r>
            <a:r>
              <a:rPr lang="en-US" dirty="0" smtClean="0"/>
              <a:t>?</a:t>
            </a:r>
            <a:endParaRPr lang="ru-RU" dirty="0" smtClean="0"/>
          </a:p>
          <a:p>
            <a:endParaRPr lang="ru-RU" dirty="0"/>
          </a:p>
          <a:p>
            <a:r>
              <a:rPr lang="ru-RU" b="1" dirty="0"/>
              <a:t>Чтобы облегчить процесс формулировки и понимания требований для Заказчика, существует ряд </a:t>
            </a:r>
            <a:r>
              <a:rPr lang="ru-RU" b="1" dirty="0" smtClean="0"/>
              <a:t>приемов:</a:t>
            </a:r>
          </a:p>
          <a:p>
            <a:pPr marL="0" indent="174625">
              <a:buFont typeface="Wingdings" panose="05000000000000000000" pitchFamily="2" charset="2"/>
              <a:buChar char="Ø"/>
            </a:pPr>
            <a:r>
              <a:rPr lang="ru-RU" dirty="0" smtClean="0"/>
              <a:t>Требования </a:t>
            </a:r>
            <a:r>
              <a:rPr lang="ru-RU" dirty="0"/>
              <a:t>можно формулировать на разных уровнях </a:t>
            </a:r>
            <a:r>
              <a:rPr lang="ru-RU" dirty="0" smtClean="0"/>
              <a:t>абстракции</a:t>
            </a:r>
          </a:p>
          <a:p>
            <a:pPr marL="0" indent="174625">
              <a:buFont typeface="Wingdings" panose="05000000000000000000" pitchFamily="2" charset="2"/>
              <a:buChar char="Ø"/>
            </a:pPr>
            <a:r>
              <a:rPr lang="ru-RU" dirty="0" smtClean="0"/>
              <a:t>Возможно применение </a:t>
            </a:r>
            <a:r>
              <a:rPr lang="ru-RU" dirty="0"/>
              <a:t>визуальных средств описания </a:t>
            </a:r>
            <a:r>
              <a:rPr lang="ru-RU" dirty="0" smtClean="0"/>
              <a:t>требований</a:t>
            </a:r>
          </a:p>
          <a:p>
            <a:pPr marL="0" indent="174625">
              <a:buFont typeface="Wingdings" panose="05000000000000000000" pitchFamily="2" charset="2"/>
              <a:buChar char="Ø"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Практические рекомендации </a:t>
            </a:r>
            <a:r>
              <a:rPr lang="ru-RU" dirty="0" smtClean="0"/>
              <a:t>определения целесообразности </a:t>
            </a:r>
            <a:r>
              <a:rPr lang="ru-RU" dirty="0"/>
              <a:t>использования тех или иных приемов, методик, языков моделирования при анализе </a:t>
            </a:r>
            <a:r>
              <a:rPr lang="ru-RU" dirty="0" smtClean="0"/>
              <a:t>требований: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анализ </a:t>
            </a:r>
            <a:r>
              <a:rPr lang="ru-RU" dirty="0"/>
              <a:t>требований призван изучать взаимодействия автоматизированной информационной системы и ее среды, т.е. пользователей, сетевых и системных компонент, находящихся вне </a:t>
            </a:r>
            <a:r>
              <a:rPr lang="ru-RU" dirty="0" smtClean="0"/>
              <a:t>системы;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анализ </a:t>
            </a:r>
            <a:r>
              <a:rPr lang="ru-RU" dirty="0"/>
              <a:t>требований должен находить ответ на то, ЧТО делает система, абстрагируясь от деталей реализации, т.е. того, КАК она это </a:t>
            </a:r>
            <a:r>
              <a:rPr lang="ru-RU" dirty="0" smtClean="0"/>
              <a:t>делает;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моделирования анализа требований следует применять модели, наиболее адекватно проясняющие функциональность системы и особенности ее </a:t>
            </a:r>
            <a:r>
              <a:rPr lang="ru-RU" dirty="0" smtClean="0"/>
              <a:t>использования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807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Модели UML, поясняющие функциональность системы</a:t>
            </a:r>
            <a:br>
              <a:rPr lang="ru-RU" sz="3600" b="1" dirty="0"/>
            </a:br>
            <a:r>
              <a:rPr lang="ru-RU" sz="3600" dirty="0"/>
              <a:t>Диаграмма вариантов использования</a:t>
            </a:r>
          </a:p>
        </p:txBody>
      </p:sp>
      <p:pic>
        <p:nvPicPr>
          <p:cNvPr id="7" name="Объект 6" descr="http://www.intuit.ru/EDI/09_08_16_3/1470694802-23461/tutorial/279/objects/9/files/9-1.gif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2" y="2005292"/>
            <a:ext cx="3751637" cy="142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http://www.intuit.ru/EDI/09_08_16_3/1470694802-23461/tutorial/279/objects/9/files/9-2.gif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635" y="2005292"/>
            <a:ext cx="4618729" cy="136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http://www.intuit.ru/EDI/09_08_16_3/1470694802-23461/tutorial/279/objects/9/files/9-4.gif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2" y="4436090"/>
            <a:ext cx="3359075" cy="115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http://www.intuit.ru/EDI/09_08_16_3/1470694802-23461/tutorial/279/objects/9/files/9-3.gif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635" y="4151116"/>
            <a:ext cx="4385552" cy="14141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507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ru-RU" dirty="0"/>
              <a:t>Диаграмма действий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" y="1845734"/>
            <a:ext cx="3654911" cy="4023360"/>
          </a:xfrm>
        </p:spPr>
        <p:txBody>
          <a:bodyPr/>
          <a:lstStyle/>
          <a:p>
            <a:r>
              <a:rPr lang="ru-RU" b="1" dirty="0"/>
              <a:t>Основные компоненты описания системы: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Функции (действия),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Символы "старт" и "стоп",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Потоки управления,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Разветвители,</a:t>
            </a:r>
          </a:p>
          <a:p>
            <a:pPr marL="90488" indent="273050">
              <a:buFont typeface="Wingdings" panose="05000000000000000000" pitchFamily="2" charset="2"/>
              <a:buChar char="q"/>
            </a:pPr>
            <a:r>
              <a:rPr lang="ru-RU" dirty="0"/>
              <a:t>Линейки синхронизации</a:t>
            </a:r>
          </a:p>
        </p:txBody>
      </p:sp>
      <p:pic>
        <p:nvPicPr>
          <p:cNvPr id="4" name="Рисунок 3" descr="http://www.intuit.ru/EDI/09_08_16_3/1470694802-23461/tutorial/279/objects/9/files/9-5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97" y="1845734"/>
            <a:ext cx="3083560" cy="4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594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8102"/>
          </a:xfrm>
        </p:spPr>
        <p:txBody>
          <a:bodyPr/>
          <a:lstStyle/>
          <a:p>
            <a:r>
              <a:rPr lang="ru-RU" b="1" i="1" dirty="0"/>
              <a:t>Диаграмма </a:t>
            </a:r>
            <a:r>
              <a:rPr lang="ru-RU" b="1" i="1" dirty="0" smtClean="0"/>
              <a:t>состояний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3010356"/>
          </a:xfrm>
        </p:spPr>
        <p:txBody>
          <a:bodyPr/>
          <a:lstStyle/>
          <a:p>
            <a:r>
              <a:rPr lang="ru-RU" b="1" dirty="0"/>
              <a:t>Основные компоненты описания системы</a:t>
            </a:r>
            <a:r>
              <a:rPr lang="ru-RU" dirty="0"/>
              <a:t>: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Простые состояния,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Составные состояния,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Символы "старт" и "стоп",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Переходы,</a:t>
            </a:r>
          </a:p>
          <a:p>
            <a:pPr marL="0" lvl="0" indent="363538">
              <a:buFont typeface="Wingdings" panose="05000000000000000000" pitchFamily="2" charset="2"/>
              <a:buChar char="q"/>
            </a:pPr>
            <a:r>
              <a:rPr lang="ru-RU" dirty="0"/>
              <a:t>Линейки синхронизации.</a:t>
            </a:r>
          </a:p>
          <a:p>
            <a:endParaRPr lang="ru-RU" dirty="0"/>
          </a:p>
        </p:txBody>
      </p:sp>
      <p:pic>
        <p:nvPicPr>
          <p:cNvPr id="5" name="Объект 4" descr="http://www.intuit.ru/EDI/09_08_16_3/1470694802-23461/tutorial/279/objects/9/files/9-6.gif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685" y="1846263"/>
            <a:ext cx="3807457" cy="443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253554" y="5160129"/>
            <a:ext cx="4950457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Полный синтаксис описания перехода (надписи на стрелке) следующий: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5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Событие [сторожевое условие] / выражение действия</a:t>
            </a:r>
            <a:endParaRPr lang="ru-RU" sz="1500" b="1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027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24" y="0"/>
            <a:ext cx="6257925" cy="632460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377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65" y="307321"/>
            <a:ext cx="4606458" cy="31211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65" y="3590364"/>
            <a:ext cx="4429125" cy="273370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22" y="307321"/>
            <a:ext cx="3792071" cy="5891773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79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9746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Диаграммы UML, поясняющие внутреннее устройство </a:t>
            </a:r>
            <a:r>
              <a:rPr lang="ru-RU" b="1" dirty="0" smtClean="0"/>
              <a:t>системы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4000" dirty="0"/>
              <a:t>Диаграмма классов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0154" y="1845733"/>
            <a:ext cx="8049412" cy="4487831"/>
          </a:xfrm>
        </p:spPr>
        <p:txBody>
          <a:bodyPr>
            <a:normAutofit/>
          </a:bodyPr>
          <a:lstStyle/>
          <a:p>
            <a:r>
              <a:rPr lang="ru-RU" dirty="0"/>
              <a:t>Для создания диаграммы классов </a:t>
            </a:r>
            <a:r>
              <a:rPr lang="ru-RU" b="1" dirty="0"/>
              <a:t>необходимо</a:t>
            </a:r>
            <a:r>
              <a:rPr lang="ru-RU" dirty="0"/>
              <a:t>: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Осуществить поиск классов (ключевых компонент проблемной области).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Для каждого найденного класса определить его имя, основные атрибуты, операции и (или) ответственности.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r>
              <a:rPr lang="ru-RU" dirty="0"/>
              <a:t>Исследовать отношения найденных классов</a:t>
            </a:r>
            <a:r>
              <a:rPr lang="ru-RU" dirty="0" smtClean="0"/>
              <a:t>.</a:t>
            </a:r>
          </a:p>
          <a:p>
            <a:pPr marL="90488" lvl="0" indent="273050">
              <a:buFont typeface="Wingdings" panose="05000000000000000000" pitchFamily="2" charset="2"/>
              <a:buChar char="q"/>
            </a:pPr>
            <a:endParaRPr lang="ru-RU" sz="1000" dirty="0"/>
          </a:p>
          <a:p>
            <a:r>
              <a:rPr lang="ru-RU" dirty="0"/>
              <a:t>Принято </a:t>
            </a:r>
            <a:r>
              <a:rPr lang="ru-RU" b="1" dirty="0" smtClean="0"/>
              <a:t>выделять </a:t>
            </a:r>
            <a:r>
              <a:rPr lang="ru-RU" b="1" dirty="0"/>
              <a:t>3 уровня абстракции классов</a:t>
            </a:r>
            <a:r>
              <a:rPr lang="ru-RU" dirty="0"/>
              <a:t>: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концептуальный уровень,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уровень спецификации,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u-RU" dirty="0"/>
              <a:t>уровень реализации.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30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://www.intuit.ru/EDI/09_08_16_3/1470694802-23461/tutorial/279/objects/9/files/9-7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65" y="793375"/>
            <a:ext cx="7476566" cy="33617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847165" y="4437094"/>
            <a:ext cx="7476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Диаграмма классов показывает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статическую структуру проблемной области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54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Альтернативные языки моделирования</a:t>
            </a:r>
            <a:br>
              <a:rPr lang="ru-RU" b="1" dirty="0"/>
            </a:br>
            <a:r>
              <a:rPr lang="ru-RU" sz="4000" dirty="0"/>
              <a:t>Диаграмма потоков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2299446"/>
            <a:ext cx="7543801" cy="3569647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</a:t>
            </a:r>
            <a:r>
              <a:rPr lang="ru-RU" sz="2800" b="1" dirty="0" err="1" smtClean="0"/>
              <a:t>ata</a:t>
            </a:r>
            <a:r>
              <a:rPr lang="ru-RU" sz="2800" b="1" dirty="0" smtClean="0"/>
              <a:t> </a:t>
            </a:r>
            <a:r>
              <a:rPr lang="en-US" sz="2800" b="1" dirty="0" smtClean="0"/>
              <a:t>F</a:t>
            </a:r>
            <a:r>
              <a:rPr lang="ru-RU" sz="2800" b="1" dirty="0" err="1" smtClean="0"/>
              <a:t>low</a:t>
            </a:r>
            <a:r>
              <a:rPr lang="ru-RU" sz="2800" b="1" dirty="0" smtClean="0"/>
              <a:t> </a:t>
            </a:r>
            <a:r>
              <a:rPr lang="en-US" sz="2800" b="1" dirty="0" smtClean="0"/>
              <a:t>D</a:t>
            </a:r>
            <a:r>
              <a:rPr lang="ru-RU" sz="2800" b="1" dirty="0" err="1" smtClean="0"/>
              <a:t>iagram</a:t>
            </a:r>
            <a:r>
              <a:rPr lang="ru-RU" sz="2800" b="1" dirty="0"/>
              <a:t>, DFD </a:t>
            </a:r>
            <a:r>
              <a:rPr lang="ru-RU" sz="2800" dirty="0"/>
              <a:t>- Методология графического структурного анализа,  описывающая взаимосвязи функций системы с потоками и хранилищами данных, а также с внешними по отношению к системе источниками, к которым осуществляется доступ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789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://www.intuit.ru/EDI/09_08_16_3/1470694802-23461/tutorial/279/objects/9/files/9-8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42" y="1185137"/>
            <a:ext cx="4572000" cy="39046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Прямоугольник 4"/>
          <p:cNvSpPr/>
          <p:nvPr/>
        </p:nvSpPr>
        <p:spPr>
          <a:xfrm>
            <a:off x="268941" y="26180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ля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описания диаграмм DFD используются две нотации -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Йодана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Yourdon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Гейна-Сарсона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Gane-Sarson</a:t>
            </a:r>
            <a:r>
              <a:rPr lang="ru-RU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31293" y="5089824"/>
            <a:ext cx="2497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нотация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Гейна-Сарсона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" t="5687" r="4691" b="23137"/>
          <a:stretch/>
        </p:blipFill>
        <p:spPr>
          <a:xfrm>
            <a:off x="4883486" y="887155"/>
            <a:ext cx="4152938" cy="4881283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0673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7576"/>
            <a:ext cx="6024282" cy="274908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615145" y="2871409"/>
            <a:ext cx="19943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/>
              <a:t>нотация </a:t>
            </a:r>
            <a:r>
              <a:rPr lang="ru-RU" sz="1400" b="1" dirty="0" err="1"/>
              <a:t>Гейна-Сарсона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165" y="3594045"/>
            <a:ext cx="5244352" cy="23717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420348" y="5965770"/>
            <a:ext cx="2383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/>
              <a:t>нотация </a:t>
            </a:r>
            <a:r>
              <a:rPr lang="ru-RU" sz="1400" b="1" dirty="0" err="1"/>
              <a:t>Йордона</a:t>
            </a:r>
            <a:r>
              <a:rPr lang="ru-RU" sz="1400" b="1" dirty="0"/>
              <a:t>-Де Марко</a:t>
            </a:r>
            <a:endParaRPr lang="ru-RU" sz="1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6995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98443"/>
          </a:xfrm>
        </p:spPr>
        <p:txBody>
          <a:bodyPr/>
          <a:lstStyle/>
          <a:p>
            <a:r>
              <a:rPr lang="ru-RU" b="1" i="1" dirty="0"/>
              <a:t>Другие виды </a:t>
            </a:r>
            <a:r>
              <a:rPr lang="ru-RU" b="1" i="1" dirty="0" smtClean="0"/>
              <a:t>моделей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EPC </a:t>
            </a:r>
            <a:r>
              <a:rPr lang="ru-RU" dirty="0" err="1"/>
              <a:t>Event-Driven</a:t>
            </a:r>
            <a:r>
              <a:rPr lang="ru-RU" dirty="0"/>
              <a:t> </a:t>
            </a:r>
            <a:r>
              <a:rPr lang="ru-RU" dirty="0" err="1"/>
              <a:t>Process</a:t>
            </a:r>
            <a:r>
              <a:rPr lang="ru-RU" dirty="0"/>
              <a:t> </a:t>
            </a:r>
            <a:r>
              <a:rPr lang="ru-RU" dirty="0" err="1"/>
              <a:t>Chain</a:t>
            </a:r>
            <a:r>
              <a:rPr lang="ru-RU" dirty="0"/>
              <a:t> - цепочка функций, направляемая событиями, Событийная цепочка процессов  </a:t>
            </a:r>
            <a:r>
              <a:rPr lang="ru-RU" dirty="0" smtClean="0"/>
              <a:t>(</a:t>
            </a:r>
            <a:r>
              <a:rPr lang="en-US" dirty="0" smtClean="0"/>
              <a:t>ARIS)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" y="2487706"/>
            <a:ext cx="8498542" cy="3641125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127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 t="2744" r="1745" b="589"/>
          <a:stretch/>
        </p:blipFill>
        <p:spPr>
          <a:xfrm>
            <a:off x="1411939" y="0"/>
            <a:ext cx="6642847" cy="6736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4146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4"/>
          <p:cNvSpPr txBox="1">
            <a:spLocks/>
          </p:cNvSpPr>
          <p:nvPr/>
        </p:nvSpPr>
        <p:spPr>
          <a:xfrm>
            <a:off x="150607" y="366557"/>
            <a:ext cx="8603428" cy="533555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smtClean="0"/>
              <a:t>Деревья решений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70" y="900112"/>
            <a:ext cx="7486372" cy="529398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6738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86" y="1129554"/>
            <a:ext cx="7699440" cy="4652682"/>
          </a:xfrm>
          <a:prstGeom prst="rect">
            <a:avLst/>
          </a:prstGeom>
        </p:spPr>
      </p:pic>
      <p:sp>
        <p:nvSpPr>
          <p:cNvPr id="3" name="Объект 4"/>
          <p:cNvSpPr txBox="1">
            <a:spLocks/>
          </p:cNvSpPr>
          <p:nvPr/>
        </p:nvSpPr>
        <p:spPr>
          <a:xfrm>
            <a:off x="150607" y="366557"/>
            <a:ext cx="8603428" cy="533555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smtClean="0"/>
              <a:t>Сущность-связь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0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" t="6788" r="8198" b="11821"/>
          <a:stretch/>
        </p:blipFill>
        <p:spPr>
          <a:xfrm>
            <a:off x="1008529" y="954740"/>
            <a:ext cx="7624482" cy="5298141"/>
          </a:xfrm>
          <a:prstGeom prst="rect">
            <a:avLst/>
          </a:prstGeom>
        </p:spPr>
      </p:pic>
      <p:sp>
        <p:nvSpPr>
          <p:cNvPr id="3" name="Объект 4"/>
          <p:cNvSpPr txBox="1">
            <a:spLocks/>
          </p:cNvSpPr>
          <p:nvPr/>
        </p:nvSpPr>
        <p:spPr>
          <a:xfrm>
            <a:off x="270285" y="178298"/>
            <a:ext cx="8603428" cy="48060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/>
              <a:t>SADT </a:t>
            </a:r>
            <a:r>
              <a:rPr lang="ru-RU" b="1" dirty="0" smtClean="0"/>
              <a:t>(</a:t>
            </a:r>
            <a:r>
              <a:rPr lang="ru-RU" b="1" dirty="0" err="1" smtClean="0"/>
              <a:t>structured</a:t>
            </a:r>
            <a:r>
              <a:rPr lang="ru-RU" b="1" dirty="0" smtClean="0"/>
              <a:t> </a:t>
            </a:r>
            <a:r>
              <a:rPr lang="ru-RU" b="1" dirty="0" err="1"/>
              <a:t>analysis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design</a:t>
            </a:r>
            <a:r>
              <a:rPr lang="ru-RU" b="1" dirty="0"/>
              <a:t> </a:t>
            </a:r>
            <a:r>
              <a:rPr lang="ru-RU" b="1" dirty="0" err="1"/>
              <a:t>technique</a:t>
            </a:r>
            <a:r>
              <a:rPr lang="ru-RU" b="1" dirty="0"/>
              <a:t>) — методология структурного анализа и проектирования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89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0163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dirty="0"/>
              <a:t>Расширенный анализ требований. Иллюстрированные сценарии и прототипы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1767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52231"/>
          </a:xfrm>
        </p:spPr>
        <p:txBody>
          <a:bodyPr/>
          <a:lstStyle/>
          <a:p>
            <a:r>
              <a:rPr lang="ru-RU" dirty="0"/>
              <a:t>Цели </a:t>
            </a:r>
            <a:r>
              <a:rPr lang="ru-RU" dirty="0" err="1"/>
              <a:t>прототипирования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2959" y="2191870"/>
            <a:ext cx="7543801" cy="3677223"/>
          </a:xfrm>
        </p:spPr>
        <p:txBody>
          <a:bodyPr/>
          <a:lstStyle/>
          <a:p>
            <a:r>
              <a:rPr lang="ru-RU" dirty="0" smtClean="0"/>
              <a:t>Основные </a:t>
            </a:r>
            <a:r>
              <a:rPr lang="ru-RU" dirty="0"/>
              <a:t>цели, требующие применения </a:t>
            </a:r>
            <a:r>
              <a:rPr lang="ru-RU" dirty="0" smtClean="0"/>
              <a:t>прототипов:</a:t>
            </a:r>
            <a:endParaRPr lang="ru-RU" dirty="0"/>
          </a:p>
          <a:p>
            <a:pPr marL="90488" lvl="0" indent="273050">
              <a:buFont typeface="Wingdings" panose="05000000000000000000" pitchFamily="2" charset="2"/>
              <a:buChar char="§"/>
            </a:pPr>
            <a:r>
              <a:rPr lang="ru-RU" dirty="0"/>
              <a:t>прояснить неясные требования к системе;</a:t>
            </a:r>
          </a:p>
          <a:p>
            <a:pPr marL="90488" lvl="0" indent="273050">
              <a:buFont typeface="Wingdings" panose="05000000000000000000" pitchFamily="2" charset="2"/>
              <a:buChar char="§"/>
            </a:pPr>
            <a:r>
              <a:rPr lang="ru-RU" dirty="0"/>
              <a:t>выбрать одно из различных концептуальных решений;</a:t>
            </a:r>
          </a:p>
          <a:p>
            <a:pPr marL="90488" lvl="0" indent="273050">
              <a:buFont typeface="Wingdings" panose="05000000000000000000" pitchFamily="2" charset="2"/>
              <a:buChar char="§"/>
            </a:pPr>
            <a:r>
              <a:rPr lang="ru-RU" dirty="0"/>
              <a:t>проанализировать осуществимость.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8360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5494" y="206656"/>
            <a:ext cx="7543800" cy="721192"/>
          </a:xfrm>
        </p:spPr>
        <p:txBody>
          <a:bodyPr/>
          <a:lstStyle/>
          <a:p>
            <a:r>
              <a:rPr lang="ru-RU" i="1" dirty="0" smtClean="0"/>
              <a:t>Пример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55494" y="927847"/>
            <a:ext cx="8606118" cy="5405717"/>
          </a:xfrm>
        </p:spPr>
        <p:txBody>
          <a:bodyPr>
            <a:normAutofit fontScale="85000" lnSpcReduction="20000"/>
          </a:bodyPr>
          <a:lstStyle/>
          <a:p>
            <a:r>
              <a:rPr lang="ru-RU" sz="2400" i="1" dirty="0"/>
              <a:t>Снабженцу поступает входной поток требований на комплектацию заказов материалами. Разные позиции одного и того же требования могут быть закуплены у различных поставщиков. Снабженец должен сопоставить поставщика каждой позиции каждого из требований. </a:t>
            </a:r>
            <a:endParaRPr lang="ru-RU" sz="2400" i="1" dirty="0" smtClean="0"/>
          </a:p>
          <a:p>
            <a:r>
              <a:rPr lang="ru-RU" dirty="0" smtClean="0"/>
              <a:t>А</a:t>
            </a:r>
            <a:r>
              <a:rPr lang="ru-RU" dirty="0"/>
              <a:t>) Сценарий последовательной обработки требований.</a:t>
            </a:r>
          </a:p>
          <a:p>
            <a:pPr lvl="1"/>
            <a:r>
              <a:rPr lang="ru-RU" sz="1900" dirty="0"/>
              <a:t>А1. Система отображает реестр требований, имеющихся во входной очереди.</a:t>
            </a:r>
          </a:p>
          <a:p>
            <a:pPr lvl="1"/>
            <a:r>
              <a:rPr lang="ru-RU" sz="1900" dirty="0"/>
              <a:t>А2. Пользователь выбирает очередное требование.</a:t>
            </a:r>
          </a:p>
          <a:p>
            <a:pPr lvl="1"/>
            <a:r>
              <a:rPr lang="ru-RU" sz="1900" dirty="0"/>
              <a:t>А3. Система отображает перечень материалов требования и справочник поставщиков.</a:t>
            </a:r>
          </a:p>
          <a:p>
            <a:pPr lvl="1"/>
            <a:r>
              <a:rPr lang="ru-RU" sz="1900" dirty="0"/>
              <a:t>А4. Пользователь сопоставляет каждой из позиций требования поставщика из справочника поставщиков.</a:t>
            </a:r>
          </a:p>
          <a:p>
            <a:pPr lvl="1"/>
            <a:r>
              <a:rPr lang="ru-RU" sz="1900" dirty="0"/>
              <a:t>А5. Система придает требованию статус "обработано", высылает по электронной почте автору требования уведомление.</a:t>
            </a:r>
          </a:p>
          <a:p>
            <a:pPr lvl="1"/>
            <a:r>
              <a:rPr lang="ru-RU" sz="1900" dirty="0"/>
              <a:t>А6. Продолжать с шага А1, пока очередь не опустеет.</a:t>
            </a:r>
          </a:p>
          <a:p>
            <a:r>
              <a:rPr lang="ru-RU" dirty="0"/>
              <a:t>Б) Сценарий группировки по материалам.</a:t>
            </a:r>
          </a:p>
          <a:p>
            <a:pPr lvl="1"/>
            <a:r>
              <a:rPr lang="ru-RU" sz="1900" dirty="0"/>
              <a:t>Б1. Система отображает позиции всех требований и справочник поставщиков.</a:t>
            </a:r>
          </a:p>
          <a:p>
            <a:pPr lvl="1"/>
            <a:r>
              <a:rPr lang="ru-RU" sz="1900" dirty="0"/>
              <a:t>Б2. Пользователь группирует позиции по типу (так, чтобы однотипные позиции, поставляемые одним и тем же поставщиком, находились рядом).</a:t>
            </a:r>
          </a:p>
          <a:p>
            <a:pPr lvl="1"/>
            <a:r>
              <a:rPr lang="ru-RU" sz="1900" dirty="0"/>
              <a:t>Б3. Пользователь выбирает группу позиций и сопоставляет ей поставщика.</a:t>
            </a:r>
          </a:p>
          <a:p>
            <a:pPr lvl="1"/>
            <a:r>
              <a:rPr lang="ru-RU" sz="1900" dirty="0"/>
              <a:t>Б4. Система проверяет - не появились ли полностью обработанные требования. При положительном исходе проверки присваивает этим требованиям статус "обработано" и высылает по электронной почте автору требования уведомление.</a:t>
            </a:r>
          </a:p>
          <a:p>
            <a:pPr lvl="1"/>
            <a:r>
              <a:rPr lang="ru-RU" sz="1900" dirty="0"/>
              <a:t>Б5. Продолжать с шага Б1, пока очередь не опустеет.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5545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259300906"/>
              </p:ext>
            </p:extLst>
          </p:nvPr>
        </p:nvGraphicFramePr>
        <p:xfrm>
          <a:off x="403412" y="349624"/>
          <a:ext cx="8283388" cy="2958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Объект 2"/>
          <p:cNvSpPr txBox="1">
            <a:spLocks/>
          </p:cNvSpPr>
          <p:nvPr/>
        </p:nvSpPr>
        <p:spPr>
          <a:xfrm>
            <a:off x="0" y="3554039"/>
            <a:ext cx="8377518" cy="599337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096" lvl="1" indent="447675">
              <a:buFont typeface="Wingdings" panose="05000000000000000000" pitchFamily="2" charset="2"/>
              <a:buChar char="q"/>
            </a:pPr>
            <a:r>
              <a:rPr lang="ru-RU" sz="2200" b="1" dirty="0" smtClean="0"/>
              <a:t>Горизонтальный или поведенческий </a:t>
            </a:r>
            <a:r>
              <a:rPr lang="ru-RU" sz="2200" dirty="0" smtClean="0"/>
              <a:t>прототип (</a:t>
            </a:r>
            <a:r>
              <a:rPr lang="ru-RU" sz="2200" dirty="0" err="1" smtClean="0"/>
              <a:t>horizontal</a:t>
            </a:r>
            <a:r>
              <a:rPr lang="ru-RU" sz="2200" dirty="0" smtClean="0"/>
              <a:t> </a:t>
            </a:r>
            <a:r>
              <a:rPr lang="ru-RU" sz="2200" dirty="0" err="1" smtClean="0"/>
              <a:t>prototype</a:t>
            </a:r>
            <a:r>
              <a:rPr lang="ru-RU" sz="2200" dirty="0" smtClean="0"/>
              <a:t>, </a:t>
            </a:r>
            <a:r>
              <a:rPr lang="ru-RU" sz="2200" dirty="0" err="1" smtClean="0"/>
              <a:t>behavioral</a:t>
            </a:r>
            <a:r>
              <a:rPr lang="ru-RU" sz="2200" dirty="0" smtClean="0"/>
              <a:t> </a:t>
            </a:r>
            <a:r>
              <a:rPr lang="ru-RU" sz="2200" dirty="0" err="1" smtClean="0"/>
              <a:t>prototype</a:t>
            </a:r>
            <a:r>
              <a:rPr lang="ru-RU" sz="2200" dirty="0" smtClean="0"/>
              <a:t>) моделирует интерфейс пользователя приложения, не затрагивая логику обработки и базу данных.</a:t>
            </a:r>
          </a:p>
          <a:p>
            <a:pPr marL="383096" lvl="1" indent="447675">
              <a:buFont typeface="Wingdings" panose="05000000000000000000" pitchFamily="2" charset="2"/>
              <a:buChar char="q"/>
            </a:pPr>
            <a:r>
              <a:rPr lang="ru-RU" sz="2200" b="1" dirty="0" smtClean="0"/>
              <a:t>Вертикальный или структурный </a:t>
            </a:r>
            <a:r>
              <a:rPr lang="ru-RU" sz="2200" dirty="0" smtClean="0"/>
              <a:t>прототип (</a:t>
            </a:r>
            <a:r>
              <a:rPr lang="ru-RU" sz="2200" dirty="0" err="1" smtClean="0"/>
              <a:t>vertical</a:t>
            </a:r>
            <a:r>
              <a:rPr lang="ru-RU" sz="2200" dirty="0" smtClean="0"/>
              <a:t> </a:t>
            </a:r>
            <a:r>
              <a:rPr lang="ru-RU" sz="2200" dirty="0" err="1" smtClean="0"/>
              <a:t>prototype</a:t>
            </a:r>
            <a:r>
              <a:rPr lang="ru-RU" sz="2200" dirty="0" smtClean="0"/>
              <a:t>, </a:t>
            </a:r>
            <a:r>
              <a:rPr lang="ru-RU" sz="2200" dirty="0" err="1" smtClean="0"/>
              <a:t>structural</a:t>
            </a:r>
            <a:r>
              <a:rPr lang="ru-RU" sz="2200" dirty="0" smtClean="0"/>
              <a:t> </a:t>
            </a:r>
            <a:r>
              <a:rPr lang="ru-RU" sz="2200" dirty="0" err="1" smtClean="0"/>
              <a:t>prototype</a:t>
            </a:r>
            <a:r>
              <a:rPr lang="ru-RU" sz="2200" dirty="0" smtClean="0"/>
              <a:t>) не ограничивается интерфейсом пользователя. Он реализует вертикальный "срез" системы, затрагивая все уровни ее реализации.</a:t>
            </a:r>
          </a:p>
          <a:p>
            <a:pPr marL="383096" lvl="1" indent="0">
              <a:buNone/>
            </a:pPr>
            <a:endParaRPr lang="ru-RU" sz="2200" dirty="0" smtClean="0"/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6917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82388" y="286404"/>
            <a:ext cx="8377518" cy="1892020"/>
          </a:xfrm>
        </p:spPr>
        <p:txBody>
          <a:bodyPr/>
          <a:lstStyle/>
          <a:p>
            <a:pPr marL="383096" lvl="1" indent="447675">
              <a:buFont typeface="Wingdings" panose="05000000000000000000" pitchFamily="2" charset="2"/>
              <a:buChar char="q"/>
            </a:pPr>
            <a:r>
              <a:rPr lang="ru-RU" sz="2200" b="1" dirty="0" smtClean="0"/>
              <a:t>Одноразовый </a:t>
            </a:r>
            <a:r>
              <a:rPr lang="ru-RU" sz="2200" b="1" dirty="0"/>
              <a:t>или исследовательский прототип </a:t>
            </a:r>
            <a:r>
              <a:rPr lang="ru-RU" sz="2200" dirty="0"/>
              <a:t>(</a:t>
            </a:r>
            <a:r>
              <a:rPr lang="ru-RU" sz="2200" dirty="0" err="1"/>
              <a:t>throwaway</a:t>
            </a:r>
            <a:r>
              <a:rPr lang="ru-RU" sz="2200" dirty="0"/>
              <a:t> </a:t>
            </a:r>
            <a:r>
              <a:rPr lang="ru-RU" sz="2200" dirty="0" err="1"/>
              <a:t>prototype</a:t>
            </a:r>
            <a:r>
              <a:rPr lang="ru-RU" sz="2200" dirty="0"/>
              <a:t>, </a:t>
            </a:r>
            <a:r>
              <a:rPr lang="ru-RU" sz="2200" dirty="0" err="1"/>
              <a:t>exploratory</a:t>
            </a:r>
            <a:r>
              <a:rPr lang="ru-RU" sz="2200" dirty="0"/>
              <a:t> </a:t>
            </a:r>
            <a:r>
              <a:rPr lang="ru-RU" sz="2200" dirty="0" err="1"/>
              <a:t>prototype</a:t>
            </a:r>
            <a:r>
              <a:rPr lang="ru-RU" sz="2200" dirty="0"/>
              <a:t>) создается, когда нужно быстро </a:t>
            </a:r>
            <a:r>
              <a:rPr lang="ru-RU" sz="2200" dirty="0" err="1"/>
              <a:t>промакетировать</a:t>
            </a:r>
            <a:r>
              <a:rPr lang="ru-RU" sz="2200" dirty="0"/>
              <a:t> те или иные аспекты и компоненты системы. </a:t>
            </a:r>
          </a:p>
          <a:p>
            <a:pPr marL="383096" lvl="1" indent="0">
              <a:buNone/>
            </a:pPr>
            <a:r>
              <a:rPr lang="ru-RU" sz="2100" i="1" dirty="0"/>
              <a:t>RAD (</a:t>
            </a:r>
            <a:r>
              <a:rPr lang="ru-RU" sz="2100" i="1" dirty="0" err="1"/>
              <a:t>rapid</a:t>
            </a:r>
            <a:r>
              <a:rPr lang="ru-RU" sz="2100" i="1" dirty="0"/>
              <a:t> </a:t>
            </a:r>
            <a:r>
              <a:rPr lang="ru-RU" sz="2100" i="1" dirty="0" err="1"/>
              <a:t>application</a:t>
            </a:r>
            <a:r>
              <a:rPr lang="ru-RU" sz="2100" i="1" dirty="0"/>
              <a:t> </a:t>
            </a:r>
            <a:r>
              <a:rPr lang="ru-RU" sz="2100" i="1" dirty="0" err="1"/>
              <a:t>development</a:t>
            </a:r>
            <a:r>
              <a:rPr lang="ru-RU" sz="2100" i="1" dirty="0"/>
              <a:t>) - быстрая разработка приложений</a:t>
            </a:r>
          </a:p>
          <a:p>
            <a:pPr marL="383096" lvl="1" indent="447675">
              <a:buFont typeface="Wingdings" panose="05000000000000000000" pitchFamily="2" charset="2"/>
              <a:buChar char="q"/>
            </a:pPr>
            <a:endParaRPr lang="ru-RU" sz="2200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44706" y="4129349"/>
            <a:ext cx="6454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Схема </a:t>
            </a:r>
            <a:r>
              <a:rPr lang="ru-RU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перехода от одноразового прототипа к детально проработанному UI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29" y="2178424"/>
            <a:ext cx="8027142" cy="1796284"/>
          </a:xfrm>
          <a:prstGeom prst="rect">
            <a:avLst/>
          </a:prstGeom>
        </p:spPr>
      </p:pic>
      <p:sp>
        <p:nvSpPr>
          <p:cNvPr id="8" name="Объект 2"/>
          <p:cNvSpPr txBox="1">
            <a:spLocks/>
          </p:cNvSpPr>
          <p:nvPr/>
        </p:nvSpPr>
        <p:spPr>
          <a:xfrm>
            <a:off x="282388" y="5239603"/>
            <a:ext cx="8377518" cy="127747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096" lvl="1" indent="447675">
              <a:buFont typeface="Wingdings" panose="05000000000000000000" pitchFamily="2" charset="2"/>
              <a:buChar char="q"/>
            </a:pPr>
            <a:r>
              <a:rPr lang="ru-RU" sz="2200" b="1" dirty="0"/>
              <a:t>Эволюционный прототип (</a:t>
            </a:r>
            <a:r>
              <a:rPr lang="ru-RU" sz="2200" b="1" dirty="0" err="1"/>
              <a:t>evolutionary</a:t>
            </a:r>
            <a:r>
              <a:rPr lang="ru-RU" sz="2200" b="1" dirty="0"/>
              <a:t> </a:t>
            </a:r>
            <a:r>
              <a:rPr lang="ru-RU" sz="2200" b="1" dirty="0" err="1"/>
              <a:t>prototype</a:t>
            </a:r>
            <a:r>
              <a:rPr lang="ru-RU" sz="2200" b="1" dirty="0"/>
              <a:t>)</a:t>
            </a:r>
            <a:r>
              <a:rPr lang="ru-RU" sz="2200" dirty="0"/>
              <a:t> создается, как первое приближение системы, призванное стать впоследствии самой системой.</a:t>
            </a:r>
            <a:endParaRPr lang="ru-RU" sz="220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047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806389"/>
              </p:ext>
            </p:extLst>
          </p:nvPr>
        </p:nvGraphicFramePr>
        <p:xfrm>
          <a:off x="403413" y="282390"/>
          <a:ext cx="8381625" cy="574844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882587"/>
                <a:gridCol w="3108325"/>
                <a:gridCol w="3390713"/>
              </a:tblGrid>
              <a:tr h="373143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Соотношение между 4 видами прототипов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3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</a:rPr>
                        <a:t>Одноразовые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</a:rPr>
                        <a:t>Эволюционные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 anchor="ctr"/>
                </a:tc>
              </a:tr>
              <a:tr h="2877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Горизонтальные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  <a:tc>
                  <a:txBody>
                    <a:bodyPr/>
                    <a:lstStyle/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Прояснение и уточнение примеров использования и функциональных требований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Выявление пропущенных требований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Исследование возможных вариантов интерфейса пользователя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  <a:tc>
                  <a:txBody>
                    <a:bodyPr/>
                    <a:lstStyle/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Реализация базовых вариантов использования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Реализация дополнительных вариантов использования по приоритетам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Реализация и доработка </a:t>
                      </a:r>
                      <a:r>
                        <a:rPr lang="ru-RU" sz="1500" dirty="0" err="1">
                          <a:effectLst/>
                        </a:rPr>
                        <a:t>web</a:t>
                      </a:r>
                      <a:r>
                        <a:rPr lang="ru-RU" sz="1500" dirty="0">
                          <a:effectLst/>
                        </a:rPr>
                        <a:t>-сайтов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Адаптация системы к быстро меняющимся требованиям бизнеса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</a:tr>
              <a:tr h="21246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Вертикальные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  <a:tc>
                  <a:txBody>
                    <a:bodyPr/>
                    <a:lstStyle/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>
                          <a:effectLst/>
                        </a:rPr>
                        <a:t>Демонстрация технической осуществимости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  <a:tc>
                  <a:txBody>
                    <a:bodyPr/>
                    <a:lstStyle/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Реализация и наращивание ключевой клиент-серверной функциональности и уровней коммуникации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Реализация и оптимизация основных алгоритмов</a:t>
                      </a:r>
                    </a:p>
                    <a:p>
                      <a:pPr marL="342900" lvl="0" indent="-2880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500" dirty="0">
                          <a:effectLst/>
                        </a:rPr>
                        <a:t>Тестирование и настройка производительности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89" marR="68489" marT="41094" marB="41094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2139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82388" y="286403"/>
            <a:ext cx="8377518" cy="6047161"/>
          </a:xfrm>
        </p:spPr>
        <p:txBody>
          <a:bodyPr>
            <a:normAutofit/>
          </a:bodyPr>
          <a:lstStyle/>
          <a:p>
            <a:r>
              <a:rPr lang="ru-RU" b="1" dirty="0" smtClean="0"/>
              <a:t>Бумажный </a:t>
            </a:r>
            <a:r>
              <a:rPr lang="ru-RU" b="1" dirty="0"/>
              <a:t>прототип </a:t>
            </a:r>
            <a:r>
              <a:rPr lang="ru-RU" dirty="0"/>
              <a:t>(</a:t>
            </a:r>
            <a:r>
              <a:rPr lang="ru-RU" dirty="0" err="1"/>
              <a:t>paper</a:t>
            </a:r>
            <a:r>
              <a:rPr lang="ru-RU" dirty="0"/>
              <a:t> </a:t>
            </a:r>
            <a:r>
              <a:rPr lang="ru-RU" dirty="0" err="1"/>
              <a:t>prototype</a:t>
            </a:r>
            <a:r>
              <a:rPr lang="ru-RU" dirty="0"/>
              <a:t>) - </a:t>
            </a:r>
            <a:r>
              <a:rPr lang="ru-RU" dirty="0" smtClean="0"/>
              <a:t>альтернатива электронным прототипам </a:t>
            </a:r>
            <a:r>
              <a:rPr lang="ru-RU" dirty="0"/>
              <a:t>в случае, когда Разработчик ограничен в ресурсах. </a:t>
            </a:r>
            <a:endParaRPr lang="ru-RU" dirty="0" smtClean="0"/>
          </a:p>
          <a:p>
            <a:r>
              <a:rPr lang="ru-RU" b="1" dirty="0" smtClean="0"/>
              <a:t>Достоинства</a:t>
            </a:r>
            <a:r>
              <a:rPr lang="ru-RU" dirty="0"/>
              <a:t>:</a:t>
            </a:r>
          </a:p>
          <a:p>
            <a:pPr marL="90488" lvl="0" indent="177800">
              <a:buFont typeface="Wingdings" panose="05000000000000000000" pitchFamily="2" charset="2"/>
              <a:buChar char="Ø"/>
            </a:pPr>
            <a:r>
              <a:rPr lang="ru-RU" dirty="0"/>
              <a:t>Заказчик не станет акцентировать внимание на цветовом решении, форме кнопок и т.п., отвлекаясь от анализа функциональности.</a:t>
            </a:r>
          </a:p>
          <a:p>
            <a:pPr marL="90488" lvl="0" indent="177800">
              <a:buFont typeface="Wingdings" panose="05000000000000000000" pitchFamily="2" charset="2"/>
              <a:buChar char="Ø"/>
            </a:pPr>
            <a:r>
              <a:rPr lang="ru-RU" dirty="0"/>
              <a:t>Заказчик никогда не скажет, глядя на бумажный интерфейс: "Да вы, я вижу, уже создали систему на 85%! Давайте закончим ее в течении недели".</a:t>
            </a:r>
          </a:p>
          <a:p>
            <a:r>
              <a:rPr lang="ru-RU" b="1" i="1" dirty="0" err="1" smtClean="0"/>
              <a:t>Раскадровка</a:t>
            </a:r>
            <a:r>
              <a:rPr lang="ru-RU" b="1" i="1" dirty="0"/>
              <a:t> </a:t>
            </a:r>
            <a:r>
              <a:rPr lang="ru-RU" b="1" i="1" dirty="0" smtClean="0"/>
              <a:t>– </a:t>
            </a:r>
            <a:r>
              <a:rPr lang="ru-RU" dirty="0" smtClean="0"/>
              <a:t>Промежуточное решение между </a:t>
            </a:r>
            <a:r>
              <a:rPr lang="ru-RU" dirty="0"/>
              <a:t>электронным и бумажным вариантами прототипов UI класса являются презентации, изготовленные при помощи средств электронного офиса (например, комбинации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Visio</a:t>
            </a:r>
            <a:r>
              <a:rPr lang="ru-RU" dirty="0"/>
              <a:t> и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PowerPoint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Данный </a:t>
            </a:r>
            <a:r>
              <a:rPr lang="ru-RU" dirty="0"/>
              <a:t>вид решения </a:t>
            </a:r>
            <a:r>
              <a:rPr lang="ru-RU" dirty="0" smtClean="0"/>
              <a:t>определяется </a:t>
            </a:r>
            <a:r>
              <a:rPr lang="ru-RU" dirty="0"/>
              <a:t>как </a:t>
            </a:r>
            <a:r>
              <a:rPr lang="ru-RU" b="1" dirty="0"/>
              <a:t>пассивная </a:t>
            </a:r>
            <a:r>
              <a:rPr lang="ru-RU" b="1" dirty="0" err="1"/>
              <a:t>раскадровка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b="1" dirty="0" smtClean="0"/>
              <a:t>Активная </a:t>
            </a:r>
            <a:r>
              <a:rPr lang="ru-RU" b="1" dirty="0" err="1"/>
              <a:t>раскадровка</a:t>
            </a:r>
            <a:r>
              <a:rPr lang="ru-RU" b="1" dirty="0"/>
              <a:t> </a:t>
            </a:r>
            <a:r>
              <a:rPr lang="ru-RU" dirty="0"/>
              <a:t>является дальнейшим развитием понятия пассивной </a:t>
            </a:r>
            <a:r>
              <a:rPr lang="ru-RU" dirty="0" err="1"/>
              <a:t>раскадровки</a:t>
            </a:r>
            <a:r>
              <a:rPr lang="ru-RU" dirty="0"/>
              <a:t>, с применением средств анимации и </a:t>
            </a:r>
            <a:r>
              <a:rPr lang="ru-RU" dirty="0" smtClean="0"/>
              <a:t>т.п.</a:t>
            </a:r>
          </a:p>
          <a:p>
            <a:r>
              <a:rPr lang="ru-RU" b="1" dirty="0" smtClean="0"/>
              <a:t>Интерактивная </a:t>
            </a:r>
            <a:r>
              <a:rPr lang="ru-RU" b="1" dirty="0" err="1" smtClean="0"/>
              <a:t>раскадровка</a:t>
            </a:r>
            <a:r>
              <a:rPr lang="ru-RU" b="1" dirty="0" smtClean="0"/>
              <a:t> </a:t>
            </a:r>
            <a:r>
              <a:rPr lang="ru-RU" dirty="0" smtClean="0"/>
              <a:t>представляет </a:t>
            </a:r>
            <a:r>
              <a:rPr lang="ru-RU" dirty="0"/>
              <a:t>собой электронный одноразовый горизонтальный прототип.</a:t>
            </a:r>
          </a:p>
          <a:p>
            <a:pPr marL="383096" lvl="1" indent="447675">
              <a:buFont typeface="Wingdings" panose="05000000000000000000" pitchFamily="2" charset="2"/>
              <a:buChar char="q"/>
            </a:pPr>
            <a:endParaRPr lang="ru-RU" sz="2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3263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282388" y="1846263"/>
            <a:ext cx="8377518" cy="1219668"/>
          </a:xfrm>
        </p:spPr>
        <p:txBody>
          <a:bodyPr>
            <a:normAutofit/>
          </a:bodyPr>
          <a:lstStyle/>
          <a:p>
            <a:r>
              <a:rPr lang="ru-RU" b="1" dirty="0"/>
              <a:t>Аспект применимости</a:t>
            </a:r>
            <a:r>
              <a:rPr lang="ru-RU" dirty="0"/>
              <a:t> - информация, позволяющая расширить описание прецедента описаниями, конкретизирующими те или иные его особенности и, в конечном итоге, повысить степень комфортности пользователя.</a:t>
            </a:r>
          </a:p>
          <a:p>
            <a:endParaRPr lang="ru-RU" dirty="0"/>
          </a:p>
          <a:p>
            <a:endParaRPr lang="ru-RU" dirty="0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892981282"/>
              </p:ext>
            </p:extLst>
          </p:nvPr>
        </p:nvGraphicFramePr>
        <p:xfrm>
          <a:off x="282388" y="3469341"/>
          <a:ext cx="8377518" cy="2583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2"/>
          <p:cNvSpPr txBox="1">
            <a:spLocks/>
          </p:cNvSpPr>
          <p:nvPr/>
        </p:nvSpPr>
        <p:spPr>
          <a:xfrm>
            <a:off x="282388" y="363070"/>
            <a:ext cx="8377518" cy="8915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/>
              <a:t>Иллюстрированные сценарии </a:t>
            </a:r>
            <a:r>
              <a:rPr lang="ru-RU" sz="3200" b="1" dirty="0" smtClean="0"/>
              <a:t>прецедентов</a:t>
            </a:r>
            <a:endParaRPr lang="ru-RU" sz="3200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97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8613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52231"/>
          </a:xfrm>
        </p:spPr>
        <p:txBody>
          <a:bodyPr>
            <a:normAutofit/>
          </a:bodyPr>
          <a:lstStyle/>
          <a:p>
            <a:r>
              <a:rPr lang="ru-RU" sz="4400" dirty="0"/>
              <a:t>Документирование требований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252313"/>
              </p:ext>
            </p:extLst>
          </p:nvPr>
        </p:nvGraphicFramePr>
        <p:xfrm>
          <a:off x="309282" y="1846264"/>
          <a:ext cx="8569886" cy="3451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7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232914"/>
          </a:xfrm>
        </p:spPr>
        <p:txBody>
          <a:bodyPr>
            <a:normAutofit/>
          </a:bodyPr>
          <a:lstStyle/>
          <a:p>
            <a:r>
              <a:rPr lang="ru-RU" sz="3200" dirty="0"/>
              <a:t>Документирование требований в соответствии с ГОСТ РФ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3072" y="1845733"/>
            <a:ext cx="8463576" cy="44609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Документирование требований регламентировано российскими </a:t>
            </a:r>
            <a:r>
              <a:rPr lang="ru-RU" b="1" dirty="0"/>
              <a:t>ГОСТ 19.201-78</a:t>
            </a:r>
            <a:r>
              <a:rPr lang="ru-RU" dirty="0"/>
              <a:t> "Техническое задание, требования к содержанию и оформлению" и </a:t>
            </a:r>
            <a:r>
              <a:rPr lang="ru-RU" b="1" dirty="0"/>
              <a:t>ГОСТ 34.602-89</a:t>
            </a:r>
            <a:r>
              <a:rPr lang="ru-RU" dirty="0"/>
              <a:t> "Техническое задание на создание автоматизированной системы" (ТЗ на АС</a:t>
            </a:r>
            <a:r>
              <a:rPr lang="ru-RU" dirty="0" smtClean="0"/>
              <a:t>)</a:t>
            </a:r>
            <a:endParaRPr lang="en-US" dirty="0" smtClean="0"/>
          </a:p>
          <a:p>
            <a:endParaRPr lang="en-US" dirty="0"/>
          </a:p>
          <a:p>
            <a:pPr>
              <a:spcBef>
                <a:spcPts val="600"/>
              </a:spcBef>
            </a:pPr>
            <a:r>
              <a:rPr lang="ru-RU" sz="2100" b="1" dirty="0"/>
              <a:t>Структура ТЗ в соответствии с ГОСТ </a:t>
            </a:r>
            <a:r>
              <a:rPr lang="ru-RU" sz="2100" b="1" dirty="0" smtClean="0"/>
              <a:t>34.602-89</a:t>
            </a:r>
            <a:r>
              <a:rPr lang="ru-RU" sz="2100" b="1" dirty="0"/>
              <a:t>:</a:t>
            </a:r>
            <a:endParaRPr lang="en-US" sz="2100" dirty="0" smtClean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Общие </a:t>
            </a:r>
            <a:r>
              <a:rPr lang="ru-RU" b="1" dirty="0" smtClean="0"/>
              <a:t>сведения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Назначение и цели создания (развития) </a:t>
            </a:r>
            <a:r>
              <a:rPr lang="ru-RU" b="1" dirty="0" smtClean="0"/>
              <a:t>системы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Характеристика объектов </a:t>
            </a:r>
            <a:r>
              <a:rPr lang="ru-RU" b="1" dirty="0" smtClean="0"/>
              <a:t>автоматизации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Требования к </a:t>
            </a:r>
            <a:r>
              <a:rPr lang="ru-RU" b="1" dirty="0" smtClean="0"/>
              <a:t>системе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 smtClean="0"/>
              <a:t>Состав </a:t>
            </a:r>
            <a:r>
              <a:rPr lang="ru-RU" b="1" dirty="0"/>
              <a:t>и содержание работ по созданию </a:t>
            </a:r>
            <a:r>
              <a:rPr lang="ru-RU" b="1" dirty="0" smtClean="0"/>
              <a:t>системы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Порядок контроля и приемки </a:t>
            </a:r>
            <a:r>
              <a:rPr lang="ru-RU" b="1" dirty="0" smtClean="0"/>
              <a:t>системы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Требования к составу и содержанию работ по подготовке объекта автоматизации к вводу системы в </a:t>
            </a:r>
            <a:r>
              <a:rPr lang="ru-RU" b="1" dirty="0" smtClean="0"/>
              <a:t>действие</a:t>
            </a:r>
            <a:endParaRPr lang="ru-RU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dirty="0" smtClean="0"/>
              <a:t>требования </a:t>
            </a:r>
            <a:r>
              <a:rPr lang="ru-RU" b="1" dirty="0"/>
              <a:t>к </a:t>
            </a:r>
            <a:r>
              <a:rPr lang="ru-RU" b="1" dirty="0" smtClean="0"/>
              <a:t>документированию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b="1" dirty="0" smtClean="0"/>
              <a:t>источники разработки</a:t>
            </a:r>
            <a:endParaRPr lang="ru-RU" dirty="0"/>
          </a:p>
          <a:p>
            <a:pPr marL="90488" indent="2730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b="1" i="1" dirty="0" smtClean="0"/>
              <a:t>расчет </a:t>
            </a:r>
            <a:r>
              <a:rPr lang="ru-RU" b="1" i="1" dirty="0"/>
              <a:t>ожидаемой эффективности системы и оценку научно-технического уровня </a:t>
            </a:r>
            <a:r>
              <a:rPr lang="ru-RU" b="1" i="1" dirty="0" smtClean="0"/>
              <a:t>системы</a:t>
            </a:r>
            <a:endParaRPr lang="ru-RU" i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99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7828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Описание требований к системе в соответствии с ГОСТ 34.602-89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616279"/>
              </p:ext>
            </p:extLst>
          </p:nvPr>
        </p:nvGraphicFramePr>
        <p:xfrm>
          <a:off x="161365" y="1846264"/>
          <a:ext cx="8865720" cy="1407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" name="Прямоугольник 43"/>
          <p:cNvSpPr/>
          <p:nvPr/>
        </p:nvSpPr>
        <p:spPr>
          <a:xfrm>
            <a:off x="161365" y="3254187"/>
            <a:ext cx="886572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структуре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режимам функционирования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надежности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безопасности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эргономике и технической эстетике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транспортабельности для подвижных АС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эксплуатации, техническому обслуживанию, ремонту и хранению компонентов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защите информации от несанкционированного доступа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	сохранности информации при авариях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защите от влияния внешних воздействий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патентной чистоте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 стандартизации и унификации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показатели назначения (параметры, характеризующие степень соответствия системы ее назначению) и дополнительные требования (распространяются на обучающие подсистемы, средства контроля работоспособности системы и др.)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0526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159431381"/>
              </p:ext>
            </p:extLst>
          </p:nvPr>
        </p:nvGraphicFramePr>
        <p:xfrm>
          <a:off x="578223" y="711199"/>
          <a:ext cx="8095129" cy="516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9209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Документирование требований в </a:t>
            </a:r>
            <a:r>
              <a:rPr lang="ru-RU" b="1" dirty="0" smtClean="0"/>
              <a:t>RUP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528172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1" dirty="0"/>
              <a:t>Шаблон SRS (</a:t>
            </a:r>
            <a:r>
              <a:rPr lang="ru-RU" b="1" dirty="0" err="1" smtClean="0"/>
              <a:t>Software</a:t>
            </a:r>
            <a:r>
              <a:rPr lang="ru-RU" b="1" dirty="0" smtClean="0"/>
              <a:t> </a:t>
            </a:r>
            <a:r>
              <a:rPr lang="ru-RU" b="1" dirty="0" err="1"/>
              <a:t>Requirements</a:t>
            </a:r>
            <a:r>
              <a:rPr lang="ru-RU" b="1" dirty="0"/>
              <a:t> </a:t>
            </a:r>
            <a:r>
              <a:rPr lang="ru-RU" b="1" dirty="0" err="1"/>
              <a:t>Specification</a:t>
            </a:r>
            <a:r>
              <a:rPr lang="ru-RU" b="1" dirty="0" smtClean="0"/>
              <a:t>)</a:t>
            </a:r>
            <a:r>
              <a:rPr lang="en-US" b="1" dirty="0" smtClean="0"/>
              <a:t> (RUP):</a:t>
            </a:r>
          </a:p>
          <a:p>
            <a:pPr marL="457200" lvl="0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/>
              <a:t>Введение.</a:t>
            </a:r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Цель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Краткая </a:t>
            </a:r>
            <a:r>
              <a:rPr lang="ru-RU" dirty="0"/>
              <a:t>сводка </a:t>
            </a:r>
            <a:r>
              <a:rPr lang="ru-RU" dirty="0" smtClean="0"/>
              <a:t>возможностей.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Определения</a:t>
            </a:r>
            <a:r>
              <a:rPr lang="ru-RU" dirty="0"/>
              <a:t>, акронимы и </a:t>
            </a:r>
            <a:r>
              <a:rPr lang="ru-RU" dirty="0" smtClean="0"/>
              <a:t>сокращения.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Ссылки.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Краткое </a:t>
            </a:r>
            <a:r>
              <a:rPr lang="ru-RU" dirty="0"/>
              <a:t>содержание.</a:t>
            </a:r>
          </a:p>
          <a:p>
            <a:pPr marL="457200" lvl="0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/>
              <a:t>Обзор </a:t>
            </a:r>
            <a:r>
              <a:rPr lang="ru-RU" dirty="0" smtClean="0"/>
              <a:t>системы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Обзор </a:t>
            </a:r>
            <a:r>
              <a:rPr lang="ru-RU" dirty="0"/>
              <a:t>прецедентов. </a:t>
            </a:r>
            <a:endParaRPr lang="en-US" dirty="0" smtClean="0"/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Предположения </a:t>
            </a:r>
            <a:r>
              <a:rPr lang="ru-RU" dirty="0"/>
              <a:t>и зависимости</a:t>
            </a:r>
            <a:r>
              <a:rPr lang="ru-RU" dirty="0" smtClean="0"/>
              <a:t>.</a:t>
            </a:r>
            <a:endParaRPr lang="ru-RU" dirty="0"/>
          </a:p>
          <a:p>
            <a:pPr marL="457200" lvl="0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Описание </a:t>
            </a:r>
            <a:r>
              <a:rPr lang="ru-RU" dirty="0"/>
              <a:t>требований</a:t>
            </a:r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Описание </a:t>
            </a:r>
            <a:r>
              <a:rPr lang="ru-RU" dirty="0"/>
              <a:t>вариантов </a:t>
            </a:r>
            <a:r>
              <a:rPr lang="ru-RU" dirty="0" smtClean="0"/>
              <a:t>использования</a:t>
            </a:r>
          </a:p>
          <a:p>
            <a:pPr marL="749808" lvl="1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Специальные </a:t>
            </a:r>
            <a:r>
              <a:rPr lang="ru-RU" dirty="0"/>
              <a:t>требования. </a:t>
            </a:r>
            <a:endParaRPr lang="ru-RU" dirty="0" smtClean="0"/>
          </a:p>
          <a:p>
            <a:pPr marL="457200" indent="-457200">
              <a:lnSpc>
                <a:spcPct val="70000"/>
              </a:lnSpc>
              <a:buFont typeface="+mj-lt"/>
              <a:buAutoNum type="arabicPeriod"/>
            </a:pPr>
            <a:r>
              <a:rPr lang="ru-RU" dirty="0" smtClean="0"/>
              <a:t>Вспомогательная </a:t>
            </a:r>
            <a:r>
              <a:rPr lang="ru-RU" dirty="0"/>
              <a:t>информация.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85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68300" y="520701"/>
            <a:ext cx="8420100" cy="576580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900" b="1" dirty="0"/>
              <a:t>Документирование требований на основе IEEE </a:t>
            </a:r>
            <a:r>
              <a:rPr lang="ru-RU" sz="2900" b="1" dirty="0" err="1"/>
              <a:t>Standard</a:t>
            </a:r>
            <a:r>
              <a:rPr lang="ru-RU" sz="2900" b="1" dirty="0"/>
              <a:t> </a:t>
            </a:r>
            <a:r>
              <a:rPr lang="ru-RU" sz="2900" b="1" dirty="0" smtClean="0"/>
              <a:t>830-1998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900" b="1" dirty="0" smtClean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Введение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Назначение </a:t>
            </a:r>
            <a:r>
              <a:rPr lang="ru-RU" dirty="0"/>
              <a:t>документа.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Поддерживаемые </a:t>
            </a:r>
            <a:r>
              <a:rPr lang="ru-RU" dirty="0"/>
              <a:t>соглашения.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Предполагаемая </a:t>
            </a:r>
            <a:r>
              <a:rPr lang="ru-RU" dirty="0"/>
              <a:t>аудитория и рекомендации по последовательности работы с документом для каждого класса читателей.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Границы </a:t>
            </a:r>
            <a:r>
              <a:rPr lang="ru-RU" dirty="0"/>
              <a:t>проекта</a:t>
            </a:r>
            <a:r>
              <a:rPr lang="ru-RU" dirty="0" smtClean="0"/>
              <a:t>.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Ссылки</a:t>
            </a:r>
            <a:r>
              <a:rPr lang="ru-RU" dirty="0"/>
              <a:t>.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Общее </a:t>
            </a:r>
            <a:r>
              <a:rPr lang="ru-RU" dirty="0"/>
              <a:t>описание.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Общий </a:t>
            </a:r>
            <a:r>
              <a:rPr lang="ru-RU" dirty="0"/>
              <a:t>взгляд на продукт</a:t>
            </a:r>
            <a:r>
              <a:rPr lang="ru-RU" dirty="0" smtClean="0"/>
              <a:t>.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Особенности </a:t>
            </a:r>
            <a:r>
              <a:rPr lang="ru-RU" dirty="0"/>
              <a:t>продукта</a:t>
            </a:r>
            <a:r>
              <a:rPr lang="ru-RU" dirty="0" smtClean="0"/>
              <a:t>.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Классы </a:t>
            </a:r>
            <a:r>
              <a:rPr lang="ru-RU" dirty="0"/>
              <a:t>и характеристики пользователей</a:t>
            </a:r>
            <a:r>
              <a:rPr lang="ru-RU" dirty="0" smtClean="0"/>
              <a:t>.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Операционная </a:t>
            </a:r>
            <a:r>
              <a:rPr lang="ru-RU" dirty="0"/>
              <a:t>среда</a:t>
            </a:r>
            <a:r>
              <a:rPr lang="ru-RU" dirty="0" smtClean="0"/>
              <a:t>.</a:t>
            </a:r>
            <a:endParaRPr lang="ru-RU" dirty="0"/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Ограничения </a:t>
            </a:r>
            <a:r>
              <a:rPr lang="ru-RU" dirty="0"/>
              <a:t>проектирования и реализации. </a:t>
            </a:r>
            <a:endParaRPr lang="en-US" dirty="0" smtClean="0"/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/>
              <a:t>Классификация ограничений:</a:t>
            </a:r>
            <a:endParaRPr lang="ru-RU" b="1" dirty="0"/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определенные </a:t>
            </a:r>
            <a:r>
              <a:rPr lang="ru-RU" dirty="0"/>
              <a:t>технологии, средства, языки программирования и базы данных, которые следует использовать или избегать;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ограничения</a:t>
            </a:r>
            <a:r>
              <a:rPr lang="ru-RU" dirty="0"/>
              <a:t>, налагаемые операционной средой продукта;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обязательные </a:t>
            </a:r>
            <a:r>
              <a:rPr lang="ru-RU" dirty="0"/>
              <a:t>соглашения или стандарты разработки;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обратная </a:t>
            </a:r>
            <a:r>
              <a:rPr lang="ru-RU" dirty="0"/>
              <a:t>совместимость с продуктами, выпущенными ранее;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ограничения</a:t>
            </a:r>
            <a:r>
              <a:rPr lang="ru-RU" dirty="0"/>
              <a:t>, налагаемые бизнес-правилами;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ограничения</a:t>
            </a:r>
            <a:r>
              <a:rPr lang="ru-RU" dirty="0"/>
              <a:t>, связанные с оборудованием, например требования к быстродействию, ограничения памяти или процессора;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соглашения</a:t>
            </a:r>
            <a:r>
              <a:rPr lang="ru-RU" dirty="0"/>
              <a:t>, связанные с пользовательским интерфейсом существующего продукта, которые необходимо соблюдать при его улучшении;</a:t>
            </a:r>
          </a:p>
          <a:p>
            <a:pPr marL="932688" lvl="2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и </a:t>
            </a:r>
            <a:r>
              <a:rPr lang="ru-RU" dirty="0"/>
              <a:t>протоколы обмена данными.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ru-RU" dirty="0"/>
              <a:t>Документация для пользователей.</a:t>
            </a:r>
          </a:p>
          <a:p>
            <a:pPr marL="749808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</a:pPr>
            <a:r>
              <a:rPr lang="ru-RU" dirty="0" smtClean="0"/>
              <a:t>Предположения </a:t>
            </a:r>
            <a:r>
              <a:rPr lang="ru-RU" dirty="0"/>
              <a:t>и зависимости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 smtClean="0"/>
              <a:t>Функции </a:t>
            </a:r>
            <a:r>
              <a:rPr lang="ru-RU" dirty="0"/>
              <a:t>системы</a:t>
            </a:r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Для каждой </a:t>
            </a:r>
            <a:r>
              <a:rPr lang="ru-RU" b="1" dirty="0"/>
              <a:t>i-й</a:t>
            </a:r>
            <a:r>
              <a:rPr lang="ru-RU" dirty="0"/>
              <a:t> функции составляется следующее описание.</a:t>
            </a:r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i </a:t>
            </a:r>
            <a:r>
              <a:rPr lang="ru-RU" dirty="0"/>
              <a:t>Наименование i-й функции </a:t>
            </a:r>
            <a:r>
              <a:rPr lang="ru-RU" dirty="0" smtClean="0"/>
              <a:t>системы.</a:t>
            </a:r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/>
              <a:t>i.1 </a:t>
            </a:r>
            <a:r>
              <a:rPr lang="ru-RU" sz="1800" dirty="0"/>
              <a:t>Описание и приоритеты</a:t>
            </a:r>
            <a:r>
              <a:rPr lang="ru-RU" sz="1800" dirty="0" smtClean="0"/>
              <a:t>.</a:t>
            </a:r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i.2 </a:t>
            </a:r>
            <a:r>
              <a:rPr lang="ru-RU" dirty="0"/>
              <a:t>Последовательности "воздействие - реакция". </a:t>
            </a:r>
            <a:endParaRPr lang="ru-RU" dirty="0" smtClean="0"/>
          </a:p>
          <a:p>
            <a:pPr marL="29260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 smtClean="0"/>
              <a:t>i.З</a:t>
            </a:r>
            <a:r>
              <a:rPr lang="ru-RU" dirty="0" smtClean="0"/>
              <a:t> </a:t>
            </a:r>
            <a:r>
              <a:rPr lang="ru-RU" dirty="0"/>
              <a:t>Функциональные требования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2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368300" y="217714"/>
            <a:ext cx="8420100" cy="606878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smtClean="0"/>
              <a:t>Документирование требований на основе IEEE </a:t>
            </a:r>
            <a:r>
              <a:rPr lang="ru-RU" sz="1800" b="1" dirty="0" err="1" smtClean="0"/>
              <a:t>Standard</a:t>
            </a:r>
            <a:r>
              <a:rPr lang="ru-RU" sz="1800" b="1" dirty="0" smtClean="0"/>
              <a:t> 830-1998 (Продолжение)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000" b="1" dirty="0" smtClean="0"/>
          </a:p>
          <a:p>
            <a:pPr marL="457200" indent="-457200">
              <a:buFont typeface="+mj-lt"/>
              <a:buAutoNum type="arabicPeriod" startAt="4"/>
            </a:pPr>
            <a:r>
              <a:rPr lang="ru-RU" sz="1200" i="1" dirty="0" smtClean="0"/>
              <a:t>Требования к внешнему интерфейсу</a:t>
            </a:r>
          </a:p>
          <a:p>
            <a:pPr marL="749808" lvl="1" indent="-457200">
              <a:buFont typeface="+mj-lt"/>
              <a:buAutoNum type="arabicPeriod"/>
            </a:pPr>
            <a:r>
              <a:rPr lang="ru-RU" sz="1200" i="1" dirty="0" smtClean="0"/>
              <a:t>Интерфейсы пользователя</a:t>
            </a:r>
            <a:endParaRPr lang="en-US" sz="1200" i="1" dirty="0" smtClean="0"/>
          </a:p>
          <a:p>
            <a:pPr marL="292608" lvl="1" indent="0">
              <a:buNone/>
            </a:pPr>
            <a:r>
              <a:rPr lang="ru-RU" sz="1100" b="1" dirty="0" smtClean="0"/>
              <a:t>Основные </a:t>
            </a:r>
            <a:r>
              <a:rPr lang="ru-RU" sz="1100" b="1" dirty="0"/>
              <a:t>характеристики </a:t>
            </a:r>
            <a:r>
              <a:rPr lang="ru-RU" sz="1100" b="1" dirty="0" smtClean="0"/>
              <a:t>UI:</a:t>
            </a:r>
            <a:endParaRPr lang="en-US" sz="1100" b="1" dirty="0" smtClean="0"/>
          </a:p>
          <a:p>
            <a:pPr marL="577850" lvl="1" indent="-128588"/>
            <a:r>
              <a:rPr lang="ru-RU" sz="1100" dirty="0" smtClean="0"/>
              <a:t>ссылки </a:t>
            </a:r>
            <a:r>
              <a:rPr lang="ru-RU" sz="1100" dirty="0"/>
              <a:t>на стандарты графического интерфейса пользователей или стилевые рекомендации для семейства продукта, которые необходимо </a:t>
            </a:r>
            <a:r>
              <a:rPr lang="ru-RU" sz="1100" dirty="0" smtClean="0"/>
              <a:t>соблюдать;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стандарты </a:t>
            </a:r>
            <a:r>
              <a:rPr lang="ru-RU" sz="1100" dirty="0"/>
              <a:t>шрифтов, значков, названий кнопок, изображений, цветовых схем, последовательностей полей вкладок, часто используемых элементов управления и т.п</a:t>
            </a:r>
            <a:r>
              <a:rPr lang="ru-RU" sz="1100" dirty="0" smtClean="0"/>
              <a:t>.;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конфигурация </a:t>
            </a:r>
            <a:r>
              <a:rPr lang="ru-RU" sz="1100" dirty="0"/>
              <a:t>экрана или ограничения </a:t>
            </a:r>
            <a:r>
              <a:rPr lang="ru-RU" sz="1100" dirty="0" smtClean="0"/>
              <a:t>разрешения;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стандартные </a:t>
            </a:r>
            <a:r>
              <a:rPr lang="ru-RU" sz="1100" dirty="0"/>
              <a:t>кнопки, функции или ссылки перемещения, одинаковые для всех экранов, например кнопка </a:t>
            </a:r>
            <a:r>
              <a:rPr lang="ru-RU" sz="1100" dirty="0" smtClean="0"/>
              <a:t>справки;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быстрые клавиши;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стандарты </a:t>
            </a:r>
            <a:r>
              <a:rPr lang="ru-RU" sz="1100" dirty="0"/>
              <a:t>отображения </a:t>
            </a:r>
            <a:r>
              <a:rPr lang="ru-RU" sz="1100" dirty="0" smtClean="0"/>
              <a:t>сообщений;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стандарты </a:t>
            </a:r>
            <a:r>
              <a:rPr lang="ru-RU" sz="1100" dirty="0"/>
              <a:t>конфигурации для упрощения локализации </a:t>
            </a:r>
            <a:r>
              <a:rPr lang="ru-RU" sz="1100" dirty="0" smtClean="0"/>
              <a:t>ПО;</a:t>
            </a:r>
            <a:endParaRPr lang="en-US" sz="1100" dirty="0" smtClean="0"/>
          </a:p>
          <a:p>
            <a:pPr marL="577850" lvl="1" indent="-128588"/>
            <a:r>
              <a:rPr lang="ru-RU" sz="1100" dirty="0" smtClean="0"/>
              <a:t>специальные </a:t>
            </a:r>
            <a:r>
              <a:rPr lang="ru-RU" sz="1100" dirty="0"/>
              <a:t>возможности для пользователей с проблемами со зрением.</a:t>
            </a:r>
          </a:p>
          <a:p>
            <a:pPr marL="749808" lvl="1" indent="-457200">
              <a:buFont typeface="+mj-lt"/>
              <a:buAutoNum type="arabicPeriod" startAt="2"/>
            </a:pPr>
            <a:r>
              <a:rPr lang="ru-RU" sz="1100" i="1" dirty="0" smtClean="0"/>
              <a:t>Интерфейсы оборудования</a:t>
            </a:r>
            <a:endParaRPr lang="en-US" sz="1100" i="1" dirty="0"/>
          </a:p>
          <a:p>
            <a:pPr marL="749808" lvl="1" indent="-457200">
              <a:buFont typeface="+mj-lt"/>
              <a:buAutoNum type="arabicPeriod" startAt="2"/>
            </a:pPr>
            <a:r>
              <a:rPr lang="ru-RU" sz="1100" i="1" dirty="0"/>
              <a:t>Интерфейсы </a:t>
            </a:r>
            <a:r>
              <a:rPr lang="ru-RU" sz="1100" i="1" dirty="0" smtClean="0"/>
              <a:t>ПО</a:t>
            </a:r>
            <a:endParaRPr lang="en-US" sz="1100" i="1" dirty="0"/>
          </a:p>
          <a:p>
            <a:pPr marL="749808" lvl="1" indent="-457200">
              <a:buFont typeface="+mj-lt"/>
              <a:buAutoNum type="arabicPeriod" startAt="2"/>
            </a:pPr>
            <a:r>
              <a:rPr lang="ru-RU" sz="1100" i="1" dirty="0" smtClean="0"/>
              <a:t>Интерфейсы </a:t>
            </a:r>
            <a:r>
              <a:rPr lang="ru-RU" sz="1100" i="1" dirty="0"/>
              <a:t>передачи </a:t>
            </a:r>
            <a:r>
              <a:rPr lang="ru-RU" sz="1100" i="1" dirty="0" smtClean="0"/>
              <a:t>информации</a:t>
            </a:r>
            <a:endParaRPr lang="en-US" sz="1100" i="1" dirty="0" smtClean="0"/>
          </a:p>
          <a:p>
            <a:pPr marL="457200" indent="-457200">
              <a:buFont typeface="+mj-lt"/>
              <a:buAutoNum type="arabicPeriod" startAt="4"/>
            </a:pPr>
            <a:r>
              <a:rPr lang="ru-RU" sz="1400" i="1" dirty="0"/>
              <a:t>Другие</a:t>
            </a:r>
            <a:r>
              <a:rPr lang="ru-RU" sz="1200" i="1" dirty="0"/>
              <a:t> нефункциональные </a:t>
            </a:r>
            <a:r>
              <a:rPr lang="ru-RU" sz="1200" i="1" dirty="0" smtClean="0"/>
              <a:t>требования</a:t>
            </a:r>
            <a:endParaRPr lang="en-US" sz="1200" i="1" dirty="0" smtClean="0"/>
          </a:p>
          <a:p>
            <a:pPr marL="749808" lvl="1" indent="-457200">
              <a:buFont typeface="+mj-lt"/>
              <a:buAutoNum type="arabicPeriod"/>
            </a:pPr>
            <a:r>
              <a:rPr lang="ru-RU" sz="1100" i="1" dirty="0" smtClean="0"/>
              <a:t>Требования </a:t>
            </a:r>
            <a:r>
              <a:rPr lang="ru-RU" sz="1100" i="1" dirty="0"/>
              <a:t>к производительности</a:t>
            </a:r>
          </a:p>
          <a:p>
            <a:pPr marL="0" lvl="0" indent="0">
              <a:buNone/>
            </a:pPr>
            <a:r>
              <a:rPr lang="ru-RU" sz="1200" b="1" i="1" dirty="0"/>
              <a:t>Приложение А. </a:t>
            </a:r>
            <a:r>
              <a:rPr lang="ru-RU" sz="1200" i="1" dirty="0"/>
              <a:t>Словарь терминов (глоссарий).</a:t>
            </a:r>
            <a:endParaRPr lang="en-US" sz="1200" i="1" dirty="0"/>
          </a:p>
          <a:p>
            <a:pPr marL="0" lvl="0" indent="0">
              <a:buNone/>
            </a:pPr>
            <a:r>
              <a:rPr lang="ru-RU" sz="1200" b="1" i="1" dirty="0"/>
              <a:t>Приложение Б. </a:t>
            </a:r>
            <a:r>
              <a:rPr lang="ru-RU" sz="1200" i="1" dirty="0"/>
              <a:t>Модели анализа.</a:t>
            </a:r>
            <a:endParaRPr lang="en-US" sz="1200" i="1" dirty="0"/>
          </a:p>
          <a:p>
            <a:pPr marL="0" lvl="0" indent="0">
              <a:buNone/>
            </a:pPr>
            <a:r>
              <a:rPr lang="ru-RU" sz="1200" b="1" i="1" dirty="0"/>
              <a:t>Приложение В</a:t>
            </a:r>
            <a:r>
              <a:rPr lang="ru-RU" sz="1200" i="1" dirty="0"/>
              <a:t>. Список вопросов.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2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Документирование требований в MSF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050946"/>
              </p:ext>
            </p:extLst>
          </p:nvPr>
        </p:nvGraphicFramePr>
        <p:xfrm>
          <a:off x="304800" y="1846264"/>
          <a:ext cx="8578850" cy="20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8847742"/>
              </p:ext>
            </p:extLst>
          </p:nvPr>
        </p:nvGraphicFramePr>
        <p:xfrm>
          <a:off x="304800" y="3875314"/>
          <a:ext cx="8578850" cy="2029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105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829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25337"/>
          </a:xfrm>
        </p:spPr>
        <p:txBody>
          <a:bodyPr/>
          <a:lstStyle/>
          <a:p>
            <a:r>
              <a:rPr lang="ru-RU" dirty="0"/>
              <a:t>Проверка требований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Верификация и </a:t>
            </a:r>
            <a:r>
              <a:rPr lang="ru-RU" sz="2400" b="1" dirty="0" err="1" smtClean="0"/>
              <a:t>валидация</a:t>
            </a:r>
            <a:endParaRPr lang="ru-RU" sz="2400" b="1" dirty="0" smtClean="0"/>
          </a:p>
          <a:p>
            <a:r>
              <a:rPr lang="ru-RU" dirty="0" smtClean="0"/>
              <a:t>«</a:t>
            </a:r>
            <a:r>
              <a:rPr lang="ru-RU" b="1" dirty="0" smtClean="0"/>
              <a:t>Верификация</a:t>
            </a:r>
            <a:r>
              <a:rPr lang="ru-RU" dirty="0" smtClean="0"/>
              <a:t>» </a:t>
            </a:r>
            <a:r>
              <a:rPr lang="ru-RU" dirty="0"/>
              <a:t>(</a:t>
            </a:r>
            <a:r>
              <a:rPr lang="ru-RU" b="1" dirty="0" err="1"/>
              <a:t>verification</a:t>
            </a:r>
            <a:r>
              <a:rPr lang="ru-RU" dirty="0"/>
              <a:t>) </a:t>
            </a:r>
            <a:r>
              <a:rPr lang="ru-RU" dirty="0" smtClean="0"/>
              <a:t>- </a:t>
            </a:r>
            <a:r>
              <a:rPr lang="ru-RU" dirty="0"/>
              <a:t>"проверка". </a:t>
            </a:r>
            <a:endParaRPr lang="ru-RU" dirty="0" smtClean="0"/>
          </a:p>
          <a:p>
            <a:r>
              <a:rPr lang="ru-RU" dirty="0" smtClean="0"/>
              <a:t>«</a:t>
            </a:r>
            <a:r>
              <a:rPr lang="ru-RU" b="1" dirty="0" err="1" smtClean="0"/>
              <a:t>Валидация</a:t>
            </a:r>
            <a:r>
              <a:rPr lang="ru-RU" dirty="0" smtClean="0"/>
              <a:t>» </a:t>
            </a:r>
            <a:r>
              <a:rPr lang="ru-RU" dirty="0"/>
              <a:t>- как "проверка правильности", "аттестация", "утверждение".</a:t>
            </a:r>
          </a:p>
          <a:p>
            <a:r>
              <a:rPr lang="en-US" dirty="0" smtClean="0"/>
              <a:t>C</a:t>
            </a:r>
            <a:r>
              <a:rPr lang="ru-RU" dirty="0" err="1" smtClean="0"/>
              <a:t>тандарт</a:t>
            </a:r>
            <a:r>
              <a:rPr lang="ru-RU" dirty="0" smtClean="0"/>
              <a:t> </a:t>
            </a:r>
            <a:r>
              <a:rPr lang="ru-RU" dirty="0"/>
              <a:t>IЕЕЕ </a:t>
            </a:r>
            <a:r>
              <a:rPr lang="ru-RU" dirty="0" smtClean="0"/>
              <a:t>1012-1986: </a:t>
            </a:r>
          </a:p>
          <a:p>
            <a:r>
              <a:rPr lang="ru-RU" b="1" dirty="0" smtClean="0"/>
              <a:t>Верификация</a:t>
            </a:r>
            <a:r>
              <a:rPr lang="ru-RU" dirty="0" smtClean="0"/>
              <a:t> - процесс </a:t>
            </a:r>
            <a:r>
              <a:rPr lang="ru-RU" dirty="0"/>
              <a:t>оценивания системы или компонента с целью определить, удовлетворяют ли результаты некой фазы условиям, наложенным в начале данной фазы</a:t>
            </a:r>
            <a:r>
              <a:rPr lang="ru-RU" dirty="0" smtClean="0"/>
              <a:t>.</a:t>
            </a:r>
          </a:p>
          <a:p>
            <a:r>
              <a:rPr lang="ru-RU" b="1" dirty="0" err="1" smtClean="0"/>
              <a:t>Валидация</a:t>
            </a:r>
            <a:r>
              <a:rPr lang="ru-RU" dirty="0" smtClean="0"/>
              <a:t> - процесс </a:t>
            </a:r>
            <a:r>
              <a:rPr lang="ru-RU" dirty="0"/>
              <a:t>оценивания системы или компонента во время или по окончании процесса разработки с целью определить, удовлетворяет ли она указанным требованиям.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0302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107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822959" y="457200"/>
            <a:ext cx="7543801" cy="5411894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SWEBOK</a:t>
            </a:r>
            <a:r>
              <a:rPr lang="ru-RU" dirty="0"/>
              <a:t>, IEEE 1059-93 "IEEE </a:t>
            </a:r>
            <a:r>
              <a:rPr lang="ru-RU" dirty="0" err="1"/>
              <a:t>Guide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Verification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Validation</a:t>
            </a:r>
            <a:r>
              <a:rPr lang="ru-RU" dirty="0"/>
              <a:t> </a:t>
            </a:r>
            <a:r>
              <a:rPr lang="ru-RU" dirty="0" err="1"/>
              <a:t>Plans</a:t>
            </a:r>
            <a:r>
              <a:rPr lang="ru-RU" dirty="0"/>
              <a:t>", вводят для этих двух процессов обобщающее понятие </a:t>
            </a:r>
            <a:r>
              <a:rPr lang="ru-RU" b="1" dirty="0"/>
              <a:t>V&amp;V (</a:t>
            </a:r>
            <a:r>
              <a:rPr lang="ru-RU" b="1" dirty="0" err="1"/>
              <a:t>Validation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Verification</a:t>
            </a:r>
            <a:r>
              <a:rPr lang="ru-RU" b="1" dirty="0"/>
              <a:t>)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Согласно </a:t>
            </a:r>
            <a:r>
              <a:rPr lang="ru-RU" dirty="0"/>
              <a:t>IEEE 1059-93, </a:t>
            </a:r>
            <a:r>
              <a:rPr lang="ru-RU" b="1" dirty="0"/>
              <a:t>верификация</a:t>
            </a:r>
            <a:r>
              <a:rPr lang="ru-RU" dirty="0"/>
              <a:t> и </a:t>
            </a:r>
            <a:r>
              <a:rPr lang="ru-RU" b="1" dirty="0" err="1"/>
              <a:t>валидация</a:t>
            </a:r>
            <a:r>
              <a:rPr lang="ru-RU" dirty="0"/>
              <a:t> программного обеспечения - упорядоченный подход в оценке программных продуктов, применяемый на протяжении всего жизненного цикла</a:t>
            </a:r>
            <a:r>
              <a:rPr lang="ru-RU" dirty="0" smtClean="0"/>
              <a:t>.</a:t>
            </a:r>
          </a:p>
          <a:p>
            <a:pPr algn="ctr"/>
            <a:r>
              <a:rPr lang="ru-RU" b="1" dirty="0" smtClean="0"/>
              <a:t>Следует </a:t>
            </a:r>
            <a:r>
              <a:rPr lang="ru-RU" b="1" dirty="0"/>
              <a:t>убедиться в </a:t>
            </a:r>
            <a:r>
              <a:rPr lang="ru-RU" b="1" dirty="0" smtClean="0"/>
              <a:t>том:</a:t>
            </a:r>
            <a:endParaRPr lang="ru-RU" b="1" dirty="0"/>
          </a:p>
          <a:p>
            <a:pPr>
              <a:tabLst>
                <a:tab pos="363538" algn="l"/>
              </a:tabLst>
            </a:pPr>
            <a:r>
              <a:rPr lang="ru-RU" dirty="0"/>
              <a:t>•	в спецификации требований к ПО должным образом описаны предполагаемые возможности и характеристики системы, которые удовлетворят потребности различных заинтересованных в проекте лиц;</a:t>
            </a:r>
          </a:p>
          <a:p>
            <a:pPr>
              <a:tabLst>
                <a:tab pos="363538" algn="l"/>
              </a:tabLst>
            </a:pPr>
            <a:r>
              <a:rPr lang="ru-RU" dirty="0"/>
              <a:t>•	требования к ПО точно отражают системные требования, бизнес-правила и др.;</a:t>
            </a:r>
          </a:p>
          <a:p>
            <a:pPr>
              <a:tabLst>
                <a:tab pos="363538" algn="l"/>
              </a:tabLst>
            </a:pPr>
            <a:r>
              <a:rPr lang="ru-RU" dirty="0"/>
              <a:t>•	требования обеспечивают качественную основу для проектирования и сборки ПО.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2299130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Некоторые типичные проблемные ситуации процесса формирования и оценки требований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59" y="2057400"/>
            <a:ext cx="7543801" cy="4262718"/>
          </a:xfrm>
        </p:spPr>
        <p:txBody>
          <a:bodyPr>
            <a:normAutofit fontScale="55000" lnSpcReduction="20000"/>
          </a:bodyPr>
          <a:lstStyle/>
          <a:p>
            <a:pPr marL="0" indent="363538">
              <a:buFont typeface="Courier New" panose="02070309020205020404" pitchFamily="49" charset="0"/>
              <a:buChar char="o"/>
            </a:pPr>
            <a:r>
              <a:rPr lang="ru-RU" sz="3600" b="1" dirty="0"/>
              <a:t>Двусмысленность требований</a:t>
            </a:r>
            <a:endParaRPr lang="en-US" sz="3600" b="1" dirty="0"/>
          </a:p>
          <a:p>
            <a:pPr marL="0" indent="363538">
              <a:buFont typeface="Courier New" panose="02070309020205020404" pitchFamily="49" charset="0"/>
              <a:buChar char="o"/>
            </a:pPr>
            <a:r>
              <a:rPr lang="ru-RU" sz="3600" b="1" dirty="0"/>
              <a:t>"Золочение" продукта</a:t>
            </a:r>
          </a:p>
          <a:p>
            <a:pPr marL="0" indent="363538">
              <a:buFont typeface="Courier New" panose="02070309020205020404" pitchFamily="49" charset="0"/>
              <a:buChar char="o"/>
            </a:pPr>
            <a:r>
              <a:rPr lang="ru-RU" sz="3600" b="1" dirty="0"/>
              <a:t>Минимальная спецификация</a:t>
            </a:r>
          </a:p>
          <a:p>
            <a:pPr marL="363538" indent="0">
              <a:spcBef>
                <a:spcPts val="600"/>
              </a:spcBef>
            </a:pPr>
            <a:r>
              <a:rPr lang="ru-RU" sz="2800" dirty="0"/>
              <a:t>Минимальная спецификация уместна, если имеет место наличие </a:t>
            </a:r>
            <a:r>
              <a:rPr lang="ru-RU" sz="2800" b="1" dirty="0"/>
              <a:t>одновременно</a:t>
            </a:r>
            <a:r>
              <a:rPr lang="ru-RU" sz="2800" dirty="0"/>
              <a:t> трех </a:t>
            </a:r>
            <a:r>
              <a:rPr lang="ru-RU" sz="2800" dirty="0" smtClean="0"/>
              <a:t>обстоятельств:</a:t>
            </a:r>
            <a:endParaRPr lang="ru-RU" sz="2800" dirty="0"/>
          </a:p>
          <a:p>
            <a:pPr marL="363538" lvl="0" indent="0">
              <a:spcBef>
                <a:spcPts val="600"/>
              </a:spcBef>
            </a:pPr>
            <a:r>
              <a:rPr lang="ru-RU" sz="2800" dirty="0"/>
              <a:t>а) цена контракта и размеры проекта таковы, что разработка развернутого ТЗ экономически нецелесообразна;</a:t>
            </a:r>
          </a:p>
          <a:p>
            <a:pPr marL="363538" lvl="0" indent="0">
              <a:spcBef>
                <a:spcPts val="600"/>
              </a:spcBef>
            </a:pPr>
            <a:r>
              <a:rPr lang="ru-RU" sz="2800" dirty="0"/>
              <a:t>б) коллектив Разработчика обладает достаточной степенью профессионализма и опыта выполнения проектов в смежных областях, чтобы уметь создавать по краткой спецификации продукт, который пройдет приемку Заказчиком;</a:t>
            </a:r>
          </a:p>
          <a:p>
            <a:pPr marL="363538" indent="0">
              <a:spcBef>
                <a:spcPts val="600"/>
              </a:spcBef>
            </a:pPr>
            <a:r>
              <a:rPr lang="ru-RU" sz="2800" dirty="0"/>
              <a:t>в) между Заказчиком и Разработчиком существуют конструктивные отношения и обе стороны понимают и принимают риски мини-спецификации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marL="0" indent="363538">
              <a:buFont typeface="Courier New" panose="02070309020205020404" pitchFamily="49" charset="0"/>
              <a:buChar char="o"/>
            </a:pPr>
            <a:r>
              <a:rPr lang="ru-RU" sz="3600" b="1" dirty="0"/>
              <a:t>Пропуск типов пользователей</a:t>
            </a:r>
            <a:endParaRPr lang="en-US" sz="3600" b="1" dirty="0"/>
          </a:p>
          <a:p>
            <a:pPr marL="0" indent="363538">
              <a:buFont typeface="Courier New" panose="02070309020205020404" pitchFamily="49" charset="0"/>
              <a:buChar char="o"/>
            </a:pPr>
            <a:r>
              <a:rPr lang="ru-RU" sz="3600" b="1" dirty="0"/>
              <a:t>Методы и средства проверки требований</a:t>
            </a:r>
            <a:endParaRPr lang="en-US" sz="3600" b="1" dirty="0"/>
          </a:p>
          <a:p>
            <a:endParaRPr lang="ru-RU" sz="2700" b="1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7600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109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97053719"/>
              </p:ext>
            </p:extLst>
          </p:nvPr>
        </p:nvGraphicFramePr>
        <p:xfrm>
          <a:off x="336176" y="200213"/>
          <a:ext cx="8471648" cy="2690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365202550"/>
              </p:ext>
            </p:extLst>
          </p:nvPr>
        </p:nvGraphicFramePr>
        <p:xfrm>
          <a:off x="336176" y="3329999"/>
          <a:ext cx="8471648" cy="2690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2509130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110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56587159"/>
              </p:ext>
            </p:extLst>
          </p:nvPr>
        </p:nvGraphicFramePr>
        <p:xfrm>
          <a:off x="389965" y="240553"/>
          <a:ext cx="8364070" cy="2966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173588853"/>
              </p:ext>
            </p:extLst>
          </p:nvPr>
        </p:nvGraphicFramePr>
        <p:xfrm>
          <a:off x="484094" y="3856204"/>
          <a:ext cx="8175812" cy="2410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7400" y="3671538"/>
            <a:ext cx="784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Процедура использования тестовых сценариев для </a:t>
            </a:r>
            <a:r>
              <a:rPr lang="ru-RU" dirty="0"/>
              <a:t>тестирования </a:t>
            </a:r>
            <a:r>
              <a:rPr lang="ru-RU" dirty="0" smtClean="0"/>
              <a:t>требований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8336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68438"/>
          </a:xfrm>
        </p:spPr>
        <p:txBody>
          <a:bodyPr>
            <a:normAutofit/>
          </a:bodyPr>
          <a:lstStyle/>
          <a:p>
            <a:r>
              <a:rPr lang="ru-RU" sz="3600" dirty="0"/>
              <a:t>Введение в управление требованиями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3671" y="1845734"/>
            <a:ext cx="3203089" cy="402336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"</a:t>
            </a:r>
            <a:r>
              <a:rPr lang="ru-RU" b="1" dirty="0"/>
              <a:t>каскадный</a:t>
            </a:r>
            <a:r>
              <a:rPr lang="ru-RU" dirty="0"/>
              <a:t>" или "</a:t>
            </a:r>
            <a:r>
              <a:rPr lang="ru-RU" b="1" dirty="0"/>
              <a:t>водопадный</a:t>
            </a:r>
            <a:r>
              <a:rPr lang="ru-RU" dirty="0"/>
              <a:t>" </a:t>
            </a:r>
            <a:r>
              <a:rPr lang="en-US" dirty="0" smtClean="0"/>
              <a:t> </a:t>
            </a:r>
            <a:r>
              <a:rPr lang="ru-RU" dirty="0" smtClean="0"/>
              <a:t>подход</a:t>
            </a:r>
          </a:p>
          <a:p>
            <a:r>
              <a:rPr lang="ru-RU" dirty="0" smtClean="0"/>
              <a:t>В </a:t>
            </a:r>
            <a:r>
              <a:rPr lang="ru-RU" dirty="0"/>
              <a:t>этой схеме нет места управлению требованиями, т.к. они статичны, сформулированы в начале проекта и неизменны во времени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Н</a:t>
            </a:r>
            <a:r>
              <a:rPr lang="ru-RU" dirty="0" smtClean="0"/>
              <a:t>изкий </a:t>
            </a:r>
            <a:r>
              <a:rPr lang="ru-RU" dirty="0"/>
              <a:t>(порядка 20%) процент успешных проектов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Причины:</a:t>
            </a:r>
          </a:p>
          <a:p>
            <a:r>
              <a:rPr lang="ru-RU" dirty="0" smtClean="0"/>
              <a:t>1) лавинообразное </a:t>
            </a:r>
            <a:r>
              <a:rPr lang="ru-RU" dirty="0"/>
              <a:t>разрастание цены исправления ошибок, возникших на ранних этапах создания системы от этапа к </a:t>
            </a:r>
            <a:r>
              <a:rPr lang="ru-RU" dirty="0" smtClean="0"/>
              <a:t>этапу;</a:t>
            </a:r>
          </a:p>
          <a:p>
            <a:r>
              <a:rPr lang="ru-RU" dirty="0" smtClean="0"/>
              <a:t>2) статичность </a:t>
            </a:r>
            <a:r>
              <a:rPr lang="ru-RU" dirty="0"/>
              <a:t>схемы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111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pic>
        <p:nvPicPr>
          <p:cNvPr id="6" name="Рисунок 5" descr="http://www.intuit.ru/EDI/09_08_16_3/1470694802-23461/tutorial/279/objects/13/files/13-1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6" y="1845734"/>
            <a:ext cx="4999225" cy="24861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378059" y="4588645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</a:t>
            </a: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требованиями 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это систематический подход к выявлению, организации и документированию требований к системе, а также установка и поддержание соглашения между клиентом и группой разработки по поводу изменений требований к системе. Данное соглашение, как и тексты исходных требований, подлежит документальному оформлению.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07332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112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18565" y="524587"/>
            <a:ext cx="8095129" cy="502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 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действиям по управлению требованиями относятся:</a:t>
            </a:r>
            <a:endParaRPr lang="ru-RU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основной версии требований (моментальный срез требований для конкретной версии продукта);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предлагаемых изменений требований и оценка вероятности воздействия каждого изменения до его принятия;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включение одобренных изменений требований в проект установленным способом;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согласование плана проекта с требованиями;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обсуждение новых обязательств, основанных на оцененном влиянии изменения требований;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отслеживание отдельных требований до проектирования, исходного кода и вариантов тестирования;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отслеживание статуса требований и действий по изменению на протяжении всего проекта.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352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19467"/>
          </a:xfrm>
        </p:spPr>
        <p:txBody>
          <a:bodyPr>
            <a:normAutofit/>
          </a:bodyPr>
          <a:lstStyle/>
          <a:p>
            <a:r>
              <a:rPr lang="ru-RU" sz="4000" dirty="0"/>
              <a:t>Процедуры управления требованиями базируются на: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инструментах, приемах и соглашениях по управлению версиями различных документов требований и отдельных требований;</a:t>
            </a:r>
          </a:p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правилах составления базовой версии требований;</a:t>
            </a:r>
          </a:p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статусах требований, которые будут использоваться, и категориях лиц, которые имеют право изменять их;</a:t>
            </a:r>
          </a:p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способах, с помощью которых новые требования и изменения существующих требований предлагаются, обрабатываются, обсуждаются и передаются всем заинтересованным лицам;</a:t>
            </a:r>
          </a:p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методах анализа влияния предложенного изменения;</a:t>
            </a:r>
          </a:p>
          <a:p>
            <a:pPr marL="90488" indent="273050">
              <a:buFont typeface="Wingdings" panose="05000000000000000000" pitchFamily="2" charset="2"/>
              <a:buChar char="§"/>
            </a:pPr>
            <a:r>
              <a:rPr lang="ru-RU" dirty="0"/>
              <a:t>отслеживании связей планов и обязательств проекта с изменением требований.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113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18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</a:t>
            </a:r>
            <a:r>
              <a:rPr lang="ru-RU" dirty="0"/>
              <a:t>описания атрибутов </a:t>
            </a:r>
            <a:r>
              <a:rPr lang="ru-RU" dirty="0" smtClean="0"/>
              <a:t>требований: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8942" y="1845733"/>
            <a:ext cx="8651836" cy="4393701"/>
          </a:xfrm>
        </p:spPr>
        <p:txBody>
          <a:bodyPr>
            <a:normAutofit/>
          </a:bodyPr>
          <a:lstStyle/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дата создания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номер его текущей версии;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автор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лицо, ответственное за удовлетворение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ответственный за требование или список заинтересованных лиц (чтобы принимать решения о предложенных изменениях);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состояние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происхождение или источник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логическое обоснование требования;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подсистема (или подсистемы), для которых предназначено требование;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номер версии продукта, для которого предназначено требование;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используемый метод проверки или критерий тестирования приемлемости;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приоритет реализации;</a:t>
            </a:r>
          </a:p>
          <a:p>
            <a:pPr marL="90488" indent="3175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u-RU" dirty="0"/>
              <a:t>стабильность требования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114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5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Шаблон </a:t>
            </a:r>
            <a:r>
              <a:rPr lang="ru-RU" dirty="0"/>
              <a:t>для определения статуса </a:t>
            </a:r>
            <a:r>
              <a:rPr lang="ru-RU" dirty="0" smtClean="0"/>
              <a:t>требования: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115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94940"/>
              </p:ext>
            </p:extLst>
          </p:nvPr>
        </p:nvGraphicFramePr>
        <p:xfrm>
          <a:off x="578224" y="1846263"/>
          <a:ext cx="8027894" cy="44952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0692"/>
                <a:gridCol w="5507202"/>
              </a:tblGrid>
              <a:tr h="21643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800" dirty="0">
                          <a:effectLst/>
                        </a:rPr>
                        <a:t>Состояние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800" dirty="0">
                          <a:effectLst/>
                        </a:rPr>
                        <a:t>Определение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 anchor="ctr"/>
                </a:tc>
              </a:tr>
              <a:tr h="363944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Proposed (Предложено)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Требование запрошено авторизированным источником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  <a:tr h="95399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Approved (Одобрено)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Требование проанализировано, его влияние на проект просчитано, и оно было размещено в базовой версии определенной версии. Ключевые заинтересованные в проекте лица согласились с этим требованием, а разработчики ПО обязались реализовать его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  <a:tr h="511456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Implemented (Реализовано)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Код, реализующий требование, разработан, написан и протестирован. Требование отслежено до соответствующих элементов дизайна и кода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  <a:tr h="806479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Verified (Проверено)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 dirty="0">
                          <a:effectLst/>
                        </a:rPr>
                        <a:t>Корректное функционирование реализованного требования подтверждено в соответствующем продукте. Требование отслежено до соответствующих вариантов тестирования. Теперь требование считается завершенным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  <a:tr h="511456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Deleted (Удалено)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Утвержденное требование удалено из базовой версии. Опишите причины удаления и назовите того, кто принял это решение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  <a:tr h="658967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>
                          <a:effectLst/>
                        </a:rPr>
                        <a:t>Rejected (Отклонено)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400" dirty="0">
                          <a:effectLst/>
                        </a:rPr>
                        <a:t>Требование предложено, но не запланировано для реализации ни в одной будущих версий. Опишите причины отклонения требования и назовите того, кто принял это решение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435" marR="57435" marT="34461" marB="3446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68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трудозатраты по управлению требованиями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0307" y="1845733"/>
            <a:ext cx="8329106" cy="4393701"/>
          </a:xfrm>
        </p:spPr>
        <p:txBody>
          <a:bodyPr>
            <a:noAutofit/>
          </a:bodyPr>
          <a:lstStyle/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предложение изменения требований и новых требований;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оценка предложенных изменений, включая оценку влияния изменения;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изменение работы;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обновление документации требований или базы данных;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сообщение об изменениях требований заинтересованным группам и отдельным лицам;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контроль и отчет о состоянии требования;</a:t>
            </a:r>
          </a:p>
          <a:p>
            <a:pPr marL="90488" lvl="0" indent="541338">
              <a:buFont typeface="Wingdings" panose="05000000000000000000" pitchFamily="2" charset="2"/>
              <a:buChar char="q"/>
            </a:pPr>
            <a:r>
              <a:rPr lang="ru-RU" sz="2400" dirty="0"/>
              <a:t>сбор информации о </a:t>
            </a:r>
            <a:r>
              <a:rPr lang="ru-RU" sz="2400" dirty="0" err="1"/>
              <a:t>трассируемости</a:t>
            </a:r>
            <a:r>
              <a:rPr lang="ru-RU" sz="2400" dirty="0"/>
              <a:t> требований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116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7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117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0269" y="160172"/>
            <a:ext cx="7933765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144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Незапланированный рост объема ставит под удар </a:t>
            </a: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18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80% проектов по разработке систем управления информацией;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720"/>
              </a:spcBef>
              <a:spcAft>
                <a:spcPts val="18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70% проектов по разработке военных систем </a:t>
            </a: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ПО;</a:t>
            </a:r>
          </a:p>
          <a:p>
            <a:pPr marL="342900" lvl="0" indent="-342900" algn="just">
              <a:spcBef>
                <a:spcPts val="720"/>
              </a:spcBef>
              <a:spcAft>
                <a:spcPts val="18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45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% проектов по созданию ПО, выполняемых по контракту.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20268" y="2134543"/>
            <a:ext cx="7933765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144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принятии решения по запросу необходимо исходить:</a:t>
            </a:r>
            <a:endParaRPr lang="ru-RU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720"/>
              </a:spcBef>
              <a:spcAft>
                <a:spcPts val="18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а) из степени важности запроса для Заказчика и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720"/>
              </a:spcBef>
              <a:spcAft>
                <a:spcPts val="18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б) из его стоимости для Разработчика. Стоимость определяется на основании анализа влияния изменения.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81635" y="3993499"/>
            <a:ext cx="777239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400"/>
              </a:spcBef>
              <a:spcAft>
                <a:spcPts val="4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результатов изменений затрагивает три </a:t>
            </a:r>
            <a:r>
              <a:rPr lang="ru-RU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аспекта.</a:t>
            </a:r>
            <a:endParaRPr lang="ru-RU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Определите возможные последствия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изменения.</a:t>
            </a:r>
            <a:endParaRPr lang="en-US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Определите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все файлы, модели и документы, которые, возможно, придется изменить, если команда включит все запрошенные изменения.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Определите задачи, необходимые для реализации изменения, и оцените усилия, необходимые для выполнения этих задач.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68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118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pic>
        <p:nvPicPr>
          <p:cNvPr id="3" name="Рисунок 2" descr="Основные типы трассируемости требований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065" y="446256"/>
            <a:ext cx="5000886" cy="240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2527767" y="2854976"/>
            <a:ext cx="4565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Основные типы </a:t>
            </a:r>
            <a:r>
              <a:rPr lang="ru-RU" dirty="0" err="1"/>
              <a:t>трассируемости</a:t>
            </a:r>
            <a:r>
              <a:rPr lang="ru-RU" dirty="0"/>
              <a:t> требований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47093" y="3372226"/>
            <a:ext cx="74622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i="1" dirty="0"/>
              <a:t>М</a:t>
            </a:r>
            <a:r>
              <a:rPr lang="ru-RU" sz="1600" i="1" dirty="0" smtClean="0"/>
              <a:t>атрица </a:t>
            </a:r>
            <a:r>
              <a:rPr lang="ru-RU" sz="1600" i="1" dirty="0" err="1"/>
              <a:t>трассируемости</a:t>
            </a:r>
            <a:r>
              <a:rPr lang="ru-RU" sz="1600" i="1" dirty="0"/>
              <a:t> требований, которую также называют матрицей отслеживания требований или таблицей </a:t>
            </a:r>
            <a:r>
              <a:rPr lang="ru-RU" sz="1600" i="1" dirty="0" err="1" smtClean="0"/>
              <a:t>трассируемости</a:t>
            </a:r>
            <a:endParaRPr lang="ru-RU" sz="1600" i="1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63009"/>
              </p:ext>
            </p:extLst>
          </p:nvPr>
        </p:nvGraphicFramePr>
        <p:xfrm>
          <a:off x="645461" y="4128827"/>
          <a:ext cx="8330095" cy="1705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6019"/>
                <a:gridCol w="1666019"/>
                <a:gridCol w="1666019"/>
                <a:gridCol w="1666019"/>
                <a:gridCol w="1666019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 dirty="0">
                          <a:effectLst/>
                        </a:rPr>
                        <a:t>Пользовательское требование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Функциональное требование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Элемент дизайна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Модуль кода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 dirty="0">
                          <a:effectLst/>
                        </a:rPr>
                        <a:t>Вариант тестирования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UC-28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catalog.query.sort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Каталог класса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catalog.sort()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search.7 search.8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UC-29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catalog.query.import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Каталог класса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>
                          <a:effectLst/>
                        </a:rPr>
                        <a:t>catalog.import() catalog.validate()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500" dirty="0">
                          <a:effectLst/>
                        </a:rPr>
                        <a:t>search.12 search.13 search.14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07879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Совершенствование процессов работы с требованиями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SEI</a:t>
            </a:r>
            <a:r>
              <a:rPr lang="ru-RU" dirty="0"/>
              <a:t> (</a:t>
            </a:r>
            <a:r>
              <a:rPr lang="ru-RU" dirty="0" err="1"/>
              <a:t>Software</a:t>
            </a:r>
            <a:r>
              <a:rPr lang="ru-RU" dirty="0"/>
              <a:t> </a:t>
            </a:r>
            <a:r>
              <a:rPr lang="ru-RU" dirty="0" err="1"/>
              <a:t>Engineering</a:t>
            </a:r>
            <a:r>
              <a:rPr lang="ru-RU" dirty="0"/>
              <a:t> </a:t>
            </a:r>
            <a:r>
              <a:rPr lang="ru-RU" dirty="0" err="1"/>
              <a:t>Institute</a:t>
            </a:r>
            <a:r>
              <a:rPr lang="ru-RU" dirty="0"/>
              <a:t> – Институт программной инженерии</a:t>
            </a:r>
            <a:r>
              <a:rPr lang="ru-RU" dirty="0" smtClean="0"/>
              <a:t>). </a:t>
            </a:r>
            <a:r>
              <a:rPr lang="ru-RU" dirty="0"/>
              <a:t>Научно-исследовательский институт, созданный на базе университета Карнеги-</a:t>
            </a:r>
            <a:r>
              <a:rPr lang="ru-RU" dirty="0" err="1"/>
              <a:t>Меллона</a:t>
            </a:r>
            <a:r>
              <a:rPr lang="ru-RU" dirty="0"/>
              <a:t> в </a:t>
            </a:r>
            <a:r>
              <a:rPr lang="ru-RU" dirty="0" err="1"/>
              <a:t>Питсбурге</a:t>
            </a:r>
            <a:r>
              <a:rPr lang="ru-RU" dirty="0"/>
              <a:t> в рамках деятельности комиссии Министерства обороны США по исследованию проблем, возникающих при разработке программных продуктов в организациях министерства. </a:t>
            </a:r>
            <a:endParaRPr lang="ru-RU" dirty="0" smtClean="0"/>
          </a:p>
          <a:p>
            <a:r>
              <a:rPr lang="ru-RU" b="1" dirty="0" smtClean="0"/>
              <a:t>EPC </a:t>
            </a:r>
            <a:r>
              <a:rPr lang="ru-RU" b="1" dirty="0"/>
              <a:t>SEI</a:t>
            </a:r>
            <a:r>
              <a:rPr lang="ru-RU" dirty="0"/>
              <a:t> </a:t>
            </a:r>
            <a:r>
              <a:rPr lang="ru-RU" dirty="0" err="1"/>
              <a:t>Capability</a:t>
            </a:r>
            <a:r>
              <a:rPr lang="ru-RU" dirty="0"/>
              <a:t> </a:t>
            </a:r>
            <a:r>
              <a:rPr lang="ru-RU" dirty="0" err="1"/>
              <a:t>Maturity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- </a:t>
            </a:r>
            <a:r>
              <a:rPr lang="ru-RU" dirty="0" err="1"/>
              <a:t>Integrated</a:t>
            </a:r>
            <a:r>
              <a:rPr lang="ru-RU" dirty="0"/>
              <a:t> [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Systems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] – модель зрелости для программной и системной </a:t>
            </a:r>
            <a:r>
              <a:rPr lang="ru-RU" dirty="0" smtClean="0"/>
              <a:t>инженерии, </a:t>
            </a:r>
            <a:r>
              <a:rPr lang="ru-RU" dirty="0"/>
              <a:t>созданная в развитие модели </a:t>
            </a:r>
            <a:r>
              <a:rPr lang="ru-RU" dirty="0" smtClean="0"/>
              <a:t>CMM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Унаследовав от CMM описание пяти уровней зрелости организации, дополнительно определяет 22 процессные области (группы процессов программной инженерии). Набор моделей CMMI включает три модели: CMMI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Development</a:t>
            </a:r>
            <a:r>
              <a:rPr lang="ru-RU" dirty="0"/>
              <a:t> (CMMI-DEV</a:t>
            </a:r>
            <a:r>
              <a:rPr lang="ru-RU" dirty="0" smtClean="0"/>
              <a:t>), </a:t>
            </a:r>
            <a:r>
              <a:rPr lang="ru-RU" dirty="0"/>
              <a:t>ориентированная на организации, занимающиеся разработкой программного и аппаратного обеспечения, а также комплексных систем; CMMI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Services</a:t>
            </a:r>
            <a:r>
              <a:rPr lang="ru-RU" dirty="0"/>
              <a:t> (</a:t>
            </a:r>
            <a:r>
              <a:rPr lang="ru-RU" dirty="0" smtClean="0"/>
              <a:t>CMMI-SVC, </a:t>
            </a:r>
            <a:r>
              <a:rPr lang="ru-RU" dirty="0"/>
              <a:t>ориентированная на сервисные службы и CMMI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Acquisition</a:t>
            </a:r>
            <a:r>
              <a:rPr lang="ru-RU" dirty="0"/>
              <a:t> (CMMI-ACQ), ориентированная на организации, приобретающие IT-продукты и </a:t>
            </a:r>
            <a:r>
              <a:rPr lang="ru-RU"/>
              <a:t>услуги</a:t>
            </a:r>
            <a:r>
              <a:rPr lang="ru-RU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119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5543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Модели совершенствования</a:t>
            </a:r>
            <a:r>
              <a:rPr lang="ru-RU" sz="4400" b="1" dirty="0"/>
              <a:t/>
            </a:r>
            <a:br>
              <a:rPr lang="ru-RU" sz="4400" b="1" dirty="0"/>
            </a:br>
            <a:r>
              <a:rPr lang="ru-RU" sz="4400" dirty="0"/>
              <a:t>ISO9000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Основные принципы ISO9000: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Концентрация на потребностях заказчика;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Активная лидирующая роль руководства;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Вовлечение исполнителей в процессы совершенствования;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Реализация процессного подхода;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Системный подход к управлению;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Обеспечение непрерывных улучшений;</a:t>
            </a:r>
          </a:p>
          <a:p>
            <a:pPr marL="90488" lvl="0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Принятие решений на основе фактов;</a:t>
            </a:r>
          </a:p>
          <a:p>
            <a:pPr marL="90488" indent="447675">
              <a:buFont typeface="Wingdings" panose="05000000000000000000" pitchFamily="2" charset="2"/>
              <a:buChar char="q"/>
              <a:tabLst>
                <a:tab pos="538163" algn="l"/>
              </a:tabLst>
            </a:pPr>
            <a:r>
              <a:rPr lang="ru-RU" dirty="0"/>
              <a:t>Взаимовыгодные отношения с </a:t>
            </a:r>
            <a:r>
              <a:rPr lang="ru-RU" dirty="0" smtClean="0"/>
              <a:t>поставщиками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10013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SEI-CMM, SEI-CMMI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 </a:t>
            </a:r>
            <a:r>
              <a:rPr lang="ru-RU" b="1" dirty="0"/>
              <a:t>СММ</a:t>
            </a:r>
            <a:r>
              <a:rPr lang="ru-RU" dirty="0"/>
              <a:t> (</a:t>
            </a:r>
            <a:r>
              <a:rPr lang="ru-RU" b="1" dirty="0" err="1"/>
              <a:t>the</a:t>
            </a:r>
            <a:r>
              <a:rPr lang="ru-RU" b="1" dirty="0"/>
              <a:t> </a:t>
            </a:r>
            <a:r>
              <a:rPr lang="ru-RU" b="1" dirty="0" err="1"/>
              <a:t>Capability</a:t>
            </a:r>
            <a:r>
              <a:rPr lang="ru-RU" b="1" dirty="0"/>
              <a:t> </a:t>
            </a:r>
            <a:r>
              <a:rPr lang="ru-RU" b="1" dirty="0" err="1"/>
              <a:t>Maturity</a:t>
            </a:r>
            <a:r>
              <a:rPr lang="ru-RU" b="1" dirty="0"/>
              <a:t> </a:t>
            </a:r>
            <a:r>
              <a:rPr lang="ru-RU" b="1" dirty="0" err="1"/>
              <a:t>Model</a:t>
            </a:r>
            <a:r>
              <a:rPr lang="ru-RU" dirty="0"/>
              <a:t>) разработан институтом инженерии программного обеспечения (SEI) при университете </a:t>
            </a:r>
            <a:r>
              <a:rPr lang="ru-RU" dirty="0" smtClean="0"/>
              <a:t>Карнеги-</a:t>
            </a:r>
            <a:r>
              <a:rPr lang="ru-RU" dirty="0" err="1" smtClean="0"/>
              <a:t>Меллон</a:t>
            </a:r>
            <a:endParaRPr lang="en-US" dirty="0" smtClean="0"/>
          </a:p>
          <a:p>
            <a:r>
              <a:rPr lang="ru-RU" dirty="0"/>
              <a:t>В 2000 г. SEI выпустил CMMI-SE/SW, интегрированную модель совершенствования как ПО, так и возможностей конструирования </a:t>
            </a:r>
            <a:r>
              <a:rPr lang="ru-RU" dirty="0" smtClean="0"/>
              <a:t>систем</a:t>
            </a:r>
            <a:endParaRPr lang="en-US" dirty="0" smtClean="0"/>
          </a:p>
          <a:p>
            <a:endParaRPr lang="en-US" dirty="0"/>
          </a:p>
          <a:p>
            <a:r>
              <a:rPr lang="ru-RU" b="1" dirty="0"/>
              <a:t>CMMI-SE/SW</a:t>
            </a:r>
            <a:r>
              <a:rPr lang="ru-RU" dirty="0"/>
              <a:t> имеет две формы</a:t>
            </a:r>
            <a:r>
              <a:rPr lang="ru-RU" dirty="0" smtClean="0"/>
              <a:t>.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b="1" dirty="0" smtClean="0"/>
              <a:t>Ступенчатое </a:t>
            </a:r>
            <a:r>
              <a:rPr lang="ru-RU" b="1" dirty="0"/>
              <a:t>представление</a:t>
            </a:r>
            <a:r>
              <a:rPr lang="ru-RU" dirty="0"/>
              <a:t> (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staged</a:t>
            </a:r>
            <a:r>
              <a:rPr lang="ru-RU" dirty="0"/>
              <a:t> </a:t>
            </a:r>
            <a:r>
              <a:rPr lang="ru-RU" dirty="0" err="1"/>
              <a:t>representation</a:t>
            </a:r>
            <a:r>
              <a:rPr lang="ru-RU" dirty="0"/>
              <a:t>) 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b="1" dirty="0" smtClean="0"/>
              <a:t>Непрерывное </a:t>
            </a:r>
            <a:r>
              <a:rPr lang="ru-RU" b="1" dirty="0"/>
              <a:t>представление</a:t>
            </a:r>
            <a:r>
              <a:rPr lang="ru-RU" dirty="0"/>
              <a:t>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representation</a:t>
            </a:r>
            <a:r>
              <a:rPr lang="ru-RU" dirty="0"/>
              <a:t>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121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58526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122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9913"/>
              </p:ext>
            </p:extLst>
          </p:nvPr>
        </p:nvGraphicFramePr>
        <p:xfrm>
          <a:off x="865563" y="334552"/>
          <a:ext cx="7543800" cy="2376297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1786404"/>
                <a:gridCol w="5757396"/>
              </a:tblGrid>
              <a:tr h="0">
                <a:tc gridSpan="2"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smtClean="0">
                          <a:effectLst/>
                        </a:rPr>
                        <a:t>Области технологических процессов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Уровень зрелости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Название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Начальный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Управляемый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Определенный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Количественно управляемый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  <a:tr h="0">
                <a:tc>
                  <a:txBody>
                    <a:bodyPr/>
                    <a:lstStyle/>
                    <a:p>
                      <a:pPr indent="139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indent="1397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Оптимизирующий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90751" y="3032328"/>
            <a:ext cx="8157414" cy="3105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5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Качества трассирования: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обеспечение записи источников низкоуровневых или вторичных требований;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трассирование каждого требования вниз, к вторичным требованиям, и его размещение по функциям, объектам, процессам и исполнителям;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установка горизонтальных связей между требованиями, принадлежащими к одному типу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0" indent="444500" algn="just">
              <a:spcBef>
                <a:spcPts val="72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ru-RU" sz="15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Три набора приемов разработки требований: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приемы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определяющие полный набор требований клиентов, которые затем используются для разработки требований для 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продукта;</a:t>
            </a:r>
            <a:endParaRPr lang="ru-RU" sz="15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приемы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определяющие полный набор требований для 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продукта;</a:t>
            </a:r>
            <a:endParaRPr lang="ru-RU" sz="15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приемы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получения вторичных требований, понимания требований и их 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подтверждения.</a:t>
            </a:r>
            <a:endParaRPr lang="ru-RU" sz="15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4388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123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pic>
        <p:nvPicPr>
          <p:cNvPr id="3" name="Рисунок 2" descr="http://www.intuit.ru/EDI/09_08_16_3/1470694802-23461/tutorial/279/objects/14/files/14-1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28" y="952537"/>
            <a:ext cx="8453429" cy="32832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1394155" y="4424082"/>
            <a:ext cx="6508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Взаимосвязи </a:t>
            </a:r>
            <a:r>
              <a:rPr lang="ru-RU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между управлением требованиями, разработкой требований и другими областями процессов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98356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124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948" y="296342"/>
            <a:ext cx="8609663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>
              <a:spcBef>
                <a:spcPts val="600"/>
              </a:spcBef>
            </a:pPr>
            <a:r>
              <a:rPr lang="ru-RU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Принципы совершенствования качества программных систем: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поэтапность</a:t>
            </a: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непрерывность,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цикличность,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наличие стимула,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ориентация на цели,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проектный подход.</a:t>
            </a:r>
          </a:p>
          <a:p>
            <a:pPr lvl="0" indent="363538">
              <a:spcBef>
                <a:spcPts val="1200"/>
              </a:spcBef>
            </a:pPr>
            <a:r>
              <a:rPr lang="ru-RU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Основным стимулом к изменениям считают трудности, с которыми столкнулась команда проекта, например: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разработчики не уложились в график, потому что непонятные и неоднозначные требования попали к ним поздно;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разработчикам пришлось много работать сверхурочно, потому что непонятные или расплывчатые требования были уточнены слишком поздно в процессе разработки;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попытка тестирования системы не удалась, потому что </a:t>
            </a:r>
            <a:r>
              <a:rPr lang="ru-RU" sz="13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тестировщики</a:t>
            </a: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не понимали, что продукт должен делать;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нужная функциональность была реализована, но пользователи не удовлетворены вялой производительностью, неудобством работы или другими недостатками качества продукта;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организации пришлось пойти на высокие расходы на сопровождение, потому что клиентам потребовалась масса дополнительных функций, которые следовало определить во время составления требований;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организация-разработчик ПО приобрела плохую репутацию поставщика продуктов, которые не нравятся клиентам.</a:t>
            </a:r>
          </a:p>
          <a:p>
            <a:pPr lvl="0" indent="363538">
              <a:spcBef>
                <a:spcPts val="1200"/>
              </a:spcBef>
            </a:pPr>
            <a:r>
              <a:rPr lang="ru-RU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Примеры целей: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уменьшение объема работы, вызванного проблемами с требованиями;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повышение точности планирования и реалистичности планов;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снижение (исключение) числа ситуаций появления новых требований на финишных этапах проекта.</a:t>
            </a:r>
            <a:endParaRPr lang="ru-RU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8903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125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pic>
        <p:nvPicPr>
          <p:cNvPr id="3" name="Рисунок 2" descr="http://www.intuit.ru/EDI/09_08_16_3/1470694802-23461/tutorial/279/objects/14/files/14-2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86" y="561582"/>
            <a:ext cx="7987777" cy="45886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1107497" y="5150224"/>
            <a:ext cx="6615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Типовой </a:t>
            </a:r>
            <a:r>
              <a:rPr lang="ru-RU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</a:rPr>
              <a:t>цикл совершенствования процессов при создании программного обеспечения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283363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126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34637" y="435001"/>
            <a:ext cx="7674726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Шаблон декомпозиции задачи управления требованиями.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составить проект процедуры управления изменениями;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проверить и модифицировать процедуру управления изменениями;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провести пробное испытание процедуры управления изменениями для проекта;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модифицировать процедуру управления изменениями на основе обратной реакции по пробному испытанию;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оценить инструментальные средства выявления проблем и выбрать одно из них для поддержки процедуры управления изменениями;</a:t>
            </a:r>
          </a:p>
          <a:p>
            <a:pPr marL="363538" lvl="0" indent="-363538" algn="just">
              <a:spcBef>
                <a:spcPts val="72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приобрести выбранное инструментальное средство выявления проблем и настроить его для поддержки конкретной процедуры;</a:t>
            </a:r>
          </a:p>
          <a:p>
            <a:pPr marL="363538" indent="-363538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внедрить новую процедуру управления изменениями и инструментальное средство в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32191489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127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9623" y="321755"/>
            <a:ext cx="8619565" cy="5842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15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Методические приемы при апробации новых процессов: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выбирайте для участия в пробных проектах людей, которые будут относиться к новым приемам беспристрастно и смогут дать им 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оценку;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чтобы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результаты было легко истолковать, определите количество критериев, по которым команда будет оценивать пробный проект;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определите заинтересованных лиц, которых следует проинформировать о том, что представляет собой пробный проект и почему он выполняется;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подумайте о возможности испытания новых процессов по частям в разных пробных 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проектах;</a:t>
            </a:r>
            <a:endParaRPr lang="ru-RU" sz="15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для более полной оценки поинтересуйтесь у участников пилотных проектов, что бы они почувствовали, если бы им пришлось вернуться к существующим приемам работы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342900" lvl="0" algn="just">
              <a:spcBef>
                <a:spcPts val="180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ru-RU" sz="15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Среди ключевых вопросов в области оценки результатов можно выделить </a:t>
            </a:r>
            <a:r>
              <a:rPr lang="ru-RU" sz="155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следующие</a:t>
            </a:r>
            <a:endParaRPr lang="ru-RU" sz="15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Насколько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гладко прошли пробные проекты и как эффективно они разрешили неопределенности в отношении новых процессов?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Собираетесь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ли вы менять что-либо в следующих пилотных проектах?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Как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прошло общее внедрение новых технологических процессов?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Удалось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ли вам довести до сведения каждого информацию о пользе новых процессов или шаблонов?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Смогли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ли участники понять и эффективно применить новые процессы?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Собираетесь </a:t>
            </a:r>
            <a:r>
              <a:rPr lang="ru-RU" sz="15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ли вы менять что-либо при проведении следующего внедрения</a:t>
            </a:r>
            <a:r>
              <a:rPr lang="ru-RU" sz="15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ru-RU" sz="15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1935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68438"/>
          </a:xfrm>
        </p:spPr>
        <p:txBody>
          <a:bodyPr>
            <a:normAutofit/>
          </a:bodyPr>
          <a:lstStyle/>
          <a:p>
            <a:r>
              <a:rPr lang="ru-RU" sz="3600" dirty="0"/>
              <a:t>Требования в управлении проектом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5119" y="1724709"/>
            <a:ext cx="7979482" cy="4514725"/>
          </a:xfrm>
        </p:spPr>
        <p:txBody>
          <a:bodyPr>
            <a:noAutofit/>
          </a:bodyPr>
          <a:lstStyle/>
          <a:p>
            <a:pPr marL="0" indent="363538">
              <a:spcBef>
                <a:spcPts val="0"/>
              </a:spcBef>
            </a:pPr>
            <a:r>
              <a:rPr lang="ru-RU" sz="1650" b="1" dirty="0" smtClean="0"/>
              <a:t>Вопросы, которые необходимо решить:</a:t>
            </a:r>
          </a:p>
          <a:p>
            <a:pPr marL="0" indent="363538">
              <a:spcBef>
                <a:spcPts val="0"/>
              </a:spcBef>
              <a:tabLst>
                <a:tab pos="538163" algn="l"/>
              </a:tabLst>
            </a:pPr>
            <a:r>
              <a:rPr lang="ru-RU" sz="1650" dirty="0"/>
              <a:t>•	Где найти Заказчика, который согласится ждать 2-3 месяца, пока Разработчик составит для него коммерческое предложение?</a:t>
            </a:r>
          </a:p>
          <a:p>
            <a:pPr marL="0" indent="363538">
              <a:spcBef>
                <a:spcPts val="0"/>
              </a:spcBef>
              <a:tabLst>
                <a:tab pos="538163" algn="l"/>
              </a:tabLst>
            </a:pPr>
            <a:r>
              <a:rPr lang="ru-RU" sz="1650" dirty="0"/>
              <a:t>•	Кто оплатит работы по анализу требований? (очевидно, Заказчик)</a:t>
            </a:r>
          </a:p>
          <a:p>
            <a:pPr marL="0" indent="363538">
              <a:spcBef>
                <a:spcPts val="0"/>
              </a:spcBef>
              <a:tabLst>
                <a:tab pos="538163" algn="l"/>
              </a:tabLst>
            </a:pPr>
            <a:r>
              <a:rPr lang="ru-RU" sz="1650" dirty="0"/>
              <a:t>•	Как быть, если цена вопроса окажется непомерной и от проекта придется отказаться - кто возместит Заказчику убытки на проведение исследований</a:t>
            </a:r>
            <a:r>
              <a:rPr lang="ru-RU" sz="1650" dirty="0" smtClean="0"/>
              <a:t>?</a:t>
            </a:r>
          </a:p>
          <a:p>
            <a:pPr marL="0" indent="363538">
              <a:spcBef>
                <a:spcPts val="0"/>
              </a:spcBef>
            </a:pPr>
            <a:endParaRPr lang="ru-RU" sz="1650" dirty="0"/>
          </a:p>
          <a:p>
            <a:pPr marL="0" indent="363538">
              <a:spcBef>
                <a:spcPts val="0"/>
              </a:spcBef>
            </a:pPr>
            <a:r>
              <a:rPr lang="ru-RU" sz="1650" b="1" dirty="0" smtClean="0"/>
              <a:t>Решение:</a:t>
            </a:r>
            <a:endParaRPr lang="ru-RU" sz="1650" b="1" dirty="0"/>
          </a:p>
          <a:p>
            <a:pPr marL="0" indent="363538">
              <a:spcBef>
                <a:spcPts val="0"/>
              </a:spcBef>
              <a:tabLst>
                <a:tab pos="631825" algn="l"/>
              </a:tabLst>
            </a:pPr>
            <a:r>
              <a:rPr lang="ru-RU" sz="1650" dirty="0"/>
              <a:t>•	подыскав Разработчика, обладающего богатым опытом выполнения подобных проектов, который сможет дать требуемую оценку значительно быстрее (но риск ошибки при этом остается);</a:t>
            </a:r>
          </a:p>
          <a:p>
            <a:pPr marL="0" indent="363538">
              <a:spcBef>
                <a:spcPts val="0"/>
              </a:spcBef>
              <a:tabLst>
                <a:tab pos="631825" algn="l"/>
              </a:tabLst>
            </a:pPr>
            <a:r>
              <a:rPr lang="ru-RU" sz="1650" dirty="0"/>
              <a:t>•	взяв на себя риски возможного прекращения проекта на ранних стадиях, в случае, если выявится его несоответствие бюджетным ограничениям (в сложных рискованных проектах лучше потерять 5% или 10% от закладываемого бюджета, чем все 100%, как это было в "каскадных" схемах разработки) - путь прогнозирующих методологий</a:t>
            </a:r>
          </a:p>
          <a:p>
            <a:pPr marL="0" indent="363538">
              <a:spcBef>
                <a:spcPts val="0"/>
              </a:spcBef>
              <a:tabLst>
                <a:tab pos="631825" algn="l"/>
              </a:tabLst>
            </a:pPr>
            <a:r>
              <a:rPr lang="ru-RU" sz="1650" dirty="0"/>
              <a:t>•	разделив с Разработчиком ответственность за конечный продукт, приготовившись день за днем работать с ним рука об руку вплоть до появления </a:t>
            </a:r>
            <a:r>
              <a:rPr lang="ru-RU" sz="1650" dirty="0" smtClean="0"/>
              <a:t>результата – путь (</a:t>
            </a:r>
            <a:r>
              <a:rPr lang="ru-RU" sz="1650" dirty="0" err="1" smtClean="0"/>
              <a:t>Agile</a:t>
            </a:r>
            <a:r>
              <a:rPr lang="ru-RU" sz="1650" dirty="0" smtClean="0"/>
              <a:t>) методологий.</a:t>
            </a:r>
            <a:endParaRPr lang="ru-RU" sz="1650" dirty="0"/>
          </a:p>
          <a:p>
            <a:pPr marL="0" indent="363538">
              <a:spcBef>
                <a:spcPts val="0"/>
              </a:spcBef>
            </a:pPr>
            <a:endParaRPr lang="ru-RU" sz="16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128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6003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129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84096" y="643792"/>
            <a:ext cx="8220260" cy="3406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720"/>
              </a:spcBef>
              <a:spcAft>
                <a:spcPts val="0"/>
              </a:spcAft>
            </a:pPr>
            <a:r>
              <a:rPr lang="ru-RU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Чтобы сделать первое приближение плана и сметы проекта на ранних этапах </a:t>
            </a: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анализа необходимо:</a:t>
            </a: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Выделить 25 - 99 функций, характеризующих систему (совместно, Заказчик и Разработчик);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Установить приоритеты для каждой из функций (Заказчик);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Оценить трудозатраты (Разработчик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</a:p>
          <a:p>
            <a:pPr marL="342900" lvl="0" indent="-342900" algn="just">
              <a:spcBef>
                <a:spcPts val="72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Оценить 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риски (Разработчик, возможно привлечение Заказчика);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10205"/>
              </p:ext>
            </p:extLst>
          </p:nvPr>
        </p:nvGraphicFramePr>
        <p:xfrm>
          <a:off x="484096" y="5247017"/>
          <a:ext cx="8220260" cy="3849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4052"/>
                <a:gridCol w="1644052"/>
                <a:gridCol w="1644052"/>
                <a:gridCol w="1644052"/>
                <a:gridCol w="1644052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№ </a:t>
                      </a:r>
                      <a:r>
                        <a:rPr lang="ru-RU" sz="1800" dirty="0" err="1">
                          <a:effectLst/>
                        </a:rPr>
                        <a:t>пп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Функция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Приоритет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Трудоемкость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Риск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77919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19467"/>
          </a:xfrm>
        </p:spPr>
        <p:txBody>
          <a:bodyPr>
            <a:normAutofit/>
          </a:bodyPr>
          <a:lstStyle/>
          <a:p>
            <a:r>
              <a:rPr lang="ru-RU" sz="3600" dirty="0"/>
              <a:t>Планирование проекта на основе требований, путь RUP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план проекта разбивается на фазы:</a:t>
            </a:r>
          </a:p>
          <a:p>
            <a:pPr marL="90488" lvl="0" indent="177800">
              <a:buFont typeface="Wingdings" panose="05000000000000000000" pitchFamily="2" charset="2"/>
              <a:buChar char="§"/>
            </a:pPr>
            <a:r>
              <a:rPr lang="ru-RU" dirty="0"/>
              <a:t>Начало,</a:t>
            </a:r>
          </a:p>
          <a:p>
            <a:pPr marL="90488" lvl="0" indent="177800">
              <a:buFont typeface="Wingdings" panose="05000000000000000000" pitchFamily="2" charset="2"/>
              <a:buChar char="§"/>
            </a:pPr>
            <a:r>
              <a:rPr lang="ru-RU" dirty="0"/>
              <a:t>Уточнение,</a:t>
            </a:r>
          </a:p>
          <a:p>
            <a:pPr marL="90488" lvl="0" indent="177800">
              <a:buFont typeface="Wingdings" panose="05000000000000000000" pitchFamily="2" charset="2"/>
              <a:buChar char="§"/>
            </a:pPr>
            <a:r>
              <a:rPr lang="ru-RU" dirty="0"/>
              <a:t>Конструирование,</a:t>
            </a:r>
          </a:p>
          <a:p>
            <a:pPr marL="90488" lvl="0" indent="177800">
              <a:buFont typeface="Wingdings" panose="05000000000000000000" pitchFamily="2" charset="2"/>
              <a:buChar char="§"/>
            </a:pPr>
            <a:r>
              <a:rPr lang="ru-RU" dirty="0"/>
              <a:t>Переход.</a:t>
            </a:r>
          </a:p>
          <a:p>
            <a:endParaRPr lang="en-US" dirty="0" smtClean="0"/>
          </a:p>
          <a:p>
            <a:r>
              <a:rPr lang="ru-RU" b="1" dirty="0"/>
              <a:t>Назначаются даты главных вех (окончания фаз):</a:t>
            </a:r>
          </a:p>
          <a:p>
            <a:pPr marL="90488" lvl="0" indent="84138"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ru-RU" dirty="0"/>
              <a:t>целей жизненного цикла (конец фазы начала, рамки проекта и его бюджет);</a:t>
            </a:r>
          </a:p>
          <a:p>
            <a:pPr marL="90488" lvl="0" indent="84138"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ru-RU" dirty="0"/>
              <a:t>архитектуры жизненного цикла (конец фазы уточнения, законченная архитектура);</a:t>
            </a:r>
          </a:p>
          <a:p>
            <a:pPr marL="90488" lvl="0" indent="84138"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ru-RU" dirty="0"/>
              <a:t>начальной работоспособности (конец фазы конструирования, бета-версия продукта);</a:t>
            </a:r>
          </a:p>
          <a:p>
            <a:pPr marL="90488" indent="84138"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ru-RU" dirty="0"/>
              <a:t>выпуска изделия (конец фазы перехода и полного цикла разработки).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130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02258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131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16859" y="463566"/>
            <a:ext cx="831028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631825" algn="l"/>
              </a:tabLst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укрупненный план работ составляется "как можно раньше", например - через месяц после начала работ;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631825" algn="l"/>
              </a:tabLst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бюджет появляется лишь к окончанию первой фазы (а она, в зависимости от сложности проекта может длиться месяц, а может и полгода);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631825" algn="l"/>
              </a:tabLst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как план, так и бюджет проекта представляют собой лишь прогноз, который может корректироваться на протяжении работ над проектом;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631825" algn="l"/>
              </a:tabLst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 момент появления плана и бюджета должно появиться подробное описание лишь 20% ключевой функциональности системы и "широкое, но неглубокое“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описание 80% функциональности.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631825" algn="l"/>
              </a:tabLst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Особенности плана итерации: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План итерации базируется на функциональных требованиях. К моменту начала итерации совершенно точно известно, какие требования должны быть обработаны </a:t>
            </a: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в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данной итерации.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План итерации составляется, исходя из </a:t>
            </a: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оценок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требований - приоритетности, степени риска, трудоемкости.</a:t>
            </a:r>
          </a:p>
          <a:p>
            <a:pPr marL="342900" lvl="0" indent="-342900">
              <a:buFont typeface="+mj-lt"/>
              <a:buAutoNum type="arabicParenR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План итерации имеет жесткие сроки. В случае проявления незапланированных рисков удовлетворительным вариантом является достижение договоренности о реализации требований данной итерации не в полном объеме, либо переносе требований в следующую итерацию; переносить сроки текущей итерации не рекомендуется;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Точный план составляется на одну, очередную итерацию. К моменту окончания текущей итерации должен быть сверстан план очередной итерации. </a:t>
            </a:r>
          </a:p>
        </p:txBody>
      </p:sp>
    </p:spTree>
    <p:extLst>
      <p:ext uri="{BB962C8B-B14F-4D97-AF65-F5344CB8AC3E}">
        <p14:creationId xmlns:p14="http://schemas.microsoft.com/office/powerpoint/2010/main" val="304178209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>
            <a:normAutofit/>
          </a:bodyPr>
          <a:lstStyle/>
          <a:p>
            <a:r>
              <a:rPr lang="ru-RU" sz="4000" dirty="0"/>
              <a:t>Требования в гибких методологиях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Манифест гибкой разработки</a:t>
            </a:r>
            <a:r>
              <a:rPr lang="ru-RU" dirty="0"/>
              <a:t>:</a:t>
            </a:r>
          </a:p>
          <a:p>
            <a:pPr marL="90488" lvl="0" indent="273050">
              <a:buFont typeface="Arial" panose="020B0604020202020204" pitchFamily="34" charset="0"/>
              <a:buChar char="•"/>
            </a:pPr>
            <a:r>
              <a:rPr lang="ru-RU" dirty="0"/>
              <a:t>Индивидуальности и взаимодействия ВЫШЕ процессов и инструментов</a:t>
            </a:r>
          </a:p>
          <a:p>
            <a:pPr marL="90488" lvl="0" indent="273050">
              <a:buFont typeface="Arial" panose="020B0604020202020204" pitchFamily="34" charset="0"/>
              <a:buChar char="•"/>
            </a:pPr>
            <a:r>
              <a:rPr lang="ru-RU" dirty="0"/>
              <a:t>Работающее программное обеспечение ВЫШЕ всесторонней документации</a:t>
            </a:r>
          </a:p>
          <a:p>
            <a:pPr marL="90488" lvl="0" indent="273050">
              <a:buFont typeface="Arial" panose="020B0604020202020204" pitchFamily="34" charset="0"/>
              <a:buChar char="•"/>
            </a:pPr>
            <a:r>
              <a:rPr lang="ru-RU" dirty="0"/>
              <a:t>Сотрудничество с клиентами ВЫШЕ переговоров по контракту</a:t>
            </a:r>
          </a:p>
          <a:p>
            <a:pPr marL="90488" indent="273050">
              <a:buFont typeface="Arial" panose="020B0604020202020204" pitchFamily="34" charset="0"/>
              <a:buChar char="•"/>
            </a:pPr>
            <a:r>
              <a:rPr lang="ru-RU" dirty="0"/>
              <a:t>Реакция на изменения ВЫШЕ следования плану и 12 приложений (в столь же лаконичной форме) к </a:t>
            </a:r>
            <a:r>
              <a:rPr lang="ru-RU" dirty="0" smtClean="0"/>
              <a:t>нему.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132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3919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16897</TotalTime>
  <Words>9701</Words>
  <Application>Microsoft Office PowerPoint</Application>
  <PresentationFormat>Экран (4:3)</PresentationFormat>
  <Paragraphs>1274</Paragraphs>
  <Slides>132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132</vt:i4>
      </vt:variant>
    </vt:vector>
  </HeadingPairs>
  <TitlesOfParts>
    <vt:vector size="141" baseType="lpstr">
      <vt:lpstr>Arial</vt:lpstr>
      <vt:lpstr>Calibri</vt:lpstr>
      <vt:lpstr>Calibri Light</vt:lpstr>
      <vt:lpstr>Courier New</vt:lpstr>
      <vt:lpstr>Symbol</vt:lpstr>
      <vt:lpstr>Tahoma</vt:lpstr>
      <vt:lpstr>Times New Roman</vt:lpstr>
      <vt:lpstr>Wingdings</vt:lpstr>
      <vt:lpstr>Ретро</vt:lpstr>
      <vt:lpstr>Разработка и анализ требований</vt:lpstr>
      <vt:lpstr>Введение</vt:lpstr>
      <vt:lpstr>Современная информационная система</vt:lpstr>
      <vt:lpstr>Презентация PowerPoint</vt:lpstr>
      <vt:lpstr>Классификация ИС</vt:lpstr>
      <vt:lpstr>Презентация PowerPoint</vt:lpstr>
      <vt:lpstr>Презентация PowerPoint</vt:lpstr>
      <vt:lpstr>Презентация PowerPoint</vt:lpstr>
      <vt:lpstr>Понятие требования. Классификации требований</vt:lpstr>
      <vt:lpstr>Презентация PowerPoint</vt:lpstr>
      <vt:lpstr>Презентация PowerPoint</vt:lpstr>
      <vt:lpstr>Уровни требований</vt:lpstr>
      <vt:lpstr>Системные требования и требования к программному обеспечению</vt:lpstr>
      <vt:lpstr>Функциональные, нефункциональные требования и характеристики продукта</vt:lpstr>
      <vt:lpstr>Классификация RUP</vt:lpstr>
      <vt:lpstr>Методологии и стандарты, регламентирующие работу с требованиями</vt:lpstr>
      <vt:lpstr>Свойства требований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Процесс анализа требований Рабочий поток анализа требований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Почему нужно анализировать требования?</vt:lpstr>
      <vt:lpstr>Кто создает и использует требования</vt:lpstr>
      <vt:lpstr>Организация работы с требованиями на примере MSF</vt:lpstr>
      <vt:lpstr>Работа с требованиями в фазе выработки концепции</vt:lpstr>
      <vt:lpstr>Фаза планирования</vt:lpstr>
      <vt:lpstr>Презентация PowerPoint</vt:lpstr>
      <vt:lpstr>Контекст задачи анализа требований. Выявление требований</vt:lpstr>
      <vt:lpstr>Анализ требований, бизнес-анализ, анализ проблемной области</vt:lpstr>
      <vt:lpstr>Роль глоссария при АТ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Методологии бизнес-анализа</vt:lpstr>
      <vt:lpstr>Презентация PowerPoint</vt:lpstr>
      <vt:lpstr>Требования и архитектура АИС</vt:lpstr>
      <vt:lpstr>Анализ требований и другие рабочие потоки программной инженерии</vt:lpstr>
      <vt:lpstr>Выявление требований Источники требований</vt:lpstr>
      <vt:lpstr>Стратегии выявления требований</vt:lpstr>
      <vt:lpstr>Подготовка</vt:lpstr>
      <vt:lpstr>Проведение опроса</vt:lpstr>
      <vt:lpstr>Завершение</vt:lpstr>
      <vt:lpstr>Что нужно помнить при опросе</vt:lpstr>
      <vt:lpstr>Анкетирование</vt:lpstr>
      <vt:lpstr>Наблюдение</vt:lpstr>
      <vt:lpstr>Самостоятельное описание требований</vt:lpstr>
      <vt:lpstr>Совместные семинары</vt:lpstr>
      <vt:lpstr>JAD-метод Joint Application Development - Совместная разработка приложений</vt:lpstr>
      <vt:lpstr>Прототипирование</vt:lpstr>
      <vt:lpstr>Видение продукта и границы проекта</vt:lpstr>
      <vt:lpstr>Основные требования к выработке концепции, заложенные в отечественных ГОСТ, методологиях RUP и MSF</vt:lpstr>
      <vt:lpstr>Видение в RUP</vt:lpstr>
      <vt:lpstr>Презентация PowerPoint</vt:lpstr>
      <vt:lpstr>Видение / рамки в MSF</vt:lpstr>
      <vt:lpstr>Презентация PowerPoint</vt:lpstr>
      <vt:lpstr>Классификация и специфицирование требований Акторы и варианты использования</vt:lpstr>
      <vt:lpstr>Глоссарий</vt:lpstr>
      <vt:lpstr>Спецификация варианта использования</vt:lpstr>
      <vt:lpstr>Презентация PowerPoint</vt:lpstr>
      <vt:lpstr>Презентация PowerPoint</vt:lpstr>
      <vt:lpstr>Презентация PowerPoint</vt:lpstr>
      <vt:lpstr>Табличные представления варианта использования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Расширенный анализ требований. Моделирование</vt:lpstr>
      <vt:lpstr>Модели UML, поясняющие функциональность системы Диаграмма вариантов использования</vt:lpstr>
      <vt:lpstr>Диаграмма действий</vt:lpstr>
      <vt:lpstr>Диаграмма состояний</vt:lpstr>
      <vt:lpstr>Презентация PowerPoint</vt:lpstr>
      <vt:lpstr>Презентация PowerPoint</vt:lpstr>
      <vt:lpstr>Диаграммы UML, поясняющие внутреннее устройство системы Диаграмма классов</vt:lpstr>
      <vt:lpstr>Презентация PowerPoint</vt:lpstr>
      <vt:lpstr>Альтернативные языки моделирования Диаграмма потоков данных</vt:lpstr>
      <vt:lpstr>Презентация PowerPoint</vt:lpstr>
      <vt:lpstr>Презентация PowerPoint</vt:lpstr>
      <vt:lpstr>Другие виды моделей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Расширенный анализ требований. Иллюстрированные сценарии и прототипы</vt:lpstr>
      <vt:lpstr>Цели прототипирования</vt:lpstr>
      <vt:lpstr>Пример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Документирование требований</vt:lpstr>
      <vt:lpstr>Документирование требований в соответствии с ГОСТ РФ</vt:lpstr>
      <vt:lpstr>Описание требований к системе в соответствии с ГОСТ 34.602-89</vt:lpstr>
      <vt:lpstr>Презентация PowerPoint</vt:lpstr>
      <vt:lpstr>Документирование требований в RUP</vt:lpstr>
      <vt:lpstr>Презентация PowerPoint</vt:lpstr>
      <vt:lpstr>Презентация PowerPoint</vt:lpstr>
      <vt:lpstr>Документирование требований в MSF</vt:lpstr>
      <vt:lpstr>Проверка требований </vt:lpstr>
      <vt:lpstr>Презентация PowerPoint</vt:lpstr>
      <vt:lpstr>Некоторые типичные проблемные ситуации процесса формирования и оценки требований</vt:lpstr>
      <vt:lpstr>Презентация PowerPoint</vt:lpstr>
      <vt:lpstr>Презентация PowerPoint</vt:lpstr>
      <vt:lpstr>Введение в управление требованиями</vt:lpstr>
      <vt:lpstr>Презентация PowerPoint</vt:lpstr>
      <vt:lpstr>Процедуры управления требованиями базируются на:</vt:lpstr>
      <vt:lpstr>Шаблон описания атрибутов требований:</vt:lpstr>
      <vt:lpstr>Шаблон для определения статуса требования:</vt:lpstr>
      <vt:lpstr>Основные трудозатраты по управлению требованиями</vt:lpstr>
      <vt:lpstr>Презентация PowerPoint</vt:lpstr>
      <vt:lpstr>Презентация PowerPoint</vt:lpstr>
      <vt:lpstr>Совершенствование процессов работы с требованиями</vt:lpstr>
      <vt:lpstr>Модели совершенствования ISO9000</vt:lpstr>
      <vt:lpstr>SEI-CMM, SEI-CMMI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Требования в управлении проектом</vt:lpstr>
      <vt:lpstr>Презентация PowerPoint</vt:lpstr>
      <vt:lpstr>Планирование проекта на основе требований, путь RUP</vt:lpstr>
      <vt:lpstr>Презентация PowerPoint</vt:lpstr>
      <vt:lpstr>Требования в гибких методологиях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 Быков</dc:creator>
  <cp:lastModifiedBy>Артем Быков</cp:lastModifiedBy>
  <cp:revision>121</cp:revision>
  <dcterms:created xsi:type="dcterms:W3CDTF">2014-09-16T21:33:07Z</dcterms:created>
  <dcterms:modified xsi:type="dcterms:W3CDTF">2018-10-19T11:21:20Z</dcterms:modified>
</cp:coreProperties>
</file>